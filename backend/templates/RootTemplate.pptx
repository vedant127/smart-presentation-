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8A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286000"/>
            <a:ext cx="91440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384048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E2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Smart Presentation Machine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0"/>
            <a:ext cx="91440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{{Title}}</a:t>
            </a:r>
            <a:endParaRPr lang="en-US" sz="4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384048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400" dirty="0">
                <a:solidFill>
                  <a:srgbClr val="E2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{{Subtitle}}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{{SlideTitle}}</a:t>
            </a:r>
            <a:endParaRPr lang="en-US" sz="2800" dirty="0"/>
          </a:p>
        </p:txBody>
      </p:sp>
      <p:sp>
        <p:nvSpPr>
          <p:cNvPr id="3" name="bodyText"/>
          <p:cNvSpPr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{{SlideBody}}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2026-02-05T18:46:48Z</dcterms:created>
  <dcterms:modified xsi:type="dcterms:W3CDTF">2026-02-05T18:46:48Z</dcterms:modified>
</cp:coreProperties>
</file>