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Lst>
  <p:notesMasterIdLst>
    <p:notesMasterId r:id="rId6"/>
  </p:notesMasterIdLst>
  <p:handoutMasterIdLst>
    <p:handoutMasterId r:id="rId7"/>
  </p:handoutMasterIdLst>
  <p:sldIdLst>
    <p:sldId id="2147483649" r:id="rId_slide1"/>
    <p:sldId id="2147483650" r:id="rId_slide2"/>
    <p:sldId id="2147483651" r:id="rId_slide3"/>
    <p:sldId id="2147483652" r:id="rId_slide4"/>
    <p:sldId id="2147483653" r:id="rId_slide5"/>
    <p:sldId id="2147483654" r:id="rId_slide6"/>
    <p:sldId id="2147483655" r:id="rId_slide7"/>
    <p:sldId id="2147483656" r:id="rId_slide8"/>
    <p:sldId id="2147483657" r:id="rId_slide9"/>
    <p:sldId id="2147483658" r:id="rId_slide10"/>
    <p:sldId id="2147483659" r:id="rId_slide11"/>
    <p:sldId id="2147483660" r:id="rId_slide12"/>
    <p:sldId id="2147483661" r:id="rId_slide13"/>
    <p:sldId id="2147483662" r:id="rId_slide14"/>
    <p:sldId id="2147483663" r:id="rId_slide15"/>
    <p:sldId id="2147483664" r:id="rId_slide16"/>
    <p:sldId id="2147483665" r:id="rId_slide17"/>
    <p:sldId id="2147483666" r:id="rId_slide18"/>
    <p:sldId id="2147483667" r:id="rId_slide19"/>
    <p:sldId id="2147483668" r:id="rId_slide20"/>
    <p:sldId id="2147483669" r:id="rId_slide21"/>
    <p:sldId id="2147483670" r:id="rId_slide22"/>
    <p:sldId id="2147483671" r:id="rId_slide23"/>
    <p:sldId id="2147483672" r:id="rId_slide24"/>
    <p:sldId id="2147483673" r:id="rId_slide25"/>
    <p:sldId id="2147483674" r:id="rId_slide26"/>
    <p:sldId id="2147483675" r:id="rId_slide27"/>
    <p:sldId id="2147483676" r:id="rId_slide28"/>
    <p:sldId id="2147483677" r:id="rId_slide29"/>
    <p:sldId id="2147483678" r:id="rId_slide30"/>
    <p:sldId id="2147483679" r:id="rId_slide31"/>
    <p:sldId id="2147483680" r:id="rId_slide32"/>
    <p:sldId id="2147483681" r:id="rId_slide33"/>
    <p:sldId id="2147483682" r:id="rId_slide34"/>
    <p:sldId id="2147483683" r:id="rId_slide35"/>
    <p:sldId id="2147483684" r:id="rId_slide36"/>
    <p:sldId id="2147483685" r:id="rId_slide37"/>
  </p:sldIdLst>
  <p:sldSz cx="18288000" cy="10287000"/>
  <p:notesSz cx="6858000" cy="9144000"/>
  <p:embeddedFontLst>
    <p:embeddedFont>
      <p:font typeface="Alata" panose="020B0604020202020204" charset="0"/>
      <p:regular r:id="rId8"/>
    </p:embeddedFont>
    <p:embeddedFont>
      <p:font typeface="Century Schoolbook" panose="02040604050505020304" pitchFamily="18" charset="0"/>
      <p:regular r:id="rId9"/>
      <p:bold r:id="rId10"/>
      <p:italic r:id="rId11"/>
      <p:boldItalic r:id="rId1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Page" id="{3BCAEF5C-0613-4C3B-BFA1-7F69658CDA11}">
          <p14:sldIdLst>
            <p14:sldId id="473"/>
          </p14:sldIdLst>
        </p14:section>
        <p14:section name="Table of Content" id="{9B2FE157-7C93-4BB6-A79D-F2643BA687B6}">
          <p14:sldIdLst/>
        </p14:section>
        <p14:section name="Project Background" id="{ABEB2004-6C2F-436F-B60D-556B91EEDAE9}">
          <p14:sldIdLst/>
        </p14:section>
        <p14:section name="Executive Summary" id="{755554F3-FB95-424C-95CD-2C5811402734}">
          <p14:sldIdLst/>
        </p14:section>
        <p14:section name="Site Assessment" id="{1A8C1CAA-8263-4670-8955-7F63F67E522A}">
          <p14:sldIdLst/>
        </p14:section>
        <p14:section name="Market Overview" id="{1CD1D914-3EAE-4F83-9A1F-7EEB2C0468EA}">
          <p14:sldIdLst/>
        </p14:section>
        <p14:section name="Development Recommendations" id="{7D374510-F33C-4E62-8E9E-453AB8998B86}">
          <p14:sldIdLst/>
        </p14:section>
        <p14:section name="Financial &amp; Investment Analysis" id="{E5569D7D-2557-4769-B0F8-2519514D6DE0}">
          <p14:sldIdLst/>
        </p14:section>
        <p14:section name="Disclaimer" id="{98DB0A4E-C980-4B03-BB64-3F6057420ED1}">
          <p14:sldIdLst/>
        </p14:section>
      </p14:sectionLst>
    </p:ext>
    <p:ext uri="{EFAFB233-063F-42B5-8137-9DF3F51BA10A}">
      <p15:sldGuideLst xmlns:p15="http://schemas.microsoft.com/office/powerpoint/2012/main">
        <p15:guide id="1" orient="horz" pos="949" userDrawn="1">
          <p15:clr>
            <a:srgbClr val="A4A3A4"/>
          </p15:clr>
        </p15:guide>
        <p15:guide id="2" pos="456" userDrawn="1">
          <p15:clr>
            <a:srgbClr val="A4A3A4"/>
          </p15:clr>
        </p15:guide>
        <p15:guide id="3" pos="5306" userDrawn="1">
          <p15:clr>
            <a:srgbClr val="A4A3A4"/>
          </p15:clr>
        </p15:guide>
        <p15:guide id="4" pos="6259" userDrawn="1">
          <p15:clr>
            <a:srgbClr val="A4A3A4"/>
          </p15:clr>
        </p15:guide>
        <p15:guide id="5" pos="11203" userDrawn="1">
          <p15:clr>
            <a:srgbClr val="A4A3A4"/>
          </p15:clr>
        </p15:guide>
        <p15:guide id="6" orient="horz" pos="5531" userDrawn="1">
          <p15:clr>
            <a:srgbClr val="A4A3A4"/>
          </p15:clr>
        </p15:guide>
        <p15:guide id="7" orient="horz" pos="3104"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1530556-EED6-8D63-6FEA-65D862E97AE6}" name="George Evans" initials="GE" userId="S::george.evans@aireafrica.onmicrosoft.com::597523f2-b361-4151-9913-88e265d95c6e" providerId="AD"/>
  <p188:author id="{4890B864-7E50-EF48-8C8E-535CE11731AD}" name="Joyce Wamaitha" initials="JW" userId="S::joyce.wamaitha@aireafrica.onmicrosoft.com::9273e827-f99c-482f-8bcd-f0764e91c08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34874"/>
    <a:srgbClr val="FFFFFF"/>
    <a:srgbClr val="E2A300"/>
    <a:srgbClr val="67917B"/>
    <a:srgbClr val="AAD2C9"/>
    <a:srgbClr val="D9EEE9"/>
    <a:srgbClr val="FFFF00"/>
    <a:srgbClr val="F8F8F6"/>
    <a:srgbClr val="023047"/>
    <a:srgbClr val="00002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99" autoAdjust="0"/>
    <p:restoredTop sz="95026" autoAdjust="0"/>
  </p:normalViewPr>
  <p:slideViewPr>
    <p:cSldViewPr snapToGrid="0">
      <p:cViewPr varScale="1">
        <p:scale>
          <a:sx n="50" d="100"/>
          <a:sy n="50" d="100"/>
        </p:scale>
        <p:origin x="898" y="48"/>
      </p:cViewPr>
      <p:guideLst>
        <p:guide orient="horz" pos="949"/>
        <p:guide pos="456"/>
        <p:guide pos="5306"/>
        <p:guide pos="6259"/>
        <p:guide pos="11203"/>
        <p:guide orient="horz" pos="5531"/>
        <p:guide orient="horz" pos="3104"/>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1.fntdata"/><Relationship Id="rId13" Type="http://schemas.openxmlformats.org/officeDocument/2006/relationships/presProps" Target="presProps.xml"/><Relationship Id="rId18" Type="http://schemas.microsoft.com/office/2018/10/relationships/authors" Target="authors.xml"/><Relationship Id="rId3" Type="http://schemas.openxmlformats.org/officeDocument/2006/relationships/customXml" Target="../customXml/item3.xml"/><Relationship Id="rId7" Type="http://schemas.openxmlformats.org/officeDocument/2006/relationships/handoutMaster" Target="handoutMasters/handoutMaster1.xml"/><Relationship Id="rId12" Type="http://schemas.openxmlformats.org/officeDocument/2006/relationships/font" Target="fonts/font5.fntdata"/><Relationship Id="rId17"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font" Target="fonts/font4.fntdata"/><Relationship Id="rId15" Type="http://schemas.openxmlformats.org/officeDocument/2006/relationships/theme" Target="theme/theme1.xml"/><Relationship Id="rId10" Type="http://schemas.openxmlformats.org/officeDocument/2006/relationships/font" Target="fonts/font3.fntdata"/><Relationship Id="rId4" Type="http://schemas.openxmlformats.org/officeDocument/2006/relationships/slideMaster" Target="slideMasters/slideMaster1.xml"/><Relationship Id="rId9" Type="http://schemas.openxmlformats.org/officeDocument/2006/relationships/font" Target="fonts/font2.fntdata"/><Relationship Id="rId14" Type="http://schemas.openxmlformats.org/officeDocument/2006/relationships/viewProps" Target="viewProps.xml"/><Relationship Id="rId_slide1" Type="http://schemas.openxmlformats.org/officeDocument/2006/relationships/slide" Target="slides/slide1.xml"/><Relationship Id="rId_slide2" Type="http://schemas.openxmlformats.org/officeDocument/2006/relationships/slide" Target="slides/slide2.xml"/><Relationship Id="rId_slide3" Type="http://schemas.openxmlformats.org/officeDocument/2006/relationships/slide" Target="slides/slide3.xml"/><Relationship Id="rId_slide4" Type="http://schemas.openxmlformats.org/officeDocument/2006/relationships/slide" Target="slides/slide4.xml"/><Relationship Id="rId_slide5" Type="http://schemas.openxmlformats.org/officeDocument/2006/relationships/slide" Target="slides/slide5.xml"/><Relationship Id="rId_slide6" Type="http://schemas.openxmlformats.org/officeDocument/2006/relationships/slide" Target="slides/slide6.xml"/><Relationship Id="rId_slide7" Type="http://schemas.openxmlformats.org/officeDocument/2006/relationships/slide" Target="slides/slide7.xml"/><Relationship Id="rId_slide8" Type="http://schemas.openxmlformats.org/officeDocument/2006/relationships/slide" Target="slides/slide8.xml"/><Relationship Id="rId_slide9" Type="http://schemas.openxmlformats.org/officeDocument/2006/relationships/slide" Target="slides/slide9.xml"/><Relationship Id="rId_slide10" Type="http://schemas.openxmlformats.org/officeDocument/2006/relationships/slide" Target="slides/slide10.xml"/><Relationship Id="rId_slide11" Type="http://schemas.openxmlformats.org/officeDocument/2006/relationships/slide" Target="slides/slide11.xml"/><Relationship Id="rId_slide12" Type="http://schemas.openxmlformats.org/officeDocument/2006/relationships/slide" Target="slides/slide12.xml"/><Relationship Id="rId_slide13" Type="http://schemas.openxmlformats.org/officeDocument/2006/relationships/slide" Target="slides/slide13.xml"/><Relationship Id="rId_slide14" Type="http://schemas.openxmlformats.org/officeDocument/2006/relationships/slide" Target="slides/slide14.xml"/><Relationship Id="rId_slide15" Type="http://schemas.openxmlformats.org/officeDocument/2006/relationships/slide" Target="slides/slide15.xml"/><Relationship Id="rId_slide16" Type="http://schemas.openxmlformats.org/officeDocument/2006/relationships/slide" Target="slides/slide16.xml"/><Relationship Id="rId_slide17" Type="http://schemas.openxmlformats.org/officeDocument/2006/relationships/slide" Target="slides/slide17.xml"/><Relationship Id="rId_slide18" Type="http://schemas.openxmlformats.org/officeDocument/2006/relationships/slide" Target="slides/slide18.xml"/><Relationship Id="rId_slide19" Type="http://schemas.openxmlformats.org/officeDocument/2006/relationships/slide" Target="slides/slide19.xml"/><Relationship Id="rId_slide20" Type="http://schemas.openxmlformats.org/officeDocument/2006/relationships/slide" Target="slides/slide20.xml"/><Relationship Id="rId_slide21" Type="http://schemas.openxmlformats.org/officeDocument/2006/relationships/slide" Target="slides/slide21.xml"/><Relationship Id="rId_slide22" Type="http://schemas.openxmlformats.org/officeDocument/2006/relationships/slide" Target="slides/slide22.xml"/><Relationship Id="rId_slide23" Type="http://schemas.openxmlformats.org/officeDocument/2006/relationships/slide" Target="slides/slide23.xml"/><Relationship Id="rId_slide24" Type="http://schemas.openxmlformats.org/officeDocument/2006/relationships/slide" Target="slides/slide24.xml"/><Relationship Id="rId_slide25" Type="http://schemas.openxmlformats.org/officeDocument/2006/relationships/slide" Target="slides/slide25.xml"/><Relationship Id="rId_slide26" Type="http://schemas.openxmlformats.org/officeDocument/2006/relationships/slide" Target="slides/slide26.xml"/><Relationship Id="rId_slide27" Type="http://schemas.openxmlformats.org/officeDocument/2006/relationships/slide" Target="slides/slide27.xml"/><Relationship Id="rId_slide28" Type="http://schemas.openxmlformats.org/officeDocument/2006/relationships/slide" Target="slides/slide28.xml"/><Relationship Id="rId_slide29" Type="http://schemas.openxmlformats.org/officeDocument/2006/relationships/slide" Target="slides/slide29.xml"/><Relationship Id="rId_slide30" Type="http://schemas.openxmlformats.org/officeDocument/2006/relationships/slide" Target="slides/slide30.xml"/><Relationship Id="rId_slide31" Type="http://schemas.openxmlformats.org/officeDocument/2006/relationships/slide" Target="slides/slide31.xml"/><Relationship Id="rId_slide32" Type="http://schemas.openxmlformats.org/officeDocument/2006/relationships/slide" Target="slides/slide32.xml"/><Relationship Id="rId_slide33" Type="http://schemas.openxmlformats.org/officeDocument/2006/relationships/slide" Target="slides/slide33.xml"/><Relationship Id="rId_slide34" Type="http://schemas.openxmlformats.org/officeDocument/2006/relationships/slide" Target="slides/slide34.xml"/><Relationship Id="rId_slide35" Type="http://schemas.openxmlformats.org/officeDocument/2006/relationships/slide" Target="slides/slide35.xml"/><Relationship Id="rId_slide36" Type="http://schemas.openxmlformats.org/officeDocument/2006/relationships/slide" Target="slides/slide36.xml"/><Relationship Id="rId_slide37" Type="http://schemas.openxmlformats.org/officeDocument/2006/relationships/slide" Target="slides/slide3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elix Jenft" userId="4b2450348b669a30" providerId="LiveId" clId="{272F1F69-A0E6-4843-8C90-9D26C2D0C884}"/>
    <pc:docChg chg="delSld delMainMaster modSection">
      <pc:chgData name="Felix Jenft" userId="4b2450348b669a30" providerId="LiveId" clId="{272F1F69-A0E6-4843-8C90-9D26C2D0C884}" dt="2026-02-03T17:21:08.699" v="34" actId="47"/>
      <pc:docMkLst>
        <pc:docMk/>
      </pc:docMkLst>
      <pc:sldChg chg="del">
        <pc:chgData name="Felix Jenft" userId="4b2450348b669a30" providerId="LiveId" clId="{272F1F69-A0E6-4843-8C90-9D26C2D0C884}" dt="2026-02-03T17:21:06.446" v="24" actId="47"/>
        <pc:sldMkLst>
          <pc:docMk/>
          <pc:sldMk cId="0" sldId="256"/>
        </pc:sldMkLst>
      </pc:sldChg>
      <pc:sldChg chg="del">
        <pc:chgData name="Felix Jenft" userId="4b2450348b669a30" providerId="LiveId" clId="{272F1F69-A0E6-4843-8C90-9D26C2D0C884}" dt="2026-02-03T17:21:06.632" v="25" actId="47"/>
        <pc:sldMkLst>
          <pc:docMk/>
          <pc:sldMk cId="0" sldId="257"/>
        </pc:sldMkLst>
      </pc:sldChg>
      <pc:sldChg chg="del">
        <pc:chgData name="Felix Jenft" userId="4b2450348b669a30" providerId="LiveId" clId="{272F1F69-A0E6-4843-8C90-9D26C2D0C884}" dt="2026-02-03T17:21:06.896" v="26" actId="47"/>
        <pc:sldMkLst>
          <pc:docMk/>
          <pc:sldMk cId="0" sldId="258"/>
        </pc:sldMkLst>
      </pc:sldChg>
      <pc:sldChg chg="del">
        <pc:chgData name="Felix Jenft" userId="4b2450348b669a30" providerId="LiveId" clId="{272F1F69-A0E6-4843-8C90-9D26C2D0C884}" dt="2026-02-03T17:21:07.247" v="27" actId="47"/>
        <pc:sldMkLst>
          <pc:docMk/>
          <pc:sldMk cId="0" sldId="259"/>
        </pc:sldMkLst>
      </pc:sldChg>
      <pc:sldChg chg="del">
        <pc:chgData name="Felix Jenft" userId="4b2450348b669a30" providerId="LiveId" clId="{272F1F69-A0E6-4843-8C90-9D26C2D0C884}" dt="2026-02-03T17:21:07.445" v="28" actId="47"/>
        <pc:sldMkLst>
          <pc:docMk/>
          <pc:sldMk cId="0" sldId="260"/>
        </pc:sldMkLst>
      </pc:sldChg>
      <pc:sldChg chg="del">
        <pc:chgData name="Felix Jenft" userId="4b2450348b669a30" providerId="LiveId" clId="{272F1F69-A0E6-4843-8C90-9D26C2D0C884}" dt="2026-02-03T17:21:07.650" v="29" actId="47"/>
        <pc:sldMkLst>
          <pc:docMk/>
          <pc:sldMk cId="0" sldId="261"/>
        </pc:sldMkLst>
      </pc:sldChg>
      <pc:sldChg chg="del">
        <pc:chgData name="Felix Jenft" userId="4b2450348b669a30" providerId="LiveId" clId="{272F1F69-A0E6-4843-8C90-9D26C2D0C884}" dt="2026-02-03T17:21:07.932" v="30" actId="47"/>
        <pc:sldMkLst>
          <pc:docMk/>
          <pc:sldMk cId="0" sldId="262"/>
        </pc:sldMkLst>
      </pc:sldChg>
      <pc:sldChg chg="del">
        <pc:chgData name="Felix Jenft" userId="4b2450348b669a30" providerId="LiveId" clId="{272F1F69-A0E6-4843-8C90-9D26C2D0C884}" dt="2026-02-03T17:21:08.145" v="31" actId="47"/>
        <pc:sldMkLst>
          <pc:docMk/>
          <pc:sldMk cId="0" sldId="263"/>
        </pc:sldMkLst>
      </pc:sldChg>
      <pc:sldChg chg="del">
        <pc:chgData name="Felix Jenft" userId="4b2450348b669a30" providerId="LiveId" clId="{272F1F69-A0E6-4843-8C90-9D26C2D0C884}" dt="2026-02-03T17:21:08.456" v="32" actId="47"/>
        <pc:sldMkLst>
          <pc:docMk/>
          <pc:sldMk cId="0" sldId="264"/>
        </pc:sldMkLst>
      </pc:sldChg>
      <pc:sldChg chg="del">
        <pc:chgData name="Felix Jenft" userId="4b2450348b669a30" providerId="LiveId" clId="{272F1F69-A0E6-4843-8C90-9D26C2D0C884}" dt="2026-02-03T17:21:08.564" v="33" actId="47"/>
        <pc:sldMkLst>
          <pc:docMk/>
          <pc:sldMk cId="0" sldId="265"/>
        </pc:sldMkLst>
      </pc:sldChg>
      <pc:sldChg chg="del">
        <pc:chgData name="Felix Jenft" userId="4b2450348b669a30" providerId="LiveId" clId="{272F1F69-A0E6-4843-8C90-9D26C2D0C884}" dt="2026-02-03T17:21:08.699" v="34" actId="47"/>
        <pc:sldMkLst>
          <pc:docMk/>
          <pc:sldMk cId="1682529079" sldId="274"/>
        </pc:sldMkLst>
      </pc:sldChg>
      <pc:sldChg chg="del">
        <pc:chgData name="Felix Jenft" userId="4b2450348b669a30" providerId="LiveId" clId="{272F1F69-A0E6-4843-8C90-9D26C2D0C884}" dt="2026-02-03T17:21:03.136" v="9" actId="47"/>
        <pc:sldMkLst>
          <pc:docMk/>
          <pc:sldMk cId="2691468695" sldId="417"/>
        </pc:sldMkLst>
      </pc:sldChg>
      <pc:sldChg chg="del">
        <pc:chgData name="Felix Jenft" userId="4b2450348b669a30" providerId="LiveId" clId="{272F1F69-A0E6-4843-8C90-9D26C2D0C884}" dt="2026-02-03T17:21:03.496" v="11" actId="47"/>
        <pc:sldMkLst>
          <pc:docMk/>
          <pc:sldMk cId="2817009710" sldId="418"/>
        </pc:sldMkLst>
      </pc:sldChg>
      <pc:sldChg chg="del">
        <pc:chgData name="Felix Jenft" userId="4b2450348b669a30" providerId="LiveId" clId="{272F1F69-A0E6-4843-8C90-9D26C2D0C884}" dt="2026-02-03T17:21:04.679" v="16" actId="47"/>
        <pc:sldMkLst>
          <pc:docMk/>
          <pc:sldMk cId="4136267327" sldId="438"/>
        </pc:sldMkLst>
      </pc:sldChg>
      <pc:sldChg chg="del">
        <pc:chgData name="Felix Jenft" userId="4b2450348b669a30" providerId="LiveId" clId="{272F1F69-A0E6-4843-8C90-9D26C2D0C884}" dt="2026-02-03T17:21:01.815" v="2" actId="47"/>
        <pc:sldMkLst>
          <pc:docMk/>
          <pc:sldMk cId="2406367876" sldId="444"/>
        </pc:sldMkLst>
      </pc:sldChg>
      <pc:sldChg chg="del">
        <pc:chgData name="Felix Jenft" userId="4b2450348b669a30" providerId="LiveId" clId="{272F1F69-A0E6-4843-8C90-9D26C2D0C884}" dt="2026-02-03T17:21:05.479" v="19" actId="47"/>
        <pc:sldMkLst>
          <pc:docMk/>
          <pc:sldMk cId="3943304921" sldId="485"/>
        </pc:sldMkLst>
      </pc:sldChg>
      <pc:sldChg chg="del">
        <pc:chgData name="Felix Jenft" userId="4b2450348b669a30" providerId="LiveId" clId="{272F1F69-A0E6-4843-8C90-9D26C2D0C884}" dt="2026-02-03T17:21:01.051" v="0" actId="47"/>
        <pc:sldMkLst>
          <pc:docMk/>
          <pc:sldMk cId="0" sldId="495"/>
        </pc:sldMkLst>
      </pc:sldChg>
      <pc:sldChg chg="del">
        <pc:chgData name="Felix Jenft" userId="4b2450348b669a30" providerId="LiveId" clId="{272F1F69-A0E6-4843-8C90-9D26C2D0C884}" dt="2026-02-03T17:21:01.528" v="1" actId="47"/>
        <pc:sldMkLst>
          <pc:docMk/>
          <pc:sldMk cId="4254683190" sldId="496"/>
        </pc:sldMkLst>
      </pc:sldChg>
      <pc:sldChg chg="del">
        <pc:chgData name="Felix Jenft" userId="4b2450348b669a30" providerId="LiveId" clId="{272F1F69-A0E6-4843-8C90-9D26C2D0C884}" dt="2026-02-03T17:21:02.032" v="3" actId="47"/>
        <pc:sldMkLst>
          <pc:docMk/>
          <pc:sldMk cId="0" sldId="497"/>
        </pc:sldMkLst>
      </pc:sldChg>
      <pc:sldChg chg="del">
        <pc:chgData name="Felix Jenft" userId="4b2450348b669a30" providerId="LiveId" clId="{272F1F69-A0E6-4843-8C90-9D26C2D0C884}" dt="2026-02-03T17:21:02.248" v="4" actId="47"/>
        <pc:sldMkLst>
          <pc:docMk/>
          <pc:sldMk cId="3430751956" sldId="499"/>
        </pc:sldMkLst>
      </pc:sldChg>
      <pc:sldChg chg="del">
        <pc:chgData name="Felix Jenft" userId="4b2450348b669a30" providerId="LiveId" clId="{272F1F69-A0E6-4843-8C90-9D26C2D0C884}" dt="2026-02-03T17:21:04.147" v="13" actId="47"/>
        <pc:sldMkLst>
          <pc:docMk/>
          <pc:sldMk cId="3675271635" sldId="502"/>
        </pc:sldMkLst>
      </pc:sldChg>
      <pc:sldChg chg="del">
        <pc:chgData name="Felix Jenft" userId="4b2450348b669a30" providerId="LiveId" clId="{272F1F69-A0E6-4843-8C90-9D26C2D0C884}" dt="2026-02-03T17:21:04.262" v="14" actId="47"/>
        <pc:sldMkLst>
          <pc:docMk/>
          <pc:sldMk cId="2746189841" sldId="503"/>
        </pc:sldMkLst>
      </pc:sldChg>
      <pc:sldChg chg="del">
        <pc:chgData name="Felix Jenft" userId="4b2450348b669a30" providerId="LiveId" clId="{272F1F69-A0E6-4843-8C90-9D26C2D0C884}" dt="2026-02-03T17:21:04.477" v="15" actId="47"/>
        <pc:sldMkLst>
          <pc:docMk/>
          <pc:sldMk cId="870429414" sldId="504"/>
        </pc:sldMkLst>
      </pc:sldChg>
      <pc:sldChg chg="del">
        <pc:chgData name="Felix Jenft" userId="4b2450348b669a30" providerId="LiveId" clId="{272F1F69-A0E6-4843-8C90-9D26C2D0C884}" dt="2026-02-03T17:21:05.295" v="18" actId="47"/>
        <pc:sldMkLst>
          <pc:docMk/>
          <pc:sldMk cId="561201129" sldId="505"/>
        </pc:sldMkLst>
      </pc:sldChg>
      <pc:sldChg chg="del">
        <pc:chgData name="Felix Jenft" userId="4b2450348b669a30" providerId="LiveId" clId="{272F1F69-A0E6-4843-8C90-9D26C2D0C884}" dt="2026-02-03T17:21:05.657" v="20" actId="47"/>
        <pc:sldMkLst>
          <pc:docMk/>
          <pc:sldMk cId="462073144" sldId="507"/>
        </pc:sldMkLst>
      </pc:sldChg>
      <pc:sldChg chg="del">
        <pc:chgData name="Felix Jenft" userId="4b2450348b669a30" providerId="LiveId" clId="{272F1F69-A0E6-4843-8C90-9D26C2D0C884}" dt="2026-02-03T17:21:03.331" v="10" actId="47"/>
        <pc:sldMkLst>
          <pc:docMk/>
          <pc:sldMk cId="1030539934" sldId="508"/>
        </pc:sldMkLst>
      </pc:sldChg>
      <pc:sldChg chg="del">
        <pc:chgData name="Felix Jenft" userId="4b2450348b669a30" providerId="LiveId" clId="{272F1F69-A0E6-4843-8C90-9D26C2D0C884}" dt="2026-02-03T17:21:02.477" v="5" actId="47"/>
        <pc:sldMkLst>
          <pc:docMk/>
          <pc:sldMk cId="3935700383" sldId="509"/>
        </pc:sldMkLst>
      </pc:sldChg>
      <pc:sldChg chg="del">
        <pc:chgData name="Felix Jenft" userId="4b2450348b669a30" providerId="LiveId" clId="{272F1F69-A0E6-4843-8C90-9D26C2D0C884}" dt="2026-02-03T17:21:02.912" v="7" actId="47"/>
        <pc:sldMkLst>
          <pc:docMk/>
          <pc:sldMk cId="1953981087" sldId="510"/>
        </pc:sldMkLst>
      </pc:sldChg>
      <pc:sldChg chg="del">
        <pc:chgData name="Felix Jenft" userId="4b2450348b669a30" providerId="LiveId" clId="{272F1F69-A0E6-4843-8C90-9D26C2D0C884}" dt="2026-02-03T17:21:03.703" v="12" actId="47"/>
        <pc:sldMkLst>
          <pc:docMk/>
          <pc:sldMk cId="1338878870" sldId="512"/>
        </pc:sldMkLst>
      </pc:sldChg>
      <pc:sldChg chg="del">
        <pc:chgData name="Felix Jenft" userId="4b2450348b669a30" providerId="LiveId" clId="{272F1F69-A0E6-4843-8C90-9D26C2D0C884}" dt="2026-02-03T17:21:05.795" v="21" actId="47"/>
        <pc:sldMkLst>
          <pc:docMk/>
          <pc:sldMk cId="1459893453" sldId="514"/>
        </pc:sldMkLst>
      </pc:sldChg>
      <pc:sldChg chg="del">
        <pc:chgData name="Felix Jenft" userId="4b2450348b669a30" providerId="LiveId" clId="{272F1F69-A0E6-4843-8C90-9D26C2D0C884}" dt="2026-02-03T17:21:06.017" v="22" actId="47"/>
        <pc:sldMkLst>
          <pc:docMk/>
          <pc:sldMk cId="3333636340" sldId="515"/>
        </pc:sldMkLst>
      </pc:sldChg>
      <pc:sldChg chg="del">
        <pc:chgData name="Felix Jenft" userId="4b2450348b669a30" providerId="LiveId" clId="{272F1F69-A0E6-4843-8C90-9D26C2D0C884}" dt="2026-02-03T17:21:02.829" v="6" actId="47"/>
        <pc:sldMkLst>
          <pc:docMk/>
          <pc:sldMk cId="1172031927" sldId="516"/>
        </pc:sldMkLst>
      </pc:sldChg>
      <pc:sldChg chg="del">
        <pc:chgData name="Felix Jenft" userId="4b2450348b669a30" providerId="LiveId" clId="{272F1F69-A0E6-4843-8C90-9D26C2D0C884}" dt="2026-02-03T17:21:06.230" v="23" actId="47"/>
        <pc:sldMkLst>
          <pc:docMk/>
          <pc:sldMk cId="2507151513" sldId="879"/>
        </pc:sldMkLst>
      </pc:sldChg>
      <pc:sldChg chg="del">
        <pc:chgData name="Felix Jenft" userId="4b2450348b669a30" providerId="LiveId" clId="{272F1F69-A0E6-4843-8C90-9D26C2D0C884}" dt="2026-02-03T17:21:04.878" v="17" actId="47"/>
        <pc:sldMkLst>
          <pc:docMk/>
          <pc:sldMk cId="1802252603" sldId="881"/>
        </pc:sldMkLst>
      </pc:sldChg>
      <pc:sldChg chg="del">
        <pc:chgData name="Felix Jenft" userId="4b2450348b669a30" providerId="LiveId" clId="{272F1F69-A0E6-4843-8C90-9D26C2D0C884}" dt="2026-02-03T17:21:02.945" v="8" actId="47"/>
        <pc:sldMkLst>
          <pc:docMk/>
          <pc:sldMk cId="3636698066" sldId="882"/>
        </pc:sldMkLst>
      </pc:sldChg>
      <pc:sldMasterChg chg="del delSldLayout">
        <pc:chgData name="Felix Jenft" userId="4b2450348b669a30" providerId="LiveId" clId="{272F1F69-A0E6-4843-8C90-9D26C2D0C884}" dt="2026-02-03T17:21:08.564" v="33" actId="47"/>
        <pc:sldMasterMkLst>
          <pc:docMk/>
          <pc:sldMasterMk cId="1285878651" sldId="2147483667"/>
        </pc:sldMasterMkLst>
        <pc:sldLayoutChg chg="del">
          <pc:chgData name="Felix Jenft" userId="4b2450348b669a30" providerId="LiveId" clId="{272F1F69-A0E6-4843-8C90-9D26C2D0C884}" dt="2026-02-03T17:21:08.564" v="33" actId="47"/>
          <pc:sldLayoutMkLst>
            <pc:docMk/>
            <pc:sldMasterMk cId="1285878651" sldId="2147483667"/>
            <pc:sldLayoutMk cId="2502087670" sldId="2147483668"/>
          </pc:sldLayoutMkLst>
        </pc:sldLayoutChg>
        <pc:sldLayoutChg chg="del">
          <pc:chgData name="Felix Jenft" userId="4b2450348b669a30" providerId="LiveId" clId="{272F1F69-A0E6-4843-8C90-9D26C2D0C884}" dt="2026-02-03T17:21:08.564" v="33" actId="47"/>
          <pc:sldLayoutMkLst>
            <pc:docMk/>
            <pc:sldMasterMk cId="1285878651" sldId="2147483667"/>
            <pc:sldLayoutMk cId="987831457" sldId="2147483669"/>
          </pc:sldLayoutMkLst>
        </pc:sldLayoutChg>
        <pc:sldLayoutChg chg="del">
          <pc:chgData name="Felix Jenft" userId="4b2450348b669a30" providerId="LiveId" clId="{272F1F69-A0E6-4843-8C90-9D26C2D0C884}" dt="2026-02-03T17:21:08.564" v="33" actId="47"/>
          <pc:sldLayoutMkLst>
            <pc:docMk/>
            <pc:sldMasterMk cId="1285878651" sldId="2147483667"/>
            <pc:sldLayoutMk cId="3947162882" sldId="2147483670"/>
          </pc:sldLayoutMkLst>
        </pc:sldLayoutChg>
        <pc:sldLayoutChg chg="del">
          <pc:chgData name="Felix Jenft" userId="4b2450348b669a30" providerId="LiveId" clId="{272F1F69-A0E6-4843-8C90-9D26C2D0C884}" dt="2026-02-03T17:21:08.564" v="33" actId="47"/>
          <pc:sldLayoutMkLst>
            <pc:docMk/>
            <pc:sldMasterMk cId="1285878651" sldId="2147483667"/>
            <pc:sldLayoutMk cId="1846658981" sldId="2147483671"/>
          </pc:sldLayoutMkLst>
        </pc:sldLayoutChg>
        <pc:sldLayoutChg chg="del">
          <pc:chgData name="Felix Jenft" userId="4b2450348b669a30" providerId="LiveId" clId="{272F1F69-A0E6-4843-8C90-9D26C2D0C884}" dt="2026-02-03T17:21:08.564" v="33" actId="47"/>
          <pc:sldLayoutMkLst>
            <pc:docMk/>
            <pc:sldMasterMk cId="1285878651" sldId="2147483667"/>
            <pc:sldLayoutMk cId="483284765" sldId="2147483672"/>
          </pc:sldLayoutMkLst>
        </pc:sldLayoutChg>
        <pc:sldLayoutChg chg="del">
          <pc:chgData name="Felix Jenft" userId="4b2450348b669a30" providerId="LiveId" clId="{272F1F69-A0E6-4843-8C90-9D26C2D0C884}" dt="2026-02-03T17:21:08.564" v="33" actId="47"/>
          <pc:sldLayoutMkLst>
            <pc:docMk/>
            <pc:sldMasterMk cId="1285878651" sldId="2147483667"/>
            <pc:sldLayoutMk cId="2933967985" sldId="2147483673"/>
          </pc:sldLayoutMkLst>
        </pc:sldLayoutChg>
        <pc:sldLayoutChg chg="del">
          <pc:chgData name="Felix Jenft" userId="4b2450348b669a30" providerId="LiveId" clId="{272F1F69-A0E6-4843-8C90-9D26C2D0C884}" dt="2026-02-03T17:21:08.564" v="33" actId="47"/>
          <pc:sldLayoutMkLst>
            <pc:docMk/>
            <pc:sldMasterMk cId="1285878651" sldId="2147483667"/>
            <pc:sldLayoutMk cId="3970282020" sldId="2147483674"/>
          </pc:sldLayoutMkLst>
        </pc:sldLayoutChg>
      </pc:sldMasterChg>
      <pc:sldMasterChg chg="del delSldLayout">
        <pc:chgData name="Felix Jenft" userId="4b2450348b669a30" providerId="LiveId" clId="{272F1F69-A0E6-4843-8C90-9D26C2D0C884}" dt="2026-02-03T17:21:07.247" v="27" actId="47"/>
        <pc:sldMasterMkLst>
          <pc:docMk/>
          <pc:sldMasterMk cId="2599034958" sldId="2147483675"/>
        </pc:sldMasterMkLst>
        <pc:sldLayoutChg chg="del">
          <pc:chgData name="Felix Jenft" userId="4b2450348b669a30" providerId="LiveId" clId="{272F1F69-A0E6-4843-8C90-9D26C2D0C884}" dt="2026-02-03T17:21:07.247" v="27" actId="47"/>
          <pc:sldLayoutMkLst>
            <pc:docMk/>
            <pc:sldMasterMk cId="2599034958" sldId="2147483675"/>
            <pc:sldLayoutMk cId="3750225318" sldId="2147483676"/>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8C34C3C-8E45-3949-F968-75AEE216FDD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a:p>
        </p:txBody>
      </p:sp>
      <p:sp>
        <p:nvSpPr>
          <p:cNvPr id="3" name="Date Placeholder 2">
            <a:extLst>
              <a:ext uri="{FF2B5EF4-FFF2-40B4-BE49-F238E27FC236}">
                <a16:creationId xmlns:a16="http://schemas.microsoft.com/office/drawing/2014/main" id="{DB75AAE9-E144-13D6-AD02-84FDE732B8E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943C4D4-2A2C-4C36-A63D-F5A238083262}" type="datetimeFigureOut">
              <a:rPr lang="en-ZA" smtClean="0"/>
              <a:t>2026/02/03</a:t>
            </a:fld>
            <a:endParaRPr lang="en-ZA"/>
          </a:p>
        </p:txBody>
      </p:sp>
      <p:sp>
        <p:nvSpPr>
          <p:cNvPr id="4" name="Footer Placeholder 3">
            <a:extLst>
              <a:ext uri="{FF2B5EF4-FFF2-40B4-BE49-F238E27FC236}">
                <a16:creationId xmlns:a16="http://schemas.microsoft.com/office/drawing/2014/main" id="{55043CBA-CA45-9E4E-2679-A62CF93B246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a:p>
        </p:txBody>
      </p:sp>
      <p:sp>
        <p:nvSpPr>
          <p:cNvPr id="5" name="Slide Number Placeholder 4">
            <a:extLst>
              <a:ext uri="{FF2B5EF4-FFF2-40B4-BE49-F238E27FC236}">
                <a16:creationId xmlns:a16="http://schemas.microsoft.com/office/drawing/2014/main" id="{F52B4450-CB82-6BBD-40DA-E28639CF98F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87CC300-96AD-4CBA-80A8-F46569318C40}" type="slidenum">
              <a:rPr lang="en-ZA" smtClean="0"/>
              <a:t>‹N°›</a:t>
            </a:fld>
            <a:endParaRPr lang="en-ZA"/>
          </a:p>
        </p:txBody>
      </p:sp>
    </p:spTree>
    <p:extLst>
      <p:ext uri="{BB962C8B-B14F-4D97-AF65-F5344CB8AC3E}">
        <p14:creationId xmlns:p14="http://schemas.microsoft.com/office/powerpoint/2010/main" val="2084183756"/>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A416F2-CC46-4CDE-B7FD-D4C79C7B12F4}" type="datetimeFigureOut">
              <a:rPr lang="en-ZA" smtClean="0"/>
              <a:t>2026/02/03</a:t>
            </a:fld>
            <a:endParaRPr lang="en-Z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F030DDB-4B5C-4699-98BA-509CAB9E0A5E}" type="slidenum">
              <a:rPr lang="en-ZA" smtClean="0"/>
              <a:t>‹N°›</a:t>
            </a:fld>
            <a:endParaRPr lang="en-ZA"/>
          </a:p>
        </p:txBody>
      </p:sp>
    </p:spTree>
    <p:extLst>
      <p:ext uri="{BB962C8B-B14F-4D97-AF65-F5344CB8AC3E}">
        <p14:creationId xmlns:p14="http://schemas.microsoft.com/office/powerpoint/2010/main" val="229527407"/>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1_Normal Slide">
    <p:spTree>
      <p:nvGrpSpPr>
        <p:cNvPr id="1" name=""/>
        <p:cNvGrpSpPr/>
        <p:nvPr/>
      </p:nvGrpSpPr>
      <p:grpSpPr>
        <a:xfrm>
          <a:off x="0" y="0"/>
          <a:ext cx="0" cy="0"/>
          <a:chOff x="0" y="0"/>
          <a:chExt cx="0" cy="0"/>
        </a:xfrm>
      </p:grpSpPr>
      <p:sp>
        <p:nvSpPr>
          <p:cNvPr id="6" name="TextBox 4">
            <a:extLst>
              <a:ext uri="{FF2B5EF4-FFF2-40B4-BE49-F238E27FC236}">
                <a16:creationId xmlns:a16="http://schemas.microsoft.com/office/drawing/2014/main" id="{6CEE4A5E-D3F8-7899-7258-68A2F8C66D89}"/>
              </a:ext>
            </a:extLst>
          </p:cNvPr>
          <p:cNvSpPr txBox="1"/>
          <p:nvPr userDrawn="1"/>
        </p:nvSpPr>
        <p:spPr>
          <a:xfrm>
            <a:off x="-1" y="-62702"/>
            <a:ext cx="2490668" cy="1440719"/>
          </a:xfrm>
          <a:prstGeom prst="rect">
            <a:avLst/>
          </a:prstGeom>
        </p:spPr>
        <p:txBody>
          <a:bodyPr lIns="50800" tIns="50800" rIns="50800" bIns="50800" rtlCol="0" anchor="ctr"/>
          <a:lstStyle/>
          <a:p>
            <a:pPr algn="ctr">
              <a:lnSpc>
                <a:spcPts val="2520"/>
              </a:lnSpc>
            </a:pPr>
            <a:endParaRPr/>
          </a:p>
        </p:txBody>
      </p:sp>
      <p:sp>
        <p:nvSpPr>
          <p:cNvPr id="28" name="Slide Number Placeholder 2">
            <a:extLst>
              <a:ext uri="{FF2B5EF4-FFF2-40B4-BE49-F238E27FC236}">
                <a16:creationId xmlns:a16="http://schemas.microsoft.com/office/drawing/2014/main" id="{A500EA2C-04C9-A5E5-F746-8596ED781C3E}"/>
              </a:ext>
            </a:extLst>
          </p:cNvPr>
          <p:cNvSpPr txBox="1">
            <a:spLocks/>
          </p:cNvSpPr>
          <p:nvPr userDrawn="1"/>
        </p:nvSpPr>
        <p:spPr>
          <a:xfrm>
            <a:off x="609599" y="9751602"/>
            <a:ext cx="3991429"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solidFill>
                <a:latin typeface="Alata"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solidFill>
                  <a:schemeClr val="bg1"/>
                </a:solidFill>
                <a:latin typeface="Arial" panose="020B0604020202020204" pitchFamily="34" charset="0"/>
                <a:ea typeface="Verdana" panose="020B0604030504040204" pitchFamily="34" charset="0"/>
                <a:cs typeface="Arial" panose="020B0604020202020204" pitchFamily="34" charset="0"/>
              </a:rPr>
              <a:pPr/>
              <a:t>‹N°›</a:t>
            </a:fld>
            <a:r>
              <a:rPr lang="en-US">
                <a:solidFill>
                  <a:schemeClr val="bg1"/>
                </a:solidFill>
                <a:latin typeface="Arial" panose="020B0604020202020204" pitchFamily="34" charset="0"/>
                <a:ea typeface="Verdana" panose="020B0604030504040204" pitchFamily="34" charset="0"/>
                <a:cs typeface="Arial" panose="020B0604020202020204" pitchFamily="34" charset="0"/>
              </a:rPr>
              <a:t> © 2025 AIRE Consulting. All rights reserved</a:t>
            </a:r>
            <a:r>
              <a:rPr lang="en-US">
                <a:latin typeface="Arial" panose="020B0604020202020204" pitchFamily="34" charset="0"/>
                <a:ea typeface="Verdana" panose="020B0604030504040204" pitchFamily="34" charset="0"/>
                <a:cs typeface="Arial" panose="020B0604020202020204" pitchFamily="34" charset="0"/>
              </a:rPr>
              <a:t>.</a:t>
            </a:r>
          </a:p>
        </p:txBody>
      </p:sp>
      <p:pic>
        <p:nvPicPr>
          <p:cNvPr id="3" name="Picture 2" descr="A city with many buildings and trees&#10;&#10;AI-generated content may be incorrect.">
            <a:extLst>
              <a:ext uri="{FF2B5EF4-FFF2-40B4-BE49-F238E27FC236}">
                <a16:creationId xmlns:a16="http://schemas.microsoft.com/office/drawing/2014/main" id="{26D49980-4AC0-9860-AAEB-1FD412A4775B}"/>
              </a:ext>
            </a:extLst>
          </p:cNvPr>
          <p:cNvPicPr>
            <a:picLocks noChangeAspect="1"/>
          </p:cNvPicPr>
          <p:nvPr userDrawn="1"/>
        </p:nvPicPr>
        <p:blipFill>
          <a:blip r:embed="rId2">
            <a:extLst>
              <a:ext uri="{28A0092B-C50C-407E-A947-70E740481C1C}">
                <a14:useLocalDpi xmlns:a14="http://schemas.microsoft.com/office/drawing/2010/main" val="0"/>
              </a:ext>
            </a:extLst>
          </a:blip>
          <a:srcRect l="43132"/>
          <a:stretch/>
        </p:blipFill>
        <p:spPr>
          <a:xfrm>
            <a:off x="-1" y="0"/>
            <a:ext cx="18288001" cy="11201400"/>
          </a:xfrm>
          <a:prstGeom prst="rect">
            <a:avLst/>
          </a:prstGeom>
        </p:spPr>
      </p:pic>
      <p:sp>
        <p:nvSpPr>
          <p:cNvPr id="7" name="AutoShape 10">
            <a:extLst>
              <a:ext uri="{FF2B5EF4-FFF2-40B4-BE49-F238E27FC236}">
                <a16:creationId xmlns:a16="http://schemas.microsoft.com/office/drawing/2014/main" id="{91673A4C-9DA1-0853-B023-254DF547353D}"/>
              </a:ext>
            </a:extLst>
          </p:cNvPr>
          <p:cNvSpPr/>
          <p:nvPr userDrawn="1"/>
        </p:nvSpPr>
        <p:spPr>
          <a:xfrm>
            <a:off x="1028700" y="3683091"/>
            <a:ext cx="2261045" cy="0"/>
          </a:xfrm>
          <a:prstGeom prst="line">
            <a:avLst/>
          </a:prstGeom>
          <a:ln w="104775" cap="rnd">
            <a:solidFill>
              <a:srgbClr val="E2A300"/>
            </a:solidFill>
            <a:prstDash val="solid"/>
            <a:headEnd type="none" w="sm" len="sm"/>
            <a:tailEnd type="none" w="sm" len="sm"/>
          </a:ln>
        </p:spPr>
        <p:txBody>
          <a:bodyPr/>
          <a:lstStyle/>
          <a:p>
            <a:endParaRPr lang="en-ZA"/>
          </a:p>
        </p:txBody>
      </p:sp>
      <p:pic>
        <p:nvPicPr>
          <p:cNvPr id="8" name="Picture 7">
            <a:extLst>
              <a:ext uri="{FF2B5EF4-FFF2-40B4-BE49-F238E27FC236}">
                <a16:creationId xmlns:a16="http://schemas.microsoft.com/office/drawing/2014/main" id="{E0F51B3C-468B-30AD-833F-18F9C33818B9}"/>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1028700" y="9093226"/>
            <a:ext cx="3086702" cy="1002443"/>
          </a:xfrm>
          <a:prstGeom prst="rect">
            <a:avLst/>
          </a:prstGeom>
        </p:spPr>
      </p:pic>
    </p:spTree>
    <p:extLst>
      <p:ext uri="{BB962C8B-B14F-4D97-AF65-F5344CB8AC3E}">
        <p14:creationId xmlns:p14="http://schemas.microsoft.com/office/powerpoint/2010/main" val="2037267148"/>
      </p:ext>
    </p:extLst>
  </p:cSld>
  <p:clrMapOvr>
    <a:masterClrMapping/>
  </p:clrMapOvr>
  <p:extLst>
    <p:ext uri="{DCECCB84-F9BA-43D5-87BE-67443E8EF086}">
      <p15:sldGuideLst xmlns:p15="http://schemas.microsoft.com/office/powerpoint/2012/main">
        <p15:guide id="1" orient="horz" pos="3240" userDrawn="1">
          <p15:clr>
            <a:srgbClr val="FBAE40"/>
          </p15:clr>
        </p15:guide>
        <p15:guide id="2" pos="576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TOC">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457200" y="9599202"/>
            <a:ext cx="3733800" cy="365125"/>
          </a:xfrm>
        </p:spPr>
        <p:txBody>
          <a:bodyPr/>
          <a:lstStyle>
            <a:lvl1pPr algn="l">
              <a:defRPr>
                <a:solidFill>
                  <a:schemeClr val="tx1"/>
                </a:solidFill>
                <a:latin typeface="Alata" panose="00000500000000000000" pitchFamily="2" charset="0"/>
              </a:defRPr>
            </a:lvl1pPr>
          </a:lstStyle>
          <a:p>
            <a:fld id="{B6F15528-21DE-4FAA-801E-634DDDAF4B2B}" type="slidenum">
              <a:rPr lang="en-US" smtClean="0"/>
              <a:pPr/>
              <a:t>‹N°›</a:t>
            </a:fld>
            <a:r>
              <a:rPr lang="en-US"/>
              <a:t> © 2025 AIRE Consulting. All rights reserved.</a:t>
            </a:r>
          </a:p>
        </p:txBody>
      </p:sp>
      <p:sp>
        <p:nvSpPr>
          <p:cNvPr id="6" name="TextBox 4">
            <a:extLst>
              <a:ext uri="{FF2B5EF4-FFF2-40B4-BE49-F238E27FC236}">
                <a16:creationId xmlns:a16="http://schemas.microsoft.com/office/drawing/2014/main" id="{6CEE4A5E-D3F8-7899-7258-68A2F8C66D89}"/>
              </a:ext>
            </a:extLst>
          </p:cNvPr>
          <p:cNvSpPr txBox="1"/>
          <p:nvPr userDrawn="1"/>
        </p:nvSpPr>
        <p:spPr>
          <a:xfrm>
            <a:off x="-1" y="-62702"/>
            <a:ext cx="2490668" cy="1440719"/>
          </a:xfrm>
          <a:prstGeom prst="rect">
            <a:avLst/>
          </a:prstGeom>
        </p:spPr>
        <p:txBody>
          <a:bodyPr lIns="50800" tIns="50800" rIns="50800" bIns="50800" rtlCol="0" anchor="ctr"/>
          <a:lstStyle/>
          <a:p>
            <a:pPr algn="ctr">
              <a:lnSpc>
                <a:spcPts val="2520"/>
              </a:lnSpc>
            </a:pPr>
            <a:endParaRPr/>
          </a:p>
        </p:txBody>
      </p:sp>
      <p:sp>
        <p:nvSpPr>
          <p:cNvPr id="11" name="Slide Number Placeholder 2">
            <a:extLst>
              <a:ext uri="{FF2B5EF4-FFF2-40B4-BE49-F238E27FC236}">
                <a16:creationId xmlns:a16="http://schemas.microsoft.com/office/drawing/2014/main" id="{DE7821DE-8483-DE0D-599C-0B25215C92AF}"/>
              </a:ext>
            </a:extLst>
          </p:cNvPr>
          <p:cNvSpPr txBox="1">
            <a:spLocks/>
          </p:cNvSpPr>
          <p:nvPr userDrawn="1"/>
        </p:nvSpPr>
        <p:spPr>
          <a:xfrm>
            <a:off x="609599" y="9751602"/>
            <a:ext cx="3991429"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solidFill>
                <a:latin typeface="Alata"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solidFill>
                  <a:schemeClr val="bg1"/>
                </a:solidFill>
                <a:latin typeface="Arial" panose="020B0604020202020204" pitchFamily="34" charset="0"/>
                <a:ea typeface="Verdana" panose="020B0604030504040204" pitchFamily="34" charset="0"/>
                <a:cs typeface="Arial" panose="020B0604020202020204" pitchFamily="34" charset="0"/>
              </a:rPr>
              <a:pPr/>
              <a:t>‹N°›</a:t>
            </a:fld>
            <a:r>
              <a:rPr lang="en-US">
                <a:solidFill>
                  <a:schemeClr val="bg1"/>
                </a:solidFill>
                <a:latin typeface="Arial" panose="020B0604020202020204" pitchFamily="34" charset="0"/>
                <a:ea typeface="Verdana" panose="020B0604030504040204" pitchFamily="34" charset="0"/>
                <a:cs typeface="Arial" panose="020B0604020202020204" pitchFamily="34" charset="0"/>
              </a:rPr>
              <a:t> © 2025 AIRE Consulting. All rights reserved</a:t>
            </a:r>
            <a:r>
              <a:rPr lang="en-US">
                <a:latin typeface="Arial" panose="020B0604020202020204" pitchFamily="34" charset="0"/>
                <a:ea typeface="Verdana" panose="020B0604030504040204" pitchFamily="34" charset="0"/>
                <a:cs typeface="Arial" panose="020B0604020202020204" pitchFamily="34" charset="0"/>
              </a:rPr>
              <a:t>.</a:t>
            </a:r>
          </a:p>
        </p:txBody>
      </p:sp>
      <p:grpSp>
        <p:nvGrpSpPr>
          <p:cNvPr id="23" name="Group 2">
            <a:extLst>
              <a:ext uri="{FF2B5EF4-FFF2-40B4-BE49-F238E27FC236}">
                <a16:creationId xmlns:a16="http://schemas.microsoft.com/office/drawing/2014/main" id="{C6439996-D754-31E0-9DDD-55F41C3DAF0E}"/>
              </a:ext>
            </a:extLst>
          </p:cNvPr>
          <p:cNvGrpSpPr/>
          <p:nvPr userDrawn="1"/>
        </p:nvGrpSpPr>
        <p:grpSpPr>
          <a:xfrm>
            <a:off x="0" y="6939924"/>
            <a:ext cx="18288000" cy="3347076"/>
            <a:chOff x="0" y="0"/>
            <a:chExt cx="9817271" cy="1796760"/>
          </a:xfrm>
          <a:solidFill>
            <a:srgbClr val="234874"/>
          </a:solidFill>
        </p:grpSpPr>
        <p:sp>
          <p:nvSpPr>
            <p:cNvPr id="24" name="Freeform 3">
              <a:extLst>
                <a:ext uri="{FF2B5EF4-FFF2-40B4-BE49-F238E27FC236}">
                  <a16:creationId xmlns:a16="http://schemas.microsoft.com/office/drawing/2014/main" id="{D22A2343-B051-00E1-4586-8A3182D4A3AA}"/>
                </a:ext>
              </a:extLst>
            </p:cNvPr>
            <p:cNvSpPr/>
            <p:nvPr/>
          </p:nvSpPr>
          <p:spPr>
            <a:xfrm>
              <a:off x="0" y="0"/>
              <a:ext cx="9817271" cy="1796760"/>
            </a:xfrm>
            <a:custGeom>
              <a:avLst/>
              <a:gdLst/>
              <a:ahLst/>
              <a:cxnLst/>
              <a:rect l="l" t="t" r="r" b="b"/>
              <a:pathLst>
                <a:path w="9817271" h="1796760">
                  <a:moveTo>
                    <a:pt x="0" y="0"/>
                  </a:moveTo>
                  <a:lnTo>
                    <a:pt x="9817271" y="0"/>
                  </a:lnTo>
                  <a:lnTo>
                    <a:pt x="9817271" y="1796760"/>
                  </a:lnTo>
                  <a:lnTo>
                    <a:pt x="0" y="1796760"/>
                  </a:lnTo>
                  <a:close/>
                </a:path>
              </a:pathLst>
            </a:custGeom>
            <a:grpFill/>
          </p:spPr>
          <p:txBody>
            <a:bodyPr/>
            <a:lstStyle/>
            <a:p>
              <a:endParaRPr lang="en-ZA"/>
            </a:p>
          </p:txBody>
        </p:sp>
        <p:sp>
          <p:nvSpPr>
            <p:cNvPr id="25" name="TextBox 4">
              <a:extLst>
                <a:ext uri="{FF2B5EF4-FFF2-40B4-BE49-F238E27FC236}">
                  <a16:creationId xmlns:a16="http://schemas.microsoft.com/office/drawing/2014/main" id="{32BC72A0-DD17-FAF6-F648-861515357DA9}"/>
                </a:ext>
              </a:extLst>
            </p:cNvPr>
            <p:cNvSpPr txBox="1"/>
            <p:nvPr/>
          </p:nvSpPr>
          <p:spPr>
            <a:xfrm>
              <a:off x="0" y="-38100"/>
              <a:ext cx="812800" cy="850900"/>
            </a:xfrm>
            <a:prstGeom prst="rect">
              <a:avLst/>
            </a:prstGeom>
            <a:grpFill/>
          </p:spPr>
          <p:txBody>
            <a:bodyPr lIns="50800" tIns="50800" rIns="50800" bIns="50800" rtlCol="0" anchor="ctr"/>
            <a:lstStyle/>
            <a:p>
              <a:pPr algn="ctr">
                <a:lnSpc>
                  <a:spcPts val="2520"/>
                </a:lnSpc>
              </a:pPr>
              <a:endParaRPr/>
            </a:p>
          </p:txBody>
        </p:sp>
      </p:grpSp>
      <p:sp>
        <p:nvSpPr>
          <p:cNvPr id="27" name="TextBox 23">
            <a:extLst>
              <a:ext uri="{FF2B5EF4-FFF2-40B4-BE49-F238E27FC236}">
                <a16:creationId xmlns:a16="http://schemas.microsoft.com/office/drawing/2014/main" id="{2D3C4A63-1075-B978-17B1-03087E5E690F}"/>
              </a:ext>
            </a:extLst>
          </p:cNvPr>
          <p:cNvSpPr txBox="1"/>
          <p:nvPr userDrawn="1"/>
        </p:nvSpPr>
        <p:spPr>
          <a:xfrm>
            <a:off x="1028700" y="1387740"/>
            <a:ext cx="6398735" cy="2693045"/>
          </a:xfrm>
          <a:prstGeom prst="rect">
            <a:avLst/>
          </a:prstGeom>
        </p:spPr>
        <p:txBody>
          <a:bodyPr lIns="0" tIns="0" rIns="0" bIns="0" rtlCol="0" anchor="t">
            <a:spAutoFit/>
          </a:bodyPr>
          <a:lstStyle/>
          <a:p>
            <a:pPr>
              <a:lnSpc>
                <a:spcPts val="10528"/>
              </a:lnSpc>
            </a:pPr>
            <a:r>
              <a:rPr lang="en-US" sz="8800" spc="235">
                <a:solidFill>
                  <a:srgbClr val="023047"/>
                </a:solidFill>
                <a:latin typeface="Century Schoolbook" panose="02040604050505020304" pitchFamily="18" charset="0"/>
                <a:ea typeface="Verdana" panose="020B0604030504040204" pitchFamily="34" charset="0"/>
              </a:rPr>
              <a:t>TABLE OF CONTENT</a:t>
            </a:r>
          </a:p>
        </p:txBody>
      </p:sp>
      <p:pic>
        <p:nvPicPr>
          <p:cNvPr id="28" name="Picture 27">
            <a:extLst>
              <a:ext uri="{FF2B5EF4-FFF2-40B4-BE49-F238E27FC236}">
                <a16:creationId xmlns:a16="http://schemas.microsoft.com/office/drawing/2014/main" id="{85624EF0-D121-6D74-28C3-44B13ACB8B8F}"/>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7737106" y="9329004"/>
            <a:ext cx="2813788" cy="889416"/>
          </a:xfrm>
          <a:prstGeom prst="rect">
            <a:avLst/>
          </a:prstGeom>
        </p:spPr>
      </p:pic>
      <p:sp>
        <p:nvSpPr>
          <p:cNvPr id="42" name="Slide Number Placeholder 7">
            <a:extLst>
              <a:ext uri="{FF2B5EF4-FFF2-40B4-BE49-F238E27FC236}">
                <a16:creationId xmlns:a16="http://schemas.microsoft.com/office/drawing/2014/main" id="{84613DB2-EB17-BEC6-1D2D-919E1449A81F}"/>
              </a:ext>
            </a:extLst>
          </p:cNvPr>
          <p:cNvSpPr txBox="1">
            <a:spLocks/>
          </p:cNvSpPr>
          <p:nvPr userDrawn="1"/>
        </p:nvSpPr>
        <p:spPr>
          <a:xfrm>
            <a:off x="457199" y="9599202"/>
            <a:ext cx="3969657"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solidFill>
                  <a:schemeClr val="bg1"/>
                </a:solidFill>
                <a:latin typeface="Arial" panose="020B0604020202020204" pitchFamily="34" charset="0"/>
                <a:ea typeface="Verdana" panose="020B0604030504040204" pitchFamily="34" charset="0"/>
                <a:cs typeface="Arial" panose="020B0604020202020204" pitchFamily="34" charset="0"/>
              </a:rPr>
              <a:pPr/>
              <a:t>‹N°›</a:t>
            </a:fld>
            <a:r>
              <a:rPr lang="en-US" dirty="0">
                <a:solidFill>
                  <a:schemeClr val="bg1"/>
                </a:solidFill>
                <a:latin typeface="Arial" panose="020B0604020202020204" pitchFamily="34" charset="0"/>
                <a:ea typeface="Verdana" panose="020B0604030504040204" pitchFamily="34" charset="0"/>
                <a:cs typeface="Arial" panose="020B0604020202020204" pitchFamily="34" charset="0"/>
              </a:rPr>
              <a:t> © 2025 AIRE Software. All rights reserved</a:t>
            </a:r>
          </a:p>
        </p:txBody>
      </p:sp>
      <p:pic>
        <p:nvPicPr>
          <p:cNvPr id="46" name="Picture 45" descr="Low angle view of a building&#10;&#10;Description automatically generated">
            <a:extLst>
              <a:ext uri="{FF2B5EF4-FFF2-40B4-BE49-F238E27FC236}">
                <a16:creationId xmlns:a16="http://schemas.microsoft.com/office/drawing/2014/main" id="{FE598C87-94D2-E2E1-A5FD-02D6CB23325A}"/>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t="21657" b="36721"/>
          <a:stretch/>
        </p:blipFill>
        <p:spPr>
          <a:xfrm>
            <a:off x="1028700" y="4734540"/>
            <a:ext cx="16237625" cy="4493660"/>
          </a:xfrm>
          <a:prstGeom prst="rect">
            <a:avLst/>
          </a:prstGeom>
        </p:spPr>
      </p:pic>
    </p:spTree>
  </p:cSld>
  <p:clrMapOvr>
    <a:masterClrMapping/>
  </p:clrMapOvr>
  <p:extLst>
    <p:ext uri="{DCECCB84-F9BA-43D5-87BE-67443E8EF086}">
      <p15:sldGuideLst xmlns:p15="http://schemas.microsoft.com/office/powerpoint/2012/main">
        <p15:guide id="1" orient="horz" pos="3240" userDrawn="1">
          <p15:clr>
            <a:srgbClr val="FBAE40"/>
          </p15:clr>
        </p15:guide>
        <p15:guide id="2" pos="576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Divider">
    <p:spTree>
      <p:nvGrpSpPr>
        <p:cNvPr id="1" name=""/>
        <p:cNvGrpSpPr/>
        <p:nvPr/>
      </p:nvGrpSpPr>
      <p:grpSpPr>
        <a:xfrm>
          <a:off x="0" y="0"/>
          <a:ext cx="0" cy="0"/>
          <a:chOff x="0" y="0"/>
          <a:chExt cx="0" cy="0"/>
        </a:xfrm>
      </p:grpSpPr>
      <p:pic>
        <p:nvPicPr>
          <p:cNvPr id="24" name="Picture 23" descr="A building with balconies and windows&#10;&#10;AI-generated content may be incorrect.">
            <a:extLst>
              <a:ext uri="{FF2B5EF4-FFF2-40B4-BE49-F238E27FC236}">
                <a16:creationId xmlns:a16="http://schemas.microsoft.com/office/drawing/2014/main" id="{FC88FFF0-8C4F-45AC-1EF5-C6F17B4B9550}"/>
              </a:ext>
            </a:extLst>
          </p:cNvPr>
          <p:cNvPicPr>
            <a:picLocks noChangeAspect="1"/>
          </p:cNvPicPr>
          <p:nvPr userDrawn="1"/>
        </p:nvPicPr>
        <p:blipFill>
          <a:blip r:embed="rId2">
            <a:extLst>
              <a:ext uri="{28A0092B-C50C-407E-A947-70E740481C1C}">
                <a14:useLocalDpi xmlns:a14="http://schemas.microsoft.com/office/drawing/2010/main" val="0"/>
              </a:ext>
            </a:extLst>
          </a:blip>
          <a:srcRect b="52114"/>
          <a:stretch/>
        </p:blipFill>
        <p:spPr>
          <a:xfrm>
            <a:off x="0" y="-81777"/>
            <a:ext cx="18287996" cy="5225276"/>
          </a:xfrm>
          <a:prstGeom prst="rect">
            <a:avLst/>
          </a:prstGeom>
        </p:spPr>
      </p:pic>
      <p:sp>
        <p:nvSpPr>
          <p:cNvPr id="6" name="TextBox 4">
            <a:extLst>
              <a:ext uri="{FF2B5EF4-FFF2-40B4-BE49-F238E27FC236}">
                <a16:creationId xmlns:a16="http://schemas.microsoft.com/office/drawing/2014/main" id="{6CEE4A5E-D3F8-7899-7258-68A2F8C66D89}"/>
              </a:ext>
            </a:extLst>
          </p:cNvPr>
          <p:cNvSpPr txBox="1"/>
          <p:nvPr userDrawn="1"/>
        </p:nvSpPr>
        <p:spPr>
          <a:xfrm>
            <a:off x="-1" y="-62702"/>
            <a:ext cx="2490668" cy="1440719"/>
          </a:xfrm>
          <a:prstGeom prst="rect">
            <a:avLst/>
          </a:prstGeom>
        </p:spPr>
        <p:txBody>
          <a:bodyPr lIns="50800" tIns="50800" rIns="50800" bIns="50800" rtlCol="0" anchor="ctr"/>
          <a:lstStyle/>
          <a:p>
            <a:pPr algn="ctr">
              <a:lnSpc>
                <a:spcPts val="2520"/>
              </a:lnSpc>
            </a:pPr>
            <a:endParaRPr/>
          </a:p>
        </p:txBody>
      </p:sp>
      <p:grpSp>
        <p:nvGrpSpPr>
          <p:cNvPr id="13" name="Group 2">
            <a:extLst>
              <a:ext uri="{FF2B5EF4-FFF2-40B4-BE49-F238E27FC236}">
                <a16:creationId xmlns:a16="http://schemas.microsoft.com/office/drawing/2014/main" id="{8895A691-5130-CEC5-BAB4-30A14C7C6312}"/>
              </a:ext>
            </a:extLst>
          </p:cNvPr>
          <p:cNvGrpSpPr/>
          <p:nvPr userDrawn="1"/>
        </p:nvGrpSpPr>
        <p:grpSpPr>
          <a:xfrm>
            <a:off x="2890150" y="4138827"/>
            <a:ext cx="12507701" cy="3086100"/>
            <a:chOff x="0" y="0"/>
            <a:chExt cx="3294209" cy="812800"/>
          </a:xfrm>
          <a:solidFill>
            <a:srgbClr val="E2A300"/>
          </a:solidFill>
        </p:grpSpPr>
        <p:sp>
          <p:nvSpPr>
            <p:cNvPr id="14" name="Freeform 3">
              <a:extLst>
                <a:ext uri="{FF2B5EF4-FFF2-40B4-BE49-F238E27FC236}">
                  <a16:creationId xmlns:a16="http://schemas.microsoft.com/office/drawing/2014/main" id="{EBBD5F88-1EC5-F042-B017-C8FD333D970F}"/>
                </a:ext>
              </a:extLst>
            </p:cNvPr>
            <p:cNvSpPr/>
            <p:nvPr/>
          </p:nvSpPr>
          <p:spPr>
            <a:xfrm>
              <a:off x="0" y="0"/>
              <a:ext cx="3294209" cy="812800"/>
            </a:xfrm>
            <a:custGeom>
              <a:avLst/>
              <a:gdLst/>
              <a:ahLst/>
              <a:cxnLst/>
              <a:rect l="l" t="t" r="r" b="b"/>
              <a:pathLst>
                <a:path w="3294209" h="812800">
                  <a:moveTo>
                    <a:pt x="0" y="0"/>
                  </a:moveTo>
                  <a:lnTo>
                    <a:pt x="3294209" y="0"/>
                  </a:lnTo>
                  <a:lnTo>
                    <a:pt x="3294209" y="812800"/>
                  </a:lnTo>
                  <a:lnTo>
                    <a:pt x="0" y="812800"/>
                  </a:lnTo>
                  <a:close/>
                </a:path>
              </a:pathLst>
            </a:custGeom>
            <a:grpFill/>
          </p:spPr>
          <p:txBody>
            <a:bodyPr/>
            <a:lstStyle/>
            <a:p>
              <a:endParaRPr lang="en-ZA"/>
            </a:p>
          </p:txBody>
        </p:sp>
        <p:sp>
          <p:nvSpPr>
            <p:cNvPr id="15" name="TextBox 4">
              <a:extLst>
                <a:ext uri="{FF2B5EF4-FFF2-40B4-BE49-F238E27FC236}">
                  <a16:creationId xmlns:a16="http://schemas.microsoft.com/office/drawing/2014/main" id="{9491839A-EA6A-42EA-CFF2-62C7A9B7E303}"/>
                </a:ext>
              </a:extLst>
            </p:cNvPr>
            <p:cNvSpPr txBox="1"/>
            <p:nvPr/>
          </p:nvSpPr>
          <p:spPr>
            <a:xfrm>
              <a:off x="0" y="-57150"/>
              <a:ext cx="812800" cy="869950"/>
            </a:xfrm>
            <a:prstGeom prst="rect">
              <a:avLst/>
            </a:prstGeom>
            <a:grpFill/>
          </p:spPr>
          <p:txBody>
            <a:bodyPr lIns="50800" tIns="50800" rIns="50800" bIns="50800" rtlCol="0" anchor="ctr"/>
            <a:lstStyle/>
            <a:p>
              <a:pPr algn="ctr">
                <a:lnSpc>
                  <a:spcPts val="2800"/>
                </a:lnSpc>
              </a:pPr>
              <a:endParaRPr/>
            </a:p>
          </p:txBody>
        </p:sp>
      </p:grpSp>
      <p:sp>
        <p:nvSpPr>
          <p:cNvPr id="16" name="Freeform 7">
            <a:extLst>
              <a:ext uri="{FF2B5EF4-FFF2-40B4-BE49-F238E27FC236}">
                <a16:creationId xmlns:a16="http://schemas.microsoft.com/office/drawing/2014/main" id="{B3B0B8FC-E9F7-4A36-0DF2-125DF5A18ADC}"/>
              </a:ext>
            </a:extLst>
          </p:cNvPr>
          <p:cNvSpPr/>
          <p:nvPr userDrawn="1"/>
        </p:nvSpPr>
        <p:spPr>
          <a:xfrm>
            <a:off x="3428527" y="3600450"/>
            <a:ext cx="11430946" cy="3086100"/>
          </a:xfrm>
          <a:custGeom>
            <a:avLst/>
            <a:gdLst/>
            <a:ahLst/>
            <a:cxnLst/>
            <a:rect l="l" t="t" r="r" b="b"/>
            <a:pathLst>
              <a:path w="3010620" h="812800">
                <a:moveTo>
                  <a:pt x="0" y="0"/>
                </a:moveTo>
                <a:lnTo>
                  <a:pt x="3010620" y="0"/>
                </a:lnTo>
                <a:lnTo>
                  <a:pt x="3010620" y="812800"/>
                </a:lnTo>
                <a:lnTo>
                  <a:pt x="0" y="812800"/>
                </a:lnTo>
                <a:close/>
              </a:path>
            </a:pathLst>
          </a:custGeom>
          <a:solidFill>
            <a:srgbClr val="234874"/>
          </a:solidFill>
        </p:spPr>
        <p:txBody>
          <a:bodyPr/>
          <a:lstStyle/>
          <a:p>
            <a:endParaRPr lang="en-ZA"/>
          </a:p>
        </p:txBody>
      </p:sp>
      <p:sp>
        <p:nvSpPr>
          <p:cNvPr id="18" name="Freeform 8">
            <a:extLst>
              <a:ext uri="{FF2B5EF4-FFF2-40B4-BE49-F238E27FC236}">
                <a16:creationId xmlns:a16="http://schemas.microsoft.com/office/drawing/2014/main" id="{793E2FC0-53D1-4FF0-C00B-A5AF28CB2C33}"/>
              </a:ext>
            </a:extLst>
          </p:cNvPr>
          <p:cNvSpPr/>
          <p:nvPr userDrawn="1"/>
        </p:nvSpPr>
        <p:spPr>
          <a:xfrm>
            <a:off x="-4" y="9284473"/>
            <a:ext cx="18288000" cy="1028700"/>
          </a:xfrm>
          <a:custGeom>
            <a:avLst/>
            <a:gdLst/>
            <a:ahLst/>
            <a:cxnLst/>
            <a:rect l="l" t="t" r="r" b="b"/>
            <a:pathLst>
              <a:path w="9265049" h="552221">
                <a:moveTo>
                  <a:pt x="0" y="0"/>
                </a:moveTo>
                <a:lnTo>
                  <a:pt x="9265049" y="0"/>
                </a:lnTo>
                <a:lnTo>
                  <a:pt x="9265049" y="552221"/>
                </a:lnTo>
                <a:lnTo>
                  <a:pt x="0" y="552221"/>
                </a:lnTo>
                <a:close/>
              </a:path>
            </a:pathLst>
          </a:custGeom>
          <a:solidFill>
            <a:srgbClr val="234874"/>
          </a:solidFill>
        </p:spPr>
        <p:txBody>
          <a:bodyPr/>
          <a:lstStyle/>
          <a:p>
            <a:endParaRPr lang="en-ZA"/>
          </a:p>
        </p:txBody>
      </p:sp>
      <p:pic>
        <p:nvPicPr>
          <p:cNvPr id="19" name="Picture 18">
            <a:extLst>
              <a:ext uri="{FF2B5EF4-FFF2-40B4-BE49-F238E27FC236}">
                <a16:creationId xmlns:a16="http://schemas.microsoft.com/office/drawing/2014/main" id="{3AA104A3-4ED7-3A83-DEBC-E0F55BF7444F}"/>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14864169" y="9351864"/>
            <a:ext cx="2813788" cy="889416"/>
          </a:xfrm>
          <a:prstGeom prst="rect">
            <a:avLst/>
          </a:prstGeom>
        </p:spPr>
      </p:pic>
      <p:sp>
        <p:nvSpPr>
          <p:cNvPr id="20" name="Slide Number Placeholder 2">
            <a:extLst>
              <a:ext uri="{FF2B5EF4-FFF2-40B4-BE49-F238E27FC236}">
                <a16:creationId xmlns:a16="http://schemas.microsoft.com/office/drawing/2014/main" id="{49BC6946-1B9D-FEBB-5FB1-C9D10C7F8B69}"/>
              </a:ext>
            </a:extLst>
          </p:cNvPr>
          <p:cNvSpPr txBox="1">
            <a:spLocks/>
          </p:cNvSpPr>
          <p:nvPr userDrawn="1"/>
        </p:nvSpPr>
        <p:spPr>
          <a:xfrm>
            <a:off x="609599" y="9751602"/>
            <a:ext cx="3991429"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solidFill>
                <a:latin typeface="Alata"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solidFill>
                  <a:schemeClr val="bg1"/>
                </a:solidFill>
                <a:latin typeface="Arial" panose="020B0604020202020204" pitchFamily="34" charset="0"/>
                <a:ea typeface="Verdana" panose="020B0604030504040204" pitchFamily="34" charset="0"/>
                <a:cs typeface="Arial" panose="020B0604020202020204" pitchFamily="34" charset="0"/>
              </a:rPr>
              <a:pPr/>
              <a:t>‹N°›</a:t>
            </a:fld>
            <a:r>
              <a:rPr lang="en-US" dirty="0">
                <a:solidFill>
                  <a:schemeClr val="bg1"/>
                </a:solidFill>
                <a:latin typeface="Arial" panose="020B0604020202020204" pitchFamily="34" charset="0"/>
                <a:ea typeface="Verdana" panose="020B0604030504040204" pitchFamily="34" charset="0"/>
                <a:cs typeface="Arial" panose="020B0604020202020204" pitchFamily="34" charset="0"/>
              </a:rPr>
              <a:t> © 2025 AIRE Software. All rights reserved</a:t>
            </a:r>
            <a:endParaRPr lang="en-US" dirty="0">
              <a:latin typeface="Arial" panose="020B0604020202020204" pitchFamily="34" charset="0"/>
              <a:ea typeface="Verdana" panose="020B0604030504040204" pitchFamily="34" charset="0"/>
              <a:cs typeface="Arial" panose="020B0604020202020204" pitchFamily="34" charset="0"/>
            </a:endParaRPr>
          </a:p>
        </p:txBody>
      </p:sp>
    </p:spTree>
    <p:extLst>
      <p:ext uri="{BB962C8B-B14F-4D97-AF65-F5344CB8AC3E}">
        <p14:creationId xmlns:p14="http://schemas.microsoft.com/office/powerpoint/2010/main" val="3987512497"/>
      </p:ext>
    </p:extLst>
  </p:cSld>
  <p:clrMapOvr>
    <a:masterClrMapping/>
  </p:clrMapOvr>
  <p:extLst>
    <p:ext uri="{DCECCB84-F9BA-43D5-87BE-67443E8EF086}">
      <p15:sldGuideLst xmlns:p15="http://schemas.microsoft.com/office/powerpoint/2012/main">
        <p15:guide id="1" orient="horz" pos="3240" userDrawn="1">
          <p15:clr>
            <a:srgbClr val="FBAE40"/>
          </p15:clr>
        </p15:guide>
        <p15:guide id="2" pos="576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Normal Slide">
    <p:spTree>
      <p:nvGrpSpPr>
        <p:cNvPr id="1" name=""/>
        <p:cNvGrpSpPr/>
        <p:nvPr/>
      </p:nvGrpSpPr>
      <p:grpSpPr>
        <a:xfrm>
          <a:off x="0" y="0"/>
          <a:ext cx="0" cy="0"/>
          <a:chOff x="0" y="0"/>
          <a:chExt cx="0" cy="0"/>
        </a:xfrm>
      </p:grpSpPr>
      <p:sp>
        <p:nvSpPr>
          <p:cNvPr id="26" name="Freeform 8">
            <a:extLst>
              <a:ext uri="{FF2B5EF4-FFF2-40B4-BE49-F238E27FC236}">
                <a16:creationId xmlns:a16="http://schemas.microsoft.com/office/drawing/2014/main" id="{1DC4C5B5-1723-9FF8-4C02-8A6A51F44437}"/>
              </a:ext>
            </a:extLst>
          </p:cNvPr>
          <p:cNvSpPr/>
          <p:nvPr userDrawn="1"/>
        </p:nvSpPr>
        <p:spPr>
          <a:xfrm>
            <a:off x="-4" y="9284473"/>
            <a:ext cx="18288000" cy="1028700"/>
          </a:xfrm>
          <a:custGeom>
            <a:avLst/>
            <a:gdLst/>
            <a:ahLst/>
            <a:cxnLst/>
            <a:rect l="l" t="t" r="r" b="b"/>
            <a:pathLst>
              <a:path w="9265049" h="552221">
                <a:moveTo>
                  <a:pt x="0" y="0"/>
                </a:moveTo>
                <a:lnTo>
                  <a:pt x="9265049" y="0"/>
                </a:lnTo>
                <a:lnTo>
                  <a:pt x="9265049" y="552221"/>
                </a:lnTo>
                <a:lnTo>
                  <a:pt x="0" y="552221"/>
                </a:lnTo>
                <a:close/>
              </a:path>
            </a:pathLst>
          </a:custGeom>
          <a:solidFill>
            <a:srgbClr val="234874"/>
          </a:solidFill>
        </p:spPr>
        <p:txBody>
          <a:bodyPr/>
          <a:lstStyle/>
          <a:p>
            <a:endParaRPr lang="en-ZA"/>
          </a:p>
        </p:txBody>
      </p:sp>
      <p:sp>
        <p:nvSpPr>
          <p:cNvPr id="6" name="TextBox 4">
            <a:extLst>
              <a:ext uri="{FF2B5EF4-FFF2-40B4-BE49-F238E27FC236}">
                <a16:creationId xmlns:a16="http://schemas.microsoft.com/office/drawing/2014/main" id="{6CEE4A5E-D3F8-7899-7258-68A2F8C66D89}"/>
              </a:ext>
            </a:extLst>
          </p:cNvPr>
          <p:cNvSpPr txBox="1"/>
          <p:nvPr userDrawn="1"/>
        </p:nvSpPr>
        <p:spPr>
          <a:xfrm>
            <a:off x="-1" y="-62702"/>
            <a:ext cx="2490668" cy="1440719"/>
          </a:xfrm>
          <a:prstGeom prst="rect">
            <a:avLst/>
          </a:prstGeom>
        </p:spPr>
        <p:txBody>
          <a:bodyPr lIns="50800" tIns="50800" rIns="50800" bIns="50800" rtlCol="0" anchor="ctr"/>
          <a:lstStyle/>
          <a:p>
            <a:pPr algn="ctr">
              <a:lnSpc>
                <a:spcPts val="2520"/>
              </a:lnSpc>
            </a:pPr>
            <a:endParaRPr/>
          </a:p>
        </p:txBody>
      </p:sp>
      <p:sp>
        <p:nvSpPr>
          <p:cNvPr id="2" name="Freeform 6">
            <a:extLst>
              <a:ext uri="{FF2B5EF4-FFF2-40B4-BE49-F238E27FC236}">
                <a16:creationId xmlns:a16="http://schemas.microsoft.com/office/drawing/2014/main" id="{DE72F4F2-1FC7-EEED-A47F-4133EB7186C4}"/>
              </a:ext>
            </a:extLst>
          </p:cNvPr>
          <p:cNvSpPr/>
          <p:nvPr userDrawn="1"/>
        </p:nvSpPr>
        <p:spPr>
          <a:xfrm>
            <a:off x="0" y="0"/>
            <a:ext cx="18287996" cy="1201780"/>
          </a:xfrm>
          <a:custGeom>
            <a:avLst/>
            <a:gdLst/>
            <a:ahLst/>
            <a:cxnLst/>
            <a:rect l="l" t="t" r="r" b="b"/>
            <a:pathLst>
              <a:path w="4816592" h="316518">
                <a:moveTo>
                  <a:pt x="0" y="0"/>
                </a:moveTo>
                <a:lnTo>
                  <a:pt x="4816592" y="0"/>
                </a:lnTo>
                <a:lnTo>
                  <a:pt x="4816592" y="316518"/>
                </a:lnTo>
                <a:lnTo>
                  <a:pt x="0" y="316518"/>
                </a:lnTo>
                <a:close/>
              </a:path>
            </a:pathLst>
          </a:custGeom>
          <a:solidFill>
            <a:srgbClr val="234874"/>
          </a:solidFill>
        </p:spPr>
        <p:txBody>
          <a:bodyPr/>
          <a:lstStyle/>
          <a:p>
            <a:endParaRPr lang="en-ZA"/>
          </a:p>
        </p:txBody>
      </p:sp>
      <p:pic>
        <p:nvPicPr>
          <p:cNvPr id="27" name="Picture 26">
            <a:extLst>
              <a:ext uri="{FF2B5EF4-FFF2-40B4-BE49-F238E27FC236}">
                <a16:creationId xmlns:a16="http://schemas.microsoft.com/office/drawing/2014/main" id="{1C890D6D-996B-855C-F380-8B81A13DF6B3}"/>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4864169" y="9351864"/>
            <a:ext cx="2813788" cy="889416"/>
          </a:xfrm>
          <a:prstGeom prst="rect">
            <a:avLst/>
          </a:prstGeom>
        </p:spPr>
      </p:pic>
      <p:sp>
        <p:nvSpPr>
          <p:cNvPr id="28" name="Slide Number Placeholder 2">
            <a:extLst>
              <a:ext uri="{FF2B5EF4-FFF2-40B4-BE49-F238E27FC236}">
                <a16:creationId xmlns:a16="http://schemas.microsoft.com/office/drawing/2014/main" id="{A500EA2C-04C9-A5E5-F746-8596ED781C3E}"/>
              </a:ext>
            </a:extLst>
          </p:cNvPr>
          <p:cNvSpPr txBox="1">
            <a:spLocks/>
          </p:cNvSpPr>
          <p:nvPr userDrawn="1"/>
        </p:nvSpPr>
        <p:spPr>
          <a:xfrm>
            <a:off x="609599" y="9751602"/>
            <a:ext cx="3991429"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solidFill>
                <a:latin typeface="Alata"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solidFill>
                  <a:schemeClr val="bg1"/>
                </a:solidFill>
                <a:latin typeface="Arial" panose="020B0604020202020204" pitchFamily="34" charset="0"/>
                <a:ea typeface="Verdana" panose="020B0604030504040204" pitchFamily="34" charset="0"/>
                <a:cs typeface="Arial" panose="020B0604020202020204" pitchFamily="34" charset="0"/>
              </a:rPr>
              <a:pPr/>
              <a:t>‹N°›</a:t>
            </a:fld>
            <a:r>
              <a:rPr lang="en-US" dirty="0">
                <a:solidFill>
                  <a:schemeClr val="bg1"/>
                </a:solidFill>
                <a:latin typeface="Arial" panose="020B0604020202020204" pitchFamily="34" charset="0"/>
                <a:ea typeface="Verdana" panose="020B0604030504040204" pitchFamily="34" charset="0"/>
                <a:cs typeface="Arial" panose="020B0604020202020204" pitchFamily="34" charset="0"/>
              </a:rPr>
              <a:t> © 2025 AIRE Software. All rights reserved</a:t>
            </a:r>
            <a:r>
              <a:rPr lang="en-US" dirty="0">
                <a:latin typeface="Arial" panose="020B0604020202020204" pitchFamily="34" charset="0"/>
                <a:ea typeface="Verdana" panose="020B0604030504040204" pitchFamily="34" charset="0"/>
                <a:cs typeface="Arial" panose="020B0604020202020204" pitchFamily="34" charset="0"/>
              </a:rPr>
              <a:t>.</a:t>
            </a:r>
          </a:p>
        </p:txBody>
      </p:sp>
    </p:spTree>
    <p:extLst>
      <p:ext uri="{BB962C8B-B14F-4D97-AF65-F5344CB8AC3E}">
        <p14:creationId xmlns:p14="http://schemas.microsoft.com/office/powerpoint/2010/main" val="3638943087"/>
      </p:ext>
    </p:extLst>
  </p:cSld>
  <p:clrMapOvr>
    <a:masterClrMapping/>
  </p:clrMapOvr>
  <p:extLst>
    <p:ext uri="{DCECCB84-F9BA-43D5-87BE-67443E8EF086}">
      <p15:sldGuideLst xmlns:p15="http://schemas.microsoft.com/office/powerpoint/2012/main">
        <p15:guide id="1" orient="horz" pos="3240" userDrawn="1">
          <p15:clr>
            <a:srgbClr val="FBAE40"/>
          </p15:clr>
        </p15:guide>
        <p15:guide id="2" pos="576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1_Normal Slide Blurred Left">
    <p:spTree>
      <p:nvGrpSpPr>
        <p:cNvPr id="1" name=""/>
        <p:cNvGrpSpPr/>
        <p:nvPr/>
      </p:nvGrpSpPr>
      <p:grpSpPr>
        <a:xfrm>
          <a:off x="0" y="0"/>
          <a:ext cx="0" cy="0"/>
          <a:chOff x="0" y="0"/>
          <a:chExt cx="0" cy="0"/>
        </a:xfrm>
      </p:grpSpPr>
      <p:sp>
        <p:nvSpPr>
          <p:cNvPr id="3" name="Freeform 3">
            <a:extLst>
              <a:ext uri="{FF2B5EF4-FFF2-40B4-BE49-F238E27FC236}">
                <a16:creationId xmlns:a16="http://schemas.microsoft.com/office/drawing/2014/main" id="{ED64D144-5FB2-A41A-6084-AF14A56491FA}"/>
              </a:ext>
            </a:extLst>
          </p:cNvPr>
          <p:cNvSpPr/>
          <p:nvPr userDrawn="1"/>
        </p:nvSpPr>
        <p:spPr>
          <a:xfrm>
            <a:off x="-1" y="1808"/>
            <a:ext cx="8423275" cy="9350056"/>
          </a:xfrm>
          <a:custGeom>
            <a:avLst/>
            <a:gdLst/>
            <a:ahLst/>
            <a:cxnLst/>
            <a:rect l="l" t="t" r="r" b="b"/>
            <a:pathLst>
              <a:path w="2748836" h="5522215">
                <a:moveTo>
                  <a:pt x="0" y="0"/>
                </a:moveTo>
                <a:lnTo>
                  <a:pt x="2748836" y="0"/>
                </a:lnTo>
                <a:lnTo>
                  <a:pt x="2748836" y="5522215"/>
                </a:lnTo>
                <a:lnTo>
                  <a:pt x="0" y="5522215"/>
                </a:lnTo>
                <a:close/>
              </a:path>
            </a:pathLst>
          </a:custGeom>
          <a:solidFill>
            <a:srgbClr val="DDDDD1">
              <a:alpha val="19608"/>
            </a:srgbClr>
          </a:solidFill>
        </p:spPr>
        <p:txBody>
          <a:bodyPr/>
          <a:lstStyle/>
          <a:p>
            <a:endParaRPr lang="en-ZA"/>
          </a:p>
        </p:txBody>
      </p:sp>
      <p:sp>
        <p:nvSpPr>
          <p:cNvPr id="26" name="Freeform 8">
            <a:extLst>
              <a:ext uri="{FF2B5EF4-FFF2-40B4-BE49-F238E27FC236}">
                <a16:creationId xmlns:a16="http://schemas.microsoft.com/office/drawing/2014/main" id="{1DC4C5B5-1723-9FF8-4C02-8A6A51F44437}"/>
              </a:ext>
            </a:extLst>
          </p:cNvPr>
          <p:cNvSpPr/>
          <p:nvPr userDrawn="1"/>
        </p:nvSpPr>
        <p:spPr>
          <a:xfrm>
            <a:off x="-4" y="9284473"/>
            <a:ext cx="18288000" cy="1028700"/>
          </a:xfrm>
          <a:custGeom>
            <a:avLst/>
            <a:gdLst/>
            <a:ahLst/>
            <a:cxnLst/>
            <a:rect l="l" t="t" r="r" b="b"/>
            <a:pathLst>
              <a:path w="9265049" h="552221">
                <a:moveTo>
                  <a:pt x="0" y="0"/>
                </a:moveTo>
                <a:lnTo>
                  <a:pt x="9265049" y="0"/>
                </a:lnTo>
                <a:lnTo>
                  <a:pt x="9265049" y="552221"/>
                </a:lnTo>
                <a:lnTo>
                  <a:pt x="0" y="552221"/>
                </a:lnTo>
                <a:close/>
              </a:path>
            </a:pathLst>
          </a:custGeom>
          <a:solidFill>
            <a:srgbClr val="234874"/>
          </a:solidFill>
        </p:spPr>
        <p:txBody>
          <a:bodyPr/>
          <a:lstStyle/>
          <a:p>
            <a:endParaRPr lang="en-ZA"/>
          </a:p>
        </p:txBody>
      </p:sp>
      <p:sp>
        <p:nvSpPr>
          <p:cNvPr id="6" name="TextBox 4">
            <a:extLst>
              <a:ext uri="{FF2B5EF4-FFF2-40B4-BE49-F238E27FC236}">
                <a16:creationId xmlns:a16="http://schemas.microsoft.com/office/drawing/2014/main" id="{6CEE4A5E-D3F8-7899-7258-68A2F8C66D89}"/>
              </a:ext>
            </a:extLst>
          </p:cNvPr>
          <p:cNvSpPr txBox="1"/>
          <p:nvPr userDrawn="1"/>
        </p:nvSpPr>
        <p:spPr>
          <a:xfrm>
            <a:off x="-1" y="-62702"/>
            <a:ext cx="2490668" cy="1440719"/>
          </a:xfrm>
          <a:prstGeom prst="rect">
            <a:avLst/>
          </a:prstGeom>
        </p:spPr>
        <p:txBody>
          <a:bodyPr lIns="50800" tIns="50800" rIns="50800" bIns="50800" rtlCol="0" anchor="ctr"/>
          <a:lstStyle/>
          <a:p>
            <a:pPr algn="ctr">
              <a:lnSpc>
                <a:spcPts val="2520"/>
              </a:lnSpc>
            </a:pPr>
            <a:endParaRPr/>
          </a:p>
        </p:txBody>
      </p:sp>
      <p:sp>
        <p:nvSpPr>
          <p:cNvPr id="2" name="Freeform 6">
            <a:extLst>
              <a:ext uri="{FF2B5EF4-FFF2-40B4-BE49-F238E27FC236}">
                <a16:creationId xmlns:a16="http://schemas.microsoft.com/office/drawing/2014/main" id="{DE72F4F2-1FC7-EEED-A47F-4133EB7186C4}"/>
              </a:ext>
            </a:extLst>
          </p:cNvPr>
          <p:cNvSpPr/>
          <p:nvPr userDrawn="1"/>
        </p:nvSpPr>
        <p:spPr>
          <a:xfrm>
            <a:off x="0" y="0"/>
            <a:ext cx="18287996" cy="1201780"/>
          </a:xfrm>
          <a:custGeom>
            <a:avLst/>
            <a:gdLst/>
            <a:ahLst/>
            <a:cxnLst/>
            <a:rect l="l" t="t" r="r" b="b"/>
            <a:pathLst>
              <a:path w="4816592" h="316518">
                <a:moveTo>
                  <a:pt x="0" y="0"/>
                </a:moveTo>
                <a:lnTo>
                  <a:pt x="4816592" y="0"/>
                </a:lnTo>
                <a:lnTo>
                  <a:pt x="4816592" y="316518"/>
                </a:lnTo>
                <a:lnTo>
                  <a:pt x="0" y="316518"/>
                </a:lnTo>
                <a:close/>
              </a:path>
            </a:pathLst>
          </a:custGeom>
          <a:solidFill>
            <a:srgbClr val="234874"/>
          </a:solidFill>
        </p:spPr>
        <p:txBody>
          <a:bodyPr/>
          <a:lstStyle/>
          <a:p>
            <a:endParaRPr lang="en-ZA"/>
          </a:p>
        </p:txBody>
      </p:sp>
      <p:pic>
        <p:nvPicPr>
          <p:cNvPr id="27" name="Picture 26">
            <a:extLst>
              <a:ext uri="{FF2B5EF4-FFF2-40B4-BE49-F238E27FC236}">
                <a16:creationId xmlns:a16="http://schemas.microsoft.com/office/drawing/2014/main" id="{1C890D6D-996B-855C-F380-8B81A13DF6B3}"/>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4864169" y="9351864"/>
            <a:ext cx="2813788" cy="889416"/>
          </a:xfrm>
          <a:prstGeom prst="rect">
            <a:avLst/>
          </a:prstGeom>
        </p:spPr>
      </p:pic>
      <p:sp>
        <p:nvSpPr>
          <p:cNvPr id="28" name="Slide Number Placeholder 2">
            <a:extLst>
              <a:ext uri="{FF2B5EF4-FFF2-40B4-BE49-F238E27FC236}">
                <a16:creationId xmlns:a16="http://schemas.microsoft.com/office/drawing/2014/main" id="{A500EA2C-04C9-A5E5-F746-8596ED781C3E}"/>
              </a:ext>
            </a:extLst>
          </p:cNvPr>
          <p:cNvSpPr txBox="1">
            <a:spLocks/>
          </p:cNvSpPr>
          <p:nvPr userDrawn="1"/>
        </p:nvSpPr>
        <p:spPr>
          <a:xfrm>
            <a:off x="609599" y="9751602"/>
            <a:ext cx="3991429"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solidFill>
                <a:latin typeface="Alata"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solidFill>
                  <a:schemeClr val="bg1"/>
                </a:solidFill>
                <a:latin typeface="Arial" panose="020B0604020202020204" pitchFamily="34" charset="0"/>
                <a:ea typeface="Verdana" panose="020B0604030504040204" pitchFamily="34" charset="0"/>
                <a:cs typeface="Arial" panose="020B0604020202020204" pitchFamily="34" charset="0"/>
              </a:rPr>
              <a:pPr/>
              <a:t>‹N°›</a:t>
            </a:fld>
            <a:r>
              <a:rPr lang="en-US" dirty="0">
                <a:solidFill>
                  <a:schemeClr val="bg1"/>
                </a:solidFill>
                <a:latin typeface="Arial" panose="020B0604020202020204" pitchFamily="34" charset="0"/>
                <a:ea typeface="Verdana" panose="020B0604030504040204" pitchFamily="34" charset="0"/>
                <a:cs typeface="Arial" panose="020B0604020202020204" pitchFamily="34" charset="0"/>
              </a:rPr>
              <a:t> © 2025 AIRE Software. All rights reserved</a:t>
            </a:r>
            <a:endParaRPr lang="en-US" dirty="0">
              <a:latin typeface="Arial" panose="020B0604020202020204" pitchFamily="34" charset="0"/>
              <a:ea typeface="Verdana" panose="020B0604030504040204" pitchFamily="34" charset="0"/>
              <a:cs typeface="Arial" panose="020B0604020202020204" pitchFamily="34" charset="0"/>
            </a:endParaRPr>
          </a:p>
        </p:txBody>
      </p:sp>
    </p:spTree>
    <p:extLst>
      <p:ext uri="{BB962C8B-B14F-4D97-AF65-F5344CB8AC3E}">
        <p14:creationId xmlns:p14="http://schemas.microsoft.com/office/powerpoint/2010/main" val="3756622943"/>
      </p:ext>
    </p:extLst>
  </p:cSld>
  <p:clrMapOvr>
    <a:masterClrMapping/>
  </p:clrMapOvr>
  <p:extLst>
    <p:ext uri="{DCECCB84-F9BA-43D5-87BE-67443E8EF086}">
      <p15:sldGuideLst xmlns:p15="http://schemas.microsoft.com/office/powerpoint/2012/main">
        <p15:guide id="1" orient="horz" pos="3240" userDrawn="1">
          <p15:clr>
            <a:srgbClr val="FBAE40"/>
          </p15:clr>
        </p15:guide>
        <p15:guide id="2" pos="576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Connclusion Slide">
    <p:spTree>
      <p:nvGrpSpPr>
        <p:cNvPr id="1" name=""/>
        <p:cNvGrpSpPr/>
        <p:nvPr/>
      </p:nvGrpSpPr>
      <p:grpSpPr>
        <a:xfrm>
          <a:off x="0" y="0"/>
          <a:ext cx="0" cy="0"/>
          <a:chOff x="0" y="0"/>
          <a:chExt cx="0" cy="0"/>
        </a:xfrm>
      </p:grpSpPr>
      <p:sp>
        <p:nvSpPr>
          <p:cNvPr id="26" name="Freeform 8">
            <a:extLst>
              <a:ext uri="{FF2B5EF4-FFF2-40B4-BE49-F238E27FC236}">
                <a16:creationId xmlns:a16="http://schemas.microsoft.com/office/drawing/2014/main" id="{1DC4C5B5-1723-9FF8-4C02-8A6A51F44437}"/>
              </a:ext>
            </a:extLst>
          </p:cNvPr>
          <p:cNvSpPr/>
          <p:nvPr userDrawn="1"/>
        </p:nvSpPr>
        <p:spPr>
          <a:xfrm>
            <a:off x="-4" y="9284473"/>
            <a:ext cx="18288000" cy="1028700"/>
          </a:xfrm>
          <a:custGeom>
            <a:avLst/>
            <a:gdLst/>
            <a:ahLst/>
            <a:cxnLst/>
            <a:rect l="l" t="t" r="r" b="b"/>
            <a:pathLst>
              <a:path w="9265049" h="552221">
                <a:moveTo>
                  <a:pt x="0" y="0"/>
                </a:moveTo>
                <a:lnTo>
                  <a:pt x="9265049" y="0"/>
                </a:lnTo>
                <a:lnTo>
                  <a:pt x="9265049" y="552221"/>
                </a:lnTo>
                <a:lnTo>
                  <a:pt x="0" y="552221"/>
                </a:lnTo>
                <a:close/>
              </a:path>
            </a:pathLst>
          </a:custGeom>
          <a:solidFill>
            <a:srgbClr val="234874"/>
          </a:solidFill>
        </p:spPr>
        <p:txBody>
          <a:bodyPr/>
          <a:lstStyle/>
          <a:p>
            <a:endParaRPr lang="en-ZA"/>
          </a:p>
        </p:txBody>
      </p:sp>
      <p:sp>
        <p:nvSpPr>
          <p:cNvPr id="6" name="TextBox 4">
            <a:extLst>
              <a:ext uri="{FF2B5EF4-FFF2-40B4-BE49-F238E27FC236}">
                <a16:creationId xmlns:a16="http://schemas.microsoft.com/office/drawing/2014/main" id="{6CEE4A5E-D3F8-7899-7258-68A2F8C66D89}"/>
              </a:ext>
            </a:extLst>
          </p:cNvPr>
          <p:cNvSpPr txBox="1"/>
          <p:nvPr userDrawn="1"/>
        </p:nvSpPr>
        <p:spPr>
          <a:xfrm>
            <a:off x="-1" y="-62702"/>
            <a:ext cx="2490668" cy="1440719"/>
          </a:xfrm>
          <a:prstGeom prst="rect">
            <a:avLst/>
          </a:prstGeom>
        </p:spPr>
        <p:txBody>
          <a:bodyPr lIns="50800" tIns="50800" rIns="50800" bIns="50800" rtlCol="0" anchor="ctr"/>
          <a:lstStyle/>
          <a:p>
            <a:pPr algn="ctr">
              <a:lnSpc>
                <a:spcPts val="2520"/>
              </a:lnSpc>
            </a:pPr>
            <a:endParaRPr/>
          </a:p>
        </p:txBody>
      </p:sp>
      <p:pic>
        <p:nvPicPr>
          <p:cNvPr id="27" name="Picture 26">
            <a:extLst>
              <a:ext uri="{FF2B5EF4-FFF2-40B4-BE49-F238E27FC236}">
                <a16:creationId xmlns:a16="http://schemas.microsoft.com/office/drawing/2014/main" id="{1C890D6D-996B-855C-F380-8B81A13DF6B3}"/>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4864169" y="9351864"/>
            <a:ext cx="2813788" cy="889416"/>
          </a:xfrm>
          <a:prstGeom prst="rect">
            <a:avLst/>
          </a:prstGeom>
        </p:spPr>
      </p:pic>
      <p:sp>
        <p:nvSpPr>
          <p:cNvPr id="28" name="Slide Number Placeholder 2">
            <a:extLst>
              <a:ext uri="{FF2B5EF4-FFF2-40B4-BE49-F238E27FC236}">
                <a16:creationId xmlns:a16="http://schemas.microsoft.com/office/drawing/2014/main" id="{A500EA2C-04C9-A5E5-F746-8596ED781C3E}"/>
              </a:ext>
            </a:extLst>
          </p:cNvPr>
          <p:cNvSpPr txBox="1">
            <a:spLocks/>
          </p:cNvSpPr>
          <p:nvPr userDrawn="1"/>
        </p:nvSpPr>
        <p:spPr>
          <a:xfrm>
            <a:off x="609599" y="9751602"/>
            <a:ext cx="3991429"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solidFill>
                <a:latin typeface="Alata"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solidFill>
                  <a:schemeClr val="bg1"/>
                </a:solidFill>
                <a:latin typeface="Arial" panose="020B0604020202020204" pitchFamily="34" charset="0"/>
                <a:ea typeface="Verdana" panose="020B0604030504040204" pitchFamily="34" charset="0"/>
                <a:cs typeface="Arial" panose="020B0604020202020204" pitchFamily="34" charset="0"/>
              </a:rPr>
              <a:pPr/>
              <a:t>‹N°›</a:t>
            </a:fld>
            <a:r>
              <a:rPr lang="en-US" dirty="0">
                <a:solidFill>
                  <a:schemeClr val="bg1"/>
                </a:solidFill>
                <a:latin typeface="Arial" panose="020B0604020202020204" pitchFamily="34" charset="0"/>
                <a:ea typeface="Verdana" panose="020B0604030504040204" pitchFamily="34" charset="0"/>
                <a:cs typeface="Arial" panose="020B0604020202020204" pitchFamily="34" charset="0"/>
              </a:rPr>
              <a:t> © 2025 AIRE Software. All rights reserved</a:t>
            </a:r>
            <a:endParaRPr lang="en-US" dirty="0">
              <a:latin typeface="Arial" panose="020B0604020202020204" pitchFamily="34" charset="0"/>
              <a:ea typeface="Verdana" panose="020B0604030504040204" pitchFamily="34" charset="0"/>
              <a:cs typeface="Arial" panose="020B0604020202020204" pitchFamily="34" charset="0"/>
            </a:endParaRPr>
          </a:p>
        </p:txBody>
      </p:sp>
    </p:spTree>
    <p:extLst>
      <p:ext uri="{BB962C8B-B14F-4D97-AF65-F5344CB8AC3E}">
        <p14:creationId xmlns:p14="http://schemas.microsoft.com/office/powerpoint/2010/main" val="1469521463"/>
      </p:ext>
    </p:extLst>
  </p:cSld>
  <p:clrMapOvr>
    <a:masterClrMapping/>
  </p:clrMapOvr>
  <p:extLst>
    <p:ext uri="{DCECCB84-F9BA-43D5-87BE-67443E8EF086}">
      <p15:sldGuideLst xmlns:p15="http://schemas.microsoft.com/office/powerpoint/2012/main">
        <p15:guide id="1" orient="horz" pos="3240" userDrawn="1">
          <p15:clr>
            <a:srgbClr val="FBAE40"/>
          </p15:clr>
        </p15:guide>
        <p15:guide id="2" pos="5760" userDrawn="1">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E2951BF-B536-464F-BBA0-49404EA37EE7}" type="datetime1">
              <a:rPr lang="en-US" smtClean="0"/>
              <a:t>2/3/2026</a:t>
            </a:fld>
            <a:endParaRPr lang="en-US"/>
          </a:p>
        </p:txBody>
      </p:sp>
      <p:sp>
        <p:nvSpPr>
          <p:cNvPr id="6" name="Slide Number Placeholder 5"/>
          <p:cNvSpPr>
            <a:spLocks noGrp="1"/>
          </p:cNvSpPr>
          <p:nvPr>
            <p:ph type="sldNum" sz="quarter" idx="4"/>
          </p:nvPr>
        </p:nvSpPr>
        <p:spPr>
          <a:xfrm>
            <a:off x="457200" y="9599202"/>
            <a:ext cx="3657600" cy="365125"/>
          </a:xfrm>
          <a:prstGeom prst="rect">
            <a:avLst/>
          </a:prstGeom>
        </p:spPr>
        <p:txBody>
          <a:bodyPr vert="horz" lIns="91440" tIns="45720" rIns="91440" bIns="45720" rtlCol="0" anchor="ctr"/>
          <a:lstStyle>
            <a:lvl1pPr algn="r">
              <a:defRPr sz="1200">
                <a:solidFill>
                  <a:schemeClr val="tx1"/>
                </a:solidFill>
              </a:defRPr>
            </a:lvl1pPr>
          </a:lstStyle>
          <a:p>
            <a:fld id="{B6F15528-21DE-4FAA-801E-634DDDAF4B2B}" type="slidenum">
              <a:rPr lang="en-US" smtClean="0"/>
              <a:pPr/>
              <a:t>‹N°›</a:t>
            </a:fld>
            <a:r>
              <a:rPr lang="en-US"/>
              <a:t> </a:t>
            </a:r>
            <a:r>
              <a:rPr lang="en-US">
                <a:latin typeface="Alata" panose="00000500000000000000" pitchFamily="2" charset="0"/>
              </a:rPr>
              <a:t>© 2025</a:t>
            </a:r>
          </a:p>
          <a:p>
            <a:r>
              <a:rPr lang="en-US">
                <a:latin typeface="Alata" panose="00000500000000000000" pitchFamily="2" charset="0"/>
              </a:rPr>
              <a:t> AIRE Consulting. All rights reserved.</a:t>
            </a:r>
            <a:endParaRPr lang="en-US"/>
          </a:p>
        </p:txBody>
      </p:sp>
    </p:spTree>
  </p:cSld>
  <p:clrMap bg1="lt1" tx1="dk1" bg2="lt2" tx2="dk2" accent1="accent1" accent2="accent2" accent3="accent3" accent4="accent4" accent5="accent5" accent6="accent6" hlink="hlink" folHlink="folHlink"/>
  <p:sldLayoutIdLst>
    <p:sldLayoutId id="2147483666" r:id="rId1"/>
    <p:sldLayoutId id="2147483655" r:id="rId2"/>
    <p:sldLayoutId id="2147483663" r:id="rId3"/>
    <p:sldLayoutId id="2147483662" r:id="rId4"/>
    <p:sldLayoutId id="2147483664" r:id="rId5"/>
    <p:sldLayoutId id="2147483665" r:id="rId6"/>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40" userDrawn="1">
          <p15:clr>
            <a:srgbClr val="F26B43"/>
          </p15:clr>
        </p15:guide>
        <p15:guide id="2" pos="576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image" Target="../media/src2_Slide-1-image-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src3_image7.svg"/><Relationship Id="rId2" Type="http://schemas.openxmlformats.org/officeDocument/2006/relationships/image" Target="../media/src3_image6.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src4_image7.png"/><Relationship Id="rId2" Type="http://schemas.openxmlformats.org/officeDocument/2006/relationships/image" Target="../media/src4_image6.png"/><Relationship Id="rId1" Type="http://schemas.openxmlformats.org/officeDocument/2006/relationships/slideLayout" Target="../slideLayouts/slideLayout5.xml"/><Relationship Id="rId6" Type="http://schemas.openxmlformats.org/officeDocument/2006/relationships/image" Target="../media/src4_image10.svg"/><Relationship Id="rId5" Type="http://schemas.openxmlformats.org/officeDocument/2006/relationships/image" Target="../media/src4_image9.png"/><Relationship Id="rId4" Type="http://schemas.openxmlformats.org/officeDocument/2006/relationships/image" Target="../media/src4_image8.sv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xml"/><Relationship Id="rId3" Type="http://schemas.openxmlformats.org/officeDocument/2006/relationships/image" Target="../media/src5_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1.xml"/><Relationship Id="rId3" Type="http://schemas.microsoft.com/office/2014/relationships/chartEx" Target="../charts/chartEx1.xml"/><Relationship Id="rId4" Type="http://schemas.openxmlformats.org/officeDocument/2006/relationships/image" Target="../media/src5_image16.png"/><Relationship Id="rId5" Type="http://schemas.openxmlformats.org/officeDocument/2006/relationships/chart" Target="../charts/char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src5_image7.png"/><Relationship Id="rId3" Type="http://schemas.openxmlformats.org/officeDocument/2006/relationships/image" Target="../media/src5_image8.sv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image" Target="../media/src7_Slide-1-image-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23.xml.rels><?xml version="1.0" encoding="UTF-8" standalone="yes"?>
<Relationships xmlns="http://schemas.openxmlformats.org/package/2006/relationships"><Relationship Id="rId1" Type="http://schemas.openxmlformats.org/officeDocument/2006/relationships/image" Target="../media/src8_Slide-1-image-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27.xml.rels><?xml version="1.0" encoding="UTF-8" standalone="yes"?>
<Relationships xmlns="http://schemas.openxmlformats.org/package/2006/relationships"><Relationship Id="rId2" Type="http://schemas.openxmlformats.org/officeDocument/2006/relationships/image" Target="../media/src9_image2.jpe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CC10EA-916F-79E9-3241-F929E8C01630}"/>
            </a:ext>
          </a:extLst>
        </p:cNvPr>
        <p:cNvGrpSpPr/>
        <p:nvPr/>
      </p:nvGrpSpPr>
      <p:grpSpPr>
        <a:xfrm>
          <a:off x="0" y="0"/>
          <a:ext cx="0" cy="0"/>
          <a:chOff x="0" y="0"/>
          <a:chExt cx="0" cy="0"/>
        </a:xfrm>
      </p:grpSpPr>
      <p:sp>
        <p:nvSpPr>
          <p:cNvPr id="5" name="TextBox 5">
            <a:extLst>
              <a:ext uri="{FF2B5EF4-FFF2-40B4-BE49-F238E27FC236}">
                <a16:creationId xmlns:a16="http://schemas.microsoft.com/office/drawing/2014/main" id="{0B192AB1-57F8-08BA-870D-46F28994004F}"/>
              </a:ext>
            </a:extLst>
          </p:cNvPr>
          <p:cNvSpPr txBox="1"/>
          <p:nvPr/>
        </p:nvSpPr>
        <p:spPr>
          <a:xfrm>
            <a:off x="1028700" y="1620860"/>
            <a:ext cx="17640300" cy="923330"/>
          </a:xfrm>
          <a:prstGeom prst="rect">
            <a:avLst/>
          </a:prstGeom>
        </p:spPr>
        <p:txBody>
          <a:bodyPr wrap="square" lIns="0" tIns="0" rIns="0" bIns="0" rtlCol="0" anchor="t">
            <a:spAutoFit/>
          </a:bodyPr>
          <a:lstStyle/>
          <a:p>
            <a:r>
              <a:rPr lang="en-US" sz="6000" dirty="0" err="1">
                <a:solidFill>
                  <a:srgbClr val="023047"/>
                </a:solidFill>
                <a:latin typeface="Century Schoolbook" panose="02040604050505020304" pitchFamily="18" charset="0"/>
                <a:ea typeface="Verdana" panose="020B0604030504040204" pitchFamily="34" charset="0"/>
              </a:rPr>
              <a:t>Feasability</a:t>
            </a:r>
            <a:r>
              <a:rPr lang="en-US" sz="6000" dirty="0">
                <a:solidFill>
                  <a:srgbClr val="023047"/>
                </a:solidFill>
                <a:latin typeface="Century Schoolbook" panose="02040604050505020304" pitchFamily="18" charset="0"/>
                <a:ea typeface="Verdana" panose="020B0604030504040204" pitchFamily="34" charset="0"/>
              </a:rPr>
              <a:t> Study</a:t>
            </a:r>
          </a:p>
        </p:txBody>
      </p:sp>
    </p:spTree>
    <p:extLst>
      <p:ext uri="{BB962C8B-B14F-4D97-AF65-F5344CB8AC3E}">
        <p14:creationId xmlns:p14="http://schemas.microsoft.com/office/powerpoint/2010/main" val="42095128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914400" y="457200"/>
            <a:ext cx="9753600" cy="0"/>
          </a:xfrm>
          <a:prstGeom prst="rect">
            <a:avLst/>
          </a:prstGeom>
          <a:noFill/>
          <a:ln/>
        </p:spPr>
        <p:txBody>
          <a:bodyPr wrap="square" rtlCol="0" anchor="ctr"/>
          <a:lstStyle/>
          <a:p>
            <a:pPr indent="0" marL="0">
              <a:buNone/>
            </a:pPr>
            <a:r>
              <a:rPr lang="en-US" sz="3200" b="1" dirty="0">
                <a:solidFill>
                  <a:srgbClr val="1E2761"/>
                </a:solidFill>
                <a:latin typeface="Calibri" pitchFamily="34" charset="0"/>
                <a:ea typeface="Calibri" pitchFamily="34" charset="-122"/>
                <a:cs typeface="Calibri" pitchFamily="34" charset="-120"/>
              </a:rPr>
              <a:t>TABLE OF CONTENTS</a:t>
            </a:r>
            <a:endParaRPr lang="en-US" sz="3200" dirty="0"/>
          </a:p>
        </p:txBody>
      </p:sp>
      <p:sp>
        <p:nvSpPr>
          <p:cNvPr id="3" name="Text 1"/>
          <p:cNvSpPr/>
          <p:nvPr/>
        </p:nvSpPr>
        <p:spPr>
          <a:xfrm>
            <a:off x="1097280" y="1371600"/>
            <a:ext cx="8534400" cy="0"/>
          </a:xfrm>
          <a:prstGeom prst="rect">
            <a:avLst/>
          </a:prstGeom>
          <a:noFill/>
          <a:ln/>
        </p:spPr>
        <p:txBody>
          <a:bodyPr wrap="square" rtlCol="0" anchor="ctr"/>
          <a:lstStyle/>
          <a:p>
            <a:pPr indent="0" marL="0">
              <a:buNone/>
            </a:pPr>
            <a:r>
              <a:rPr lang="en-US" sz="1800" dirty="0">
                <a:solidFill>
                  <a:srgbClr val="333333"/>
                </a:solidFill>
                <a:latin typeface="Calibri" pitchFamily="34" charset="0"/>
                <a:ea typeface="Calibri" pitchFamily="34" charset="-122"/>
                <a:cs typeface="Calibri" pitchFamily="34" charset="-120"/>
              </a:rPr>
              <a:t>01. Project Background</a:t>
            </a:r>
            <a:endParaRPr lang="en-US" sz="1800" dirty="0"/>
          </a:p>
        </p:txBody>
      </p:sp>
      <p:sp>
        <p:nvSpPr>
          <p:cNvPr id="4" name="Text 2"/>
          <p:cNvSpPr/>
          <p:nvPr/>
        </p:nvSpPr>
        <p:spPr>
          <a:xfrm>
            <a:off x="4572000" y="1371600"/>
            <a:ext cx="3657600" cy="0"/>
          </a:xfrm>
          <a:prstGeom prst="rect">
            <a:avLst/>
          </a:prstGeom>
          <a:noFill/>
          <a:ln/>
        </p:spPr>
        <p:txBody>
          <a:bodyPr wrap="square" rtlCol="0" anchor="ctr"/>
          <a:lstStyle/>
          <a:p>
            <a:pPr algn="r" indent="0" marL="0">
              <a:buNone/>
            </a:pPr>
            <a:r>
              <a:rPr lang="en-US" sz="1800" dirty="0">
                <a:solidFill>
                  <a:srgbClr val="999999"/>
                </a:solidFill>
              </a:rPr>
              <a:t>....</a:t>
            </a:r>
            <a:endParaRPr lang="en-US" sz="1800" dirty="0"/>
          </a:p>
        </p:txBody>
      </p:sp>
      <p:sp>
        <p:nvSpPr>
          <p:cNvPr id="5" name="Text 3"/>
          <p:cNvSpPr/>
          <p:nvPr/>
        </p:nvSpPr>
        <p:spPr>
          <a:xfrm>
            <a:off x="1097280" y="1920240"/>
            <a:ext cx="8534400" cy="0"/>
          </a:xfrm>
          <a:prstGeom prst="rect">
            <a:avLst/>
          </a:prstGeom>
          <a:noFill/>
          <a:ln/>
        </p:spPr>
        <p:txBody>
          <a:bodyPr wrap="square" rtlCol="0" anchor="ctr"/>
          <a:lstStyle/>
          <a:p>
            <a:pPr indent="0" marL="0">
              <a:buNone/>
            </a:pPr>
            <a:r>
              <a:rPr lang="en-US" sz="1800" dirty="0">
                <a:solidFill>
                  <a:srgbClr val="333333"/>
                </a:solidFill>
                <a:latin typeface="Calibri" pitchFamily="34" charset="0"/>
                <a:ea typeface="Calibri" pitchFamily="34" charset="-122"/>
                <a:cs typeface="Calibri" pitchFamily="34" charset="-120"/>
              </a:rPr>
              <a:t>02. Executive Summary</a:t>
            </a:r>
            <a:endParaRPr lang="en-US" sz="1800" dirty="0"/>
          </a:p>
        </p:txBody>
      </p:sp>
      <p:sp>
        <p:nvSpPr>
          <p:cNvPr id="6" name="Text 4"/>
          <p:cNvSpPr/>
          <p:nvPr/>
        </p:nvSpPr>
        <p:spPr>
          <a:xfrm>
            <a:off x="4572000" y="1920240"/>
            <a:ext cx="3657600" cy="0"/>
          </a:xfrm>
          <a:prstGeom prst="rect">
            <a:avLst/>
          </a:prstGeom>
          <a:noFill/>
          <a:ln/>
        </p:spPr>
        <p:txBody>
          <a:bodyPr wrap="square" rtlCol="0" anchor="ctr"/>
          <a:lstStyle/>
          <a:p>
            <a:pPr algn="r" indent="0" marL="0">
              <a:buNone/>
            </a:pPr>
            <a:r>
              <a:rPr lang="en-US" sz="1800" dirty="0">
                <a:solidFill>
                  <a:srgbClr val="999999"/>
                </a:solidFill>
              </a:rPr>
              <a:t>....</a:t>
            </a:r>
            <a:endParaRPr lang="en-US" sz="1800" dirty="0"/>
          </a:p>
        </p:txBody>
      </p:sp>
      <p:sp>
        <p:nvSpPr>
          <p:cNvPr id="7" name="Text 5"/>
          <p:cNvSpPr/>
          <p:nvPr/>
        </p:nvSpPr>
        <p:spPr>
          <a:xfrm>
            <a:off x="1097280" y="2468880"/>
            <a:ext cx="8534400" cy="0"/>
          </a:xfrm>
          <a:prstGeom prst="rect">
            <a:avLst/>
          </a:prstGeom>
          <a:noFill/>
          <a:ln/>
        </p:spPr>
        <p:txBody>
          <a:bodyPr wrap="square" rtlCol="0" anchor="ctr"/>
          <a:lstStyle/>
          <a:p>
            <a:pPr indent="0" marL="0">
              <a:buNone/>
            </a:pPr>
            <a:r>
              <a:rPr lang="en-US" sz="1800" dirty="0">
                <a:solidFill>
                  <a:srgbClr val="333333"/>
                </a:solidFill>
                <a:latin typeface="Calibri" pitchFamily="34" charset="0"/>
                <a:ea typeface="Calibri" pitchFamily="34" charset="-122"/>
                <a:cs typeface="Calibri" pitchFamily="34" charset="-120"/>
              </a:rPr>
              <a:t>03. Site Assessment</a:t>
            </a:r>
            <a:endParaRPr lang="en-US" sz="1800" dirty="0"/>
          </a:p>
        </p:txBody>
      </p:sp>
      <p:sp>
        <p:nvSpPr>
          <p:cNvPr id="8" name="Text 6"/>
          <p:cNvSpPr/>
          <p:nvPr/>
        </p:nvSpPr>
        <p:spPr>
          <a:xfrm>
            <a:off x="4572000" y="2468880"/>
            <a:ext cx="3657600" cy="0"/>
          </a:xfrm>
          <a:prstGeom prst="rect">
            <a:avLst/>
          </a:prstGeom>
          <a:noFill/>
          <a:ln/>
        </p:spPr>
        <p:txBody>
          <a:bodyPr wrap="square" rtlCol="0" anchor="ctr"/>
          <a:lstStyle/>
          <a:p>
            <a:pPr algn="r" indent="0" marL="0">
              <a:buNone/>
            </a:pPr>
            <a:r>
              <a:rPr lang="en-US" sz="1800" dirty="0">
                <a:solidFill>
                  <a:srgbClr val="999999"/>
                </a:solidFill>
              </a:rPr>
              <a:t>....</a:t>
            </a:r>
            <a:endParaRPr lang="en-US" sz="1800" dirty="0"/>
          </a:p>
        </p:txBody>
      </p:sp>
      <p:sp>
        <p:nvSpPr>
          <p:cNvPr id="9" name="Text 7"/>
          <p:cNvSpPr/>
          <p:nvPr/>
        </p:nvSpPr>
        <p:spPr>
          <a:xfrm>
            <a:off x="1097280" y="3017520"/>
            <a:ext cx="8534400" cy="0"/>
          </a:xfrm>
          <a:prstGeom prst="rect">
            <a:avLst/>
          </a:prstGeom>
          <a:noFill/>
          <a:ln/>
        </p:spPr>
        <p:txBody>
          <a:bodyPr wrap="square" rtlCol="0" anchor="ctr"/>
          <a:lstStyle/>
          <a:p>
            <a:pPr indent="0" marL="0">
              <a:buNone/>
            </a:pPr>
            <a:r>
              <a:rPr lang="en-US" sz="1800" dirty="0">
                <a:solidFill>
                  <a:srgbClr val="333333"/>
                </a:solidFill>
                <a:latin typeface="Calibri" pitchFamily="34" charset="0"/>
                <a:ea typeface="Calibri" pitchFamily="34" charset="-122"/>
                <a:cs typeface="Calibri" pitchFamily="34" charset="-120"/>
              </a:rPr>
              <a:t>04. Market Overview</a:t>
            </a:r>
            <a:endParaRPr lang="en-US" sz="1800" dirty="0"/>
          </a:p>
        </p:txBody>
      </p:sp>
      <p:sp>
        <p:nvSpPr>
          <p:cNvPr id="10" name="Text 8"/>
          <p:cNvSpPr/>
          <p:nvPr/>
        </p:nvSpPr>
        <p:spPr>
          <a:xfrm>
            <a:off x="4572000" y="3017520"/>
            <a:ext cx="3657600" cy="0"/>
          </a:xfrm>
          <a:prstGeom prst="rect">
            <a:avLst/>
          </a:prstGeom>
          <a:noFill/>
          <a:ln/>
        </p:spPr>
        <p:txBody>
          <a:bodyPr wrap="square" rtlCol="0" anchor="ctr"/>
          <a:lstStyle/>
          <a:p>
            <a:pPr algn="r" indent="0" marL="0">
              <a:buNone/>
            </a:pPr>
            <a:r>
              <a:rPr lang="en-US" sz="1800" dirty="0">
                <a:solidFill>
                  <a:srgbClr val="999999"/>
                </a:solidFill>
              </a:rPr>
              <a:t>....</a:t>
            </a:r>
            <a:endParaRPr lang="en-US" sz="1800" dirty="0"/>
          </a:p>
        </p:txBody>
      </p:sp>
      <p:sp>
        <p:nvSpPr>
          <p:cNvPr id="11" name="Text 9"/>
          <p:cNvSpPr/>
          <p:nvPr/>
        </p:nvSpPr>
        <p:spPr>
          <a:xfrm>
            <a:off x="1097280" y="3566160"/>
            <a:ext cx="8534400" cy="0"/>
          </a:xfrm>
          <a:prstGeom prst="rect">
            <a:avLst/>
          </a:prstGeom>
          <a:noFill/>
          <a:ln/>
        </p:spPr>
        <p:txBody>
          <a:bodyPr wrap="square" rtlCol="0" anchor="ctr"/>
          <a:lstStyle/>
          <a:p>
            <a:pPr indent="0" marL="0">
              <a:buNone/>
            </a:pPr>
            <a:r>
              <a:rPr lang="en-US" sz="1800" dirty="0">
                <a:solidFill>
                  <a:srgbClr val="333333"/>
                </a:solidFill>
                <a:latin typeface="Calibri" pitchFamily="34" charset="0"/>
                <a:ea typeface="Calibri" pitchFamily="34" charset="-122"/>
                <a:cs typeface="Calibri" pitchFamily="34" charset="-120"/>
              </a:rPr>
              <a:t>05. Development Recommendations</a:t>
            </a:r>
            <a:endParaRPr lang="en-US" sz="1800" dirty="0"/>
          </a:p>
        </p:txBody>
      </p:sp>
      <p:sp>
        <p:nvSpPr>
          <p:cNvPr id="12" name="Text 10"/>
          <p:cNvSpPr/>
          <p:nvPr/>
        </p:nvSpPr>
        <p:spPr>
          <a:xfrm>
            <a:off x="4572000" y="3566160"/>
            <a:ext cx="3657600" cy="0"/>
          </a:xfrm>
          <a:prstGeom prst="rect">
            <a:avLst/>
          </a:prstGeom>
          <a:noFill/>
          <a:ln/>
        </p:spPr>
        <p:txBody>
          <a:bodyPr wrap="square" rtlCol="0" anchor="ctr"/>
          <a:lstStyle/>
          <a:p>
            <a:pPr algn="r" indent="0" marL="0">
              <a:buNone/>
            </a:pPr>
            <a:r>
              <a:rPr lang="en-US" sz="1800" dirty="0">
                <a:solidFill>
                  <a:srgbClr val="999999"/>
                </a:solidFill>
              </a:rPr>
              <a:t>....</a:t>
            </a:r>
            <a:endParaRPr lang="en-US" sz="1800" dirty="0"/>
          </a:p>
        </p:txBody>
      </p:sp>
      <p:sp>
        <p:nvSpPr>
          <p:cNvPr id="13" name="Text 11"/>
          <p:cNvSpPr/>
          <p:nvPr/>
        </p:nvSpPr>
        <p:spPr>
          <a:xfrm>
            <a:off x="1097280" y="4114800"/>
            <a:ext cx="8534400" cy="0"/>
          </a:xfrm>
          <a:prstGeom prst="rect">
            <a:avLst/>
          </a:prstGeom>
          <a:noFill/>
          <a:ln/>
        </p:spPr>
        <p:txBody>
          <a:bodyPr wrap="square" rtlCol="0" anchor="ctr"/>
          <a:lstStyle/>
          <a:p>
            <a:pPr indent="0" marL="0">
              <a:buNone/>
            </a:pPr>
            <a:r>
              <a:rPr lang="en-US" sz="1800" dirty="0">
                <a:solidFill>
                  <a:srgbClr val="333333"/>
                </a:solidFill>
                <a:latin typeface="Calibri" pitchFamily="34" charset="0"/>
                <a:ea typeface="Calibri" pitchFamily="34" charset="-122"/>
                <a:cs typeface="Calibri" pitchFamily="34" charset="-120"/>
              </a:rPr>
              <a:t>06. Financial &amp; Investment Analysis</a:t>
            </a:r>
            <a:endParaRPr lang="en-US" sz="1800" dirty="0"/>
          </a:p>
        </p:txBody>
      </p:sp>
      <p:sp>
        <p:nvSpPr>
          <p:cNvPr id="14" name="Text 12"/>
          <p:cNvSpPr/>
          <p:nvPr/>
        </p:nvSpPr>
        <p:spPr>
          <a:xfrm>
            <a:off x="4572000" y="4114800"/>
            <a:ext cx="3657600" cy="0"/>
          </a:xfrm>
          <a:prstGeom prst="rect">
            <a:avLst/>
          </a:prstGeom>
          <a:noFill/>
          <a:ln/>
        </p:spPr>
        <p:txBody>
          <a:bodyPr wrap="square" rtlCol="0" anchor="ctr"/>
          <a:lstStyle/>
          <a:p>
            <a:pPr algn="r" indent="0" marL="0">
              <a:buNone/>
            </a:pPr>
            <a:r>
              <a:rPr lang="en-US" sz="1800" dirty="0">
                <a:solidFill>
                  <a:srgbClr val="999999"/>
                </a:solidFill>
              </a:rPr>
              <a:t>....</a:t>
            </a:r>
            <a:endParaRPr lang="en-US" sz="1800" dirty="0"/>
          </a:p>
        </p:txBody>
      </p:sp>
      <p:sp>
        <p:nvSpPr>
          <p:cNvPr id="15" name="Text 13"/>
          <p:cNvSpPr/>
          <p:nvPr/>
        </p:nvSpPr>
        <p:spPr>
          <a:xfrm>
            <a:off x="1097280" y="4663440"/>
            <a:ext cx="8534400" cy="0"/>
          </a:xfrm>
          <a:prstGeom prst="rect">
            <a:avLst/>
          </a:prstGeom>
          <a:noFill/>
          <a:ln/>
        </p:spPr>
        <p:txBody>
          <a:bodyPr wrap="square" rtlCol="0" anchor="ctr"/>
          <a:lstStyle/>
          <a:p>
            <a:pPr indent="0" marL="0">
              <a:buNone/>
            </a:pPr>
            <a:r>
              <a:rPr lang="en-US" sz="1800" dirty="0">
                <a:solidFill>
                  <a:srgbClr val="333333"/>
                </a:solidFill>
                <a:latin typeface="Calibri" pitchFamily="34" charset="0"/>
                <a:ea typeface="Calibri" pitchFamily="34" charset="-122"/>
                <a:cs typeface="Calibri" pitchFamily="34" charset="-120"/>
              </a:rPr>
              <a:t>07. Disclaimer</a:t>
            </a:r>
            <a:endParaRPr lang="en-US" sz="1800" dirty="0"/>
          </a:p>
        </p:txBody>
      </p:sp>
      <p:sp>
        <p:nvSpPr>
          <p:cNvPr id="16" name="Text 14"/>
          <p:cNvSpPr/>
          <p:nvPr/>
        </p:nvSpPr>
        <p:spPr>
          <a:xfrm>
            <a:off x="4572000" y="4663440"/>
            <a:ext cx="3657600" cy="0"/>
          </a:xfrm>
          <a:prstGeom prst="rect">
            <a:avLst/>
          </a:prstGeom>
          <a:noFill/>
          <a:ln/>
        </p:spPr>
        <p:txBody>
          <a:bodyPr wrap="square" rtlCol="0" anchor="ctr"/>
          <a:lstStyle/>
          <a:p>
            <a:pPr algn="r" indent="0" marL="0">
              <a:buNone/>
            </a:pPr>
            <a:r>
              <a:rPr lang="en-US" sz="1800" dirty="0">
                <a:solidFill>
                  <a:srgbClr val="999999"/>
                </a:solidFill>
              </a:rPr>
              <a:t>....</a:t>
            </a:r>
            <a:endParaRPr lang="en-US" sz="1800" dirty="0"/>
          </a:p>
        </p:txBody>
      </p:sp>
      <p:sp>
        <p:nvSpPr>
          <p:cNvPr id="17" name="Text 15"/>
          <p:cNvSpPr/>
          <p:nvPr/>
        </p:nvSpPr>
        <p:spPr>
          <a:xfrm>
            <a:off x="0" y="6515100"/>
            <a:ext cx="12192000" cy="0"/>
          </a:xfrm>
          <a:prstGeom prst="rect">
            <a:avLst/>
          </a:prstGeom>
          <a:noFill/>
          <a:ln/>
        </p:spPr>
        <p:txBody>
          <a:bodyPr wrap="square" rtlCol="0" anchor="ctr"/>
          <a:lstStyle/>
          <a:p>
            <a:pPr algn="ctr" indent="0" marL="0">
              <a:buNone/>
            </a:pPr>
            <a:r>
              <a:rPr lang="en-US" sz="1000" dirty="0">
                <a:solidFill>
                  <a:srgbClr val="888888"/>
                </a:solidFill>
                <a:latin typeface="Calibri" pitchFamily="34" charset="0"/>
                <a:ea typeface="Calibri" pitchFamily="34" charset="-122"/>
                <a:cs typeface="Calibri" pitchFamily="34" charset="-120"/>
              </a:rPr>
              <a:t>© 2025 AIRE Software - All rights reserved.</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E2761">
              <a:alpha val="60000"/>
            </a:srgbClr>
          </a:solidFill>
          <a:ln/>
        </p:spPr>
      </p:sp>
      <p:sp>
        <p:nvSpPr>
          <p:cNvPr id="3" name="Text 1"/>
          <p:cNvSpPr/>
          <p:nvPr/>
        </p:nvSpPr>
        <p:spPr>
          <a:xfrm>
            <a:off x="0" y="2743200"/>
            <a:ext cx="12192000" cy="0"/>
          </a:xfrm>
          <a:prstGeom prst="rect">
            <a:avLst/>
          </a:prstGeom>
          <a:noFill/>
          <a:ln/>
        </p:spPr>
        <p:txBody>
          <a:bodyPr wrap="square" rtlCol="0" anchor="ctr"/>
          <a:lstStyle/>
          <a:p>
            <a:pPr algn="ctr" indent="0" marL="0">
              <a:buNone/>
            </a:pPr>
            <a:r>
              <a:rPr lang="en-US" sz="4800" b="1" dirty="0">
                <a:solidFill>
                  <a:srgbClr val="FFFFFF"/>
                </a:solidFill>
                <a:latin typeface="Calibri" pitchFamily="34" charset="0"/>
                <a:ea typeface="Calibri" pitchFamily="34" charset="-122"/>
                <a:cs typeface="Calibri" pitchFamily="34" charset="-120"/>
              </a:rPr>
              <a:t>PROJECT BACKGROUND</a:t>
            </a:r>
            <a:endParaRPr lang="en-US" sz="4800" dirty="0"/>
          </a:p>
        </p:txBody>
      </p:sp>
      <p:sp>
        <p:nvSpPr>
          <p:cNvPr id="4" name="Text 2"/>
          <p:cNvSpPr/>
          <p:nvPr/>
        </p:nvSpPr>
        <p:spPr>
          <a:xfrm>
            <a:off x="0" y="6515100"/>
            <a:ext cx="12192000" cy="0"/>
          </a:xfrm>
          <a:prstGeom prst="rect">
            <a:avLst/>
          </a:prstGeom>
          <a:noFill/>
          <a:ln/>
        </p:spPr>
        <p:txBody>
          <a:bodyPr wrap="square" rtlCol="0" anchor="ctr"/>
          <a:lstStyle/>
          <a:p>
            <a:pPr algn="ctr" indent="0" marL="0">
              <a:buNone/>
            </a:pPr>
            <a:r>
              <a:rPr lang="en-US" sz="1000" dirty="0">
                <a:solidFill>
                  <a:srgbClr val="888888"/>
                </a:solidFill>
                <a:latin typeface="Calibri" pitchFamily="34" charset="0"/>
                <a:ea typeface="Calibri" pitchFamily="34" charset="-122"/>
                <a:cs typeface="Calibri" pitchFamily="34" charset="-120"/>
              </a:rPr>
              <a:t>© 2025 AIRE Software - All rights reserved.</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9"/>
          <p:cNvSpPr txBox="1"/>
          <p:nvPr/>
        </p:nvSpPr>
        <p:spPr>
          <a:xfrm>
            <a:off x="4423717" y="3819397"/>
            <a:ext cx="9440566" cy="2705355"/>
          </a:xfrm>
          <a:prstGeom prst="rect">
            <a:avLst/>
          </a:prstGeom>
        </p:spPr>
        <p:txBody>
          <a:bodyPr lIns="0" tIns="0" rIns="0" bIns="0" rtlCol="0" anchor="t">
            <a:spAutoFit/>
          </a:bodyPr>
          <a:lstStyle/>
          <a:p>
            <a:pPr algn="ctr">
              <a:lnSpc>
                <a:spcPts val="10528"/>
              </a:lnSpc>
            </a:pPr>
            <a:r>
              <a:rPr lang="en-US" sz="9400" spc="235">
                <a:solidFill>
                  <a:srgbClr val="FFFFFF"/>
                </a:solidFill>
                <a:latin typeface="Century Schoolbook" panose="02040604050505020304" pitchFamily="18" charset="0"/>
                <a:ea typeface="Verdana" panose="020B0604030504040204" pitchFamily="34" charset="0"/>
              </a:rPr>
              <a:t>EXECUTIVE SUMMARY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2944389-F8ED-F5F1-A3DD-239A8A453704}"/>
              </a:ext>
            </a:extLst>
          </p:cNvPr>
          <p:cNvSpPr/>
          <p:nvPr/>
        </p:nvSpPr>
        <p:spPr>
          <a:xfrm>
            <a:off x="11460480" y="1479879"/>
            <a:ext cx="6324600" cy="7631114"/>
          </a:xfrm>
          <a:prstGeom prst="rect">
            <a:avLst/>
          </a:prstGeom>
          <a:solidFill>
            <a:srgbClr val="E2A3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sz="2000">
              <a:solidFill>
                <a:schemeClr val="tx1"/>
              </a:solidFill>
              <a:latin typeface="Alata" panose="00000500000000000000" pitchFamily="2" charset="0"/>
            </a:endParaRPr>
          </a:p>
        </p:txBody>
      </p:sp>
      <p:sp>
        <p:nvSpPr>
          <p:cNvPr id="11" name="Rectangle: Rounded Corners 10">
            <a:extLst>
              <a:ext uri="{FF2B5EF4-FFF2-40B4-BE49-F238E27FC236}">
                <a16:creationId xmlns:a16="http://schemas.microsoft.com/office/drawing/2014/main" id="{9D4495F9-8020-3AFF-26DF-F2225FA7F153}"/>
              </a:ext>
            </a:extLst>
          </p:cNvPr>
          <p:cNvSpPr/>
          <p:nvPr/>
        </p:nvSpPr>
        <p:spPr>
          <a:xfrm>
            <a:off x="723900" y="1294172"/>
            <a:ext cx="7920355" cy="2362200"/>
          </a:xfrm>
          <a:prstGeom prst="roundRect">
            <a:avLst/>
          </a:prstGeom>
          <a:solidFill>
            <a:srgbClr val="67917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sz="2000">
              <a:solidFill>
                <a:schemeClr val="tx1"/>
              </a:solidFill>
              <a:latin typeface="Alata" panose="00000500000000000000" pitchFamily="2" charset="0"/>
            </a:endParaRPr>
          </a:p>
        </p:txBody>
      </p:sp>
      <p:sp>
        <p:nvSpPr>
          <p:cNvPr id="19" name="Rectangle: Rounded Corners 18">
            <a:extLst>
              <a:ext uri="{FF2B5EF4-FFF2-40B4-BE49-F238E27FC236}">
                <a16:creationId xmlns:a16="http://schemas.microsoft.com/office/drawing/2014/main" id="{EA91203B-72A4-F293-EB2A-D1B502432280}"/>
              </a:ext>
            </a:extLst>
          </p:cNvPr>
          <p:cNvSpPr/>
          <p:nvPr/>
        </p:nvSpPr>
        <p:spPr>
          <a:xfrm>
            <a:off x="722425" y="3884973"/>
            <a:ext cx="7920354" cy="2362200"/>
          </a:xfrm>
          <a:prstGeom prst="roundRect">
            <a:avLst/>
          </a:prstGeom>
          <a:solidFill>
            <a:srgbClr val="AAD2C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sz="2000">
              <a:solidFill>
                <a:schemeClr val="tx1"/>
              </a:solidFill>
              <a:latin typeface="Alata" panose="00000500000000000000" pitchFamily="2" charset="0"/>
            </a:endParaRPr>
          </a:p>
        </p:txBody>
      </p:sp>
      <p:sp>
        <p:nvSpPr>
          <p:cNvPr id="20" name="Rectangle: Rounded Corners 19">
            <a:extLst>
              <a:ext uri="{FF2B5EF4-FFF2-40B4-BE49-F238E27FC236}">
                <a16:creationId xmlns:a16="http://schemas.microsoft.com/office/drawing/2014/main" id="{EDC1719F-1252-A662-1FC8-F6BA5E027A80}"/>
              </a:ext>
            </a:extLst>
          </p:cNvPr>
          <p:cNvSpPr/>
          <p:nvPr/>
        </p:nvSpPr>
        <p:spPr>
          <a:xfrm>
            <a:off x="723901" y="6475774"/>
            <a:ext cx="7918878" cy="2643862"/>
          </a:xfrm>
          <a:prstGeom prst="roundRect">
            <a:avLst/>
          </a:prstGeom>
          <a:solidFill>
            <a:srgbClr val="D9EEE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sz="2000">
              <a:solidFill>
                <a:schemeClr val="tx1"/>
              </a:solidFill>
              <a:latin typeface="Alata" panose="00000500000000000000" pitchFamily="2" charset="0"/>
            </a:endParaRPr>
          </a:p>
        </p:txBody>
      </p:sp>
      <p:sp>
        <p:nvSpPr>
          <p:cNvPr id="21" name="TextBox 37">
            <a:extLst>
              <a:ext uri="{FF2B5EF4-FFF2-40B4-BE49-F238E27FC236}">
                <a16:creationId xmlns:a16="http://schemas.microsoft.com/office/drawing/2014/main" id="{3406094F-DD4C-9002-8739-16AC6E49AC61}"/>
              </a:ext>
            </a:extLst>
          </p:cNvPr>
          <p:cNvSpPr txBox="1"/>
          <p:nvPr/>
        </p:nvSpPr>
        <p:spPr>
          <a:xfrm>
            <a:off x="3383917" y="1479879"/>
            <a:ext cx="3462690" cy="296684"/>
          </a:xfrm>
          <a:prstGeom prst="rect">
            <a:avLst/>
          </a:prstGeom>
        </p:spPr>
        <p:txBody>
          <a:bodyPr lIns="0" tIns="0" rIns="0" bIns="0" rtlCol="0" anchor="t">
            <a:spAutoFit/>
          </a:bodyPr>
          <a:lstStyle/>
          <a:p>
            <a:pPr>
              <a:lnSpc>
                <a:spcPts val="2520"/>
              </a:lnSpc>
            </a:pPr>
            <a:r>
              <a:rPr lang="en-US" sz="1800" dirty="0" err="1">
                <a:solidFill>
                  <a:schemeClr val="bg1"/>
                </a:solidFill>
                <a:latin typeface="Century Schoolbook" panose="02040604050505020304" pitchFamily="18" charset="0"/>
              </a:rPr>
              <a:t>hhhahah</a:t>
            </a:r>
            <a:endParaRPr lang="en-US" sz="1800" dirty="0">
              <a:solidFill>
                <a:schemeClr val="bg1"/>
              </a:solidFill>
              <a:latin typeface="Century Schoolbook" panose="02040604050505020304" pitchFamily="18" charset="0"/>
            </a:endParaRPr>
          </a:p>
        </p:txBody>
      </p:sp>
      <p:sp>
        <p:nvSpPr>
          <p:cNvPr id="23" name="TextBox 37">
            <a:extLst>
              <a:ext uri="{FF2B5EF4-FFF2-40B4-BE49-F238E27FC236}">
                <a16:creationId xmlns:a16="http://schemas.microsoft.com/office/drawing/2014/main" id="{AA955685-D106-C0CF-3840-EDD7130E3D52}"/>
              </a:ext>
            </a:extLst>
          </p:cNvPr>
          <p:cNvSpPr txBox="1"/>
          <p:nvPr/>
        </p:nvSpPr>
        <p:spPr>
          <a:xfrm>
            <a:off x="3247731" y="3927593"/>
            <a:ext cx="3462690" cy="296684"/>
          </a:xfrm>
          <a:prstGeom prst="rect">
            <a:avLst/>
          </a:prstGeom>
        </p:spPr>
        <p:txBody>
          <a:bodyPr lIns="0" tIns="0" rIns="0" bIns="0" rtlCol="0" anchor="t">
            <a:spAutoFit/>
          </a:bodyPr>
          <a:lstStyle/>
          <a:p>
            <a:pPr>
              <a:lnSpc>
                <a:spcPts val="2520"/>
              </a:lnSpc>
            </a:pPr>
            <a:r>
              <a:rPr lang="en-US" sz="1800" dirty="0" err="1">
                <a:solidFill>
                  <a:srgbClr val="232526"/>
                </a:solidFill>
                <a:latin typeface="Century Schoolbook" panose="02040604050505020304" pitchFamily="18" charset="0"/>
              </a:rPr>
              <a:t>huhuhu</a:t>
            </a:r>
            <a:endParaRPr lang="en-US" sz="1800" dirty="0">
              <a:solidFill>
                <a:srgbClr val="232526"/>
              </a:solidFill>
              <a:latin typeface="Century Schoolbook" panose="02040604050505020304" pitchFamily="18" charset="0"/>
            </a:endParaRPr>
          </a:p>
        </p:txBody>
      </p:sp>
      <p:sp>
        <p:nvSpPr>
          <p:cNvPr id="24" name="TextBox 38">
            <a:extLst>
              <a:ext uri="{FF2B5EF4-FFF2-40B4-BE49-F238E27FC236}">
                <a16:creationId xmlns:a16="http://schemas.microsoft.com/office/drawing/2014/main" id="{815ABC76-99FC-0DE6-235A-BE73B67D3BC0}"/>
              </a:ext>
            </a:extLst>
          </p:cNvPr>
          <p:cNvSpPr txBox="1"/>
          <p:nvPr/>
        </p:nvSpPr>
        <p:spPr>
          <a:xfrm>
            <a:off x="958058" y="4287695"/>
            <a:ext cx="7406640" cy="184666"/>
          </a:xfrm>
          <a:prstGeom prst="rect">
            <a:avLst/>
          </a:prstGeom>
        </p:spPr>
        <p:txBody>
          <a:bodyPr wrap="square" lIns="0" tIns="0" rIns="0" bIns="0" rtlCol="0" anchor="t">
            <a:spAutoFit/>
          </a:bodyPr>
          <a:lstStyle/>
          <a:p>
            <a:pPr marL="290195" lvl="1" indent="-171450" algn="just">
              <a:spcAft>
                <a:spcPts val="600"/>
              </a:spcAft>
              <a:buFont typeface="Arial" panose="020B0604020202020204" pitchFamily="34" charset="0"/>
              <a:buChar char="•"/>
            </a:pPr>
            <a:r>
              <a:rPr lang="en-US" sz="1200" dirty="0" err="1">
                <a:solidFill>
                  <a:srgbClr val="000000"/>
                </a:solidFill>
                <a:latin typeface="Arial" panose="020B0604020202020204" pitchFamily="34" charset="0"/>
                <a:ea typeface="Verdana" panose="020B0604030504040204" pitchFamily="34" charset="0"/>
                <a:cs typeface="Arial" panose="020B0604020202020204" pitchFamily="34" charset="0"/>
              </a:rPr>
              <a:t>jiji</a:t>
            </a:r>
            <a:endParaRPr lang="en-US" sz="1200" dirty="0">
              <a:solidFill>
                <a:srgbClr val="000000"/>
              </a:solidFill>
              <a:highlight>
                <a:srgbClr val="00FFFF"/>
              </a:highlight>
              <a:latin typeface="Arial" panose="020B0604020202020204" pitchFamily="34" charset="0"/>
              <a:ea typeface="Verdana" panose="020B0604030504040204" pitchFamily="34" charset="0"/>
              <a:cs typeface="Arial" panose="020B0604020202020204" pitchFamily="34" charset="0"/>
            </a:endParaRPr>
          </a:p>
        </p:txBody>
      </p:sp>
      <p:sp>
        <p:nvSpPr>
          <p:cNvPr id="25" name="TextBox 37">
            <a:extLst>
              <a:ext uri="{FF2B5EF4-FFF2-40B4-BE49-F238E27FC236}">
                <a16:creationId xmlns:a16="http://schemas.microsoft.com/office/drawing/2014/main" id="{FD95D8E2-015E-8BD3-1296-8A1B6FD4516B}"/>
              </a:ext>
            </a:extLst>
          </p:cNvPr>
          <p:cNvSpPr txBox="1"/>
          <p:nvPr/>
        </p:nvSpPr>
        <p:spPr>
          <a:xfrm>
            <a:off x="3045869" y="6679781"/>
            <a:ext cx="3462690" cy="290208"/>
          </a:xfrm>
          <a:prstGeom prst="rect">
            <a:avLst/>
          </a:prstGeom>
        </p:spPr>
        <p:txBody>
          <a:bodyPr lIns="0" tIns="0" rIns="0" bIns="0" rtlCol="0" anchor="t">
            <a:spAutoFit/>
          </a:bodyPr>
          <a:lstStyle/>
          <a:p>
            <a:pPr>
              <a:lnSpc>
                <a:spcPts val="2520"/>
              </a:lnSpc>
            </a:pPr>
            <a:r>
              <a:rPr lang="en-US" sz="1800" dirty="0">
                <a:solidFill>
                  <a:srgbClr val="232526"/>
                </a:solidFill>
                <a:latin typeface="Century Schoolbook" panose="02040604050505020304" pitchFamily="18" charset="0"/>
              </a:rPr>
              <a:t>Koko</a:t>
            </a:r>
          </a:p>
        </p:txBody>
      </p:sp>
      <p:sp>
        <p:nvSpPr>
          <p:cNvPr id="26" name="TextBox 38">
            <a:extLst>
              <a:ext uri="{FF2B5EF4-FFF2-40B4-BE49-F238E27FC236}">
                <a16:creationId xmlns:a16="http://schemas.microsoft.com/office/drawing/2014/main" id="{091C4928-1502-AFCC-C70B-19BEDCE12DA2}"/>
              </a:ext>
            </a:extLst>
          </p:cNvPr>
          <p:cNvSpPr txBox="1"/>
          <p:nvPr/>
        </p:nvSpPr>
        <p:spPr>
          <a:xfrm>
            <a:off x="919958" y="7150187"/>
            <a:ext cx="7499405" cy="987258"/>
          </a:xfrm>
          <a:prstGeom prst="rect">
            <a:avLst/>
          </a:prstGeom>
        </p:spPr>
        <p:txBody>
          <a:bodyPr wrap="square" lIns="0" tIns="0" rIns="0" bIns="0" rtlCol="0" anchor="t">
            <a:spAutoFit/>
          </a:bodyPr>
          <a:lstStyle/>
          <a:p>
            <a:pPr marL="290195" lvl="1" indent="-171450" algn="just">
              <a:lnSpc>
                <a:spcPts val="1540"/>
              </a:lnSpc>
              <a:spcAft>
                <a:spcPts val="600"/>
              </a:spcAft>
              <a:buFont typeface="Arial" panose="020B0604020202020204" pitchFamily="34" charset="0"/>
              <a:buChar char="•"/>
            </a:pPr>
            <a:r>
              <a:rPr lang="fr-FR" sz="1200" dirty="0">
                <a:solidFill>
                  <a:srgbClr val="000000"/>
                </a:solidFill>
                <a:latin typeface="Arial" panose="020B0604020202020204" pitchFamily="34" charset="0"/>
                <a:ea typeface="Verdana" panose="020B0604030504040204" pitchFamily="34" charset="0"/>
                <a:cs typeface="Arial" panose="020B0604020202020204" pitchFamily="34" charset="0"/>
              </a:rPr>
              <a:t>J</a:t>
            </a:r>
          </a:p>
          <a:p>
            <a:pPr marL="290195" lvl="1" indent="-171450" algn="just">
              <a:lnSpc>
                <a:spcPts val="1540"/>
              </a:lnSpc>
              <a:spcAft>
                <a:spcPts val="600"/>
              </a:spcAft>
              <a:buFont typeface="Arial" panose="020B0604020202020204" pitchFamily="34" charset="0"/>
              <a:buChar char="•"/>
            </a:pPr>
            <a:r>
              <a:rPr kumimoji="0" lang="fr-FR" sz="1200" b="0" i="0" u="none" strike="noStrike" kern="1200" cap="none" spc="0" normalizeH="0" baseline="0" noProof="0" dirty="0">
                <a:ln>
                  <a:noFill/>
                </a:ln>
                <a:solidFill>
                  <a:srgbClr val="000000"/>
                </a:solidFill>
                <a:effectLst/>
                <a:uLnTx/>
                <a:uFillTx/>
                <a:latin typeface="Arial" panose="020B0604020202020204" pitchFamily="34" charset="0"/>
                <a:ea typeface="Verdana" panose="020B0604030504040204" pitchFamily="34" charset="0"/>
                <a:cs typeface="Arial" panose="020B0604020202020204" pitchFamily="34" charset="0"/>
              </a:rPr>
              <a:t>J</a:t>
            </a:r>
          </a:p>
          <a:p>
            <a:pPr marL="290195" lvl="1" indent="-171450" algn="just">
              <a:lnSpc>
                <a:spcPts val="1540"/>
              </a:lnSpc>
              <a:spcAft>
                <a:spcPts val="600"/>
              </a:spcAft>
              <a:buFont typeface="Arial" panose="020B0604020202020204" pitchFamily="34" charset="0"/>
              <a:buChar char="•"/>
            </a:pPr>
            <a:r>
              <a:rPr lang="fr-FR" sz="1200" dirty="0">
                <a:solidFill>
                  <a:srgbClr val="000000"/>
                </a:solidFill>
                <a:latin typeface="Arial" panose="020B0604020202020204" pitchFamily="34" charset="0"/>
                <a:ea typeface="Verdana" panose="020B0604030504040204" pitchFamily="34" charset="0"/>
                <a:cs typeface="Arial" panose="020B0604020202020204" pitchFamily="34" charset="0"/>
              </a:rPr>
              <a:t>J</a:t>
            </a:r>
          </a:p>
          <a:p>
            <a:pPr marL="290195" lvl="1" indent="-171450" algn="just">
              <a:lnSpc>
                <a:spcPts val="1540"/>
              </a:lnSpc>
              <a:spcAft>
                <a:spcPts val="600"/>
              </a:spcAft>
              <a:buFont typeface="Arial" panose="020B0604020202020204" pitchFamily="34" charset="0"/>
              <a:buChar char="•"/>
            </a:pPr>
            <a:r>
              <a:rPr kumimoji="0" lang="fr-FR" sz="1200" b="0" i="0" u="none" strike="noStrike" kern="1200" cap="none" spc="0" normalizeH="0" baseline="0" noProof="0" dirty="0">
                <a:ln>
                  <a:noFill/>
                </a:ln>
                <a:solidFill>
                  <a:srgbClr val="000000"/>
                </a:solidFill>
                <a:effectLst/>
                <a:uLnTx/>
                <a:uFillTx/>
                <a:latin typeface="Arial" panose="020B0604020202020204" pitchFamily="34" charset="0"/>
                <a:ea typeface="Verdana" panose="020B0604030504040204" pitchFamily="34" charset="0"/>
                <a:cs typeface="Arial" panose="020B0604020202020204" pitchFamily="34" charset="0"/>
              </a:rPr>
              <a:t>j</a:t>
            </a:r>
            <a:endParaRPr kumimoji="0" lang="en-US" sz="1200" b="0" i="0" u="none" strike="noStrike" kern="1200" cap="none" spc="0" normalizeH="0" baseline="0" noProof="0" dirty="0">
              <a:ln>
                <a:noFill/>
              </a:ln>
              <a:solidFill>
                <a:srgbClr val="000000"/>
              </a:solidFill>
              <a:effectLst/>
              <a:uLnTx/>
              <a:uFillTx/>
              <a:latin typeface="Arial" panose="020B0604020202020204" pitchFamily="34" charset="0"/>
              <a:ea typeface="SimSun" pitchFamily="2" charset="-122"/>
              <a:cs typeface="Arial" panose="020B0604020202020204" pitchFamily="34" charset="0"/>
            </a:endParaRPr>
          </a:p>
        </p:txBody>
      </p:sp>
      <p:sp>
        <p:nvSpPr>
          <p:cNvPr id="27" name="TextBox 37">
            <a:extLst>
              <a:ext uri="{FF2B5EF4-FFF2-40B4-BE49-F238E27FC236}">
                <a16:creationId xmlns:a16="http://schemas.microsoft.com/office/drawing/2014/main" id="{3560817C-D233-8634-AB37-D9CBA54B3F5B}"/>
              </a:ext>
            </a:extLst>
          </p:cNvPr>
          <p:cNvSpPr txBox="1"/>
          <p:nvPr/>
        </p:nvSpPr>
        <p:spPr>
          <a:xfrm>
            <a:off x="13336945" y="3090908"/>
            <a:ext cx="3462690" cy="296684"/>
          </a:xfrm>
          <a:prstGeom prst="rect">
            <a:avLst/>
          </a:prstGeom>
        </p:spPr>
        <p:txBody>
          <a:bodyPr lIns="0" tIns="0" rIns="0" bIns="0" rtlCol="0" anchor="t">
            <a:spAutoFit/>
          </a:bodyPr>
          <a:lstStyle/>
          <a:p>
            <a:pPr>
              <a:lnSpc>
                <a:spcPts val="2520"/>
              </a:lnSpc>
            </a:pPr>
            <a:r>
              <a:rPr lang="en-US" sz="1800" dirty="0">
                <a:solidFill>
                  <a:schemeClr val="bg1"/>
                </a:solidFill>
                <a:latin typeface="Century Schoolbook" panose="02040604050505020304" pitchFamily="18" charset="0"/>
              </a:rPr>
              <a:t>,,^</a:t>
            </a:r>
            <a:r>
              <a:rPr lang="en-US" sz="1800" dirty="0" err="1">
                <a:solidFill>
                  <a:schemeClr val="bg1"/>
                </a:solidFill>
                <a:latin typeface="Century Schoolbook" panose="02040604050505020304" pitchFamily="18" charset="0"/>
              </a:rPr>
              <a:t>kpkpkpk</a:t>
            </a:r>
            <a:endParaRPr lang="en-US" sz="1800" dirty="0">
              <a:solidFill>
                <a:schemeClr val="bg1"/>
              </a:solidFill>
              <a:latin typeface="Century Schoolbook" panose="02040604050505020304" pitchFamily="18" charset="0"/>
            </a:endParaRPr>
          </a:p>
        </p:txBody>
      </p:sp>
      <p:sp>
        <p:nvSpPr>
          <p:cNvPr id="28" name="TextBox 38">
            <a:extLst>
              <a:ext uri="{FF2B5EF4-FFF2-40B4-BE49-F238E27FC236}">
                <a16:creationId xmlns:a16="http://schemas.microsoft.com/office/drawing/2014/main" id="{A4C3D9CB-A698-499C-29DF-190696D4AB46}"/>
              </a:ext>
            </a:extLst>
          </p:cNvPr>
          <p:cNvSpPr txBox="1"/>
          <p:nvPr/>
        </p:nvSpPr>
        <p:spPr>
          <a:xfrm>
            <a:off x="11780520" y="3561412"/>
            <a:ext cx="5820346" cy="987258"/>
          </a:xfrm>
          <a:prstGeom prst="rect">
            <a:avLst/>
          </a:prstGeom>
        </p:spPr>
        <p:txBody>
          <a:bodyPr wrap="square" lIns="0" tIns="0" rIns="0" bIns="0" rtlCol="0" anchor="t">
            <a:spAutoFit/>
          </a:bodyPr>
          <a:lstStyle/>
          <a:p>
            <a:pPr marL="118745" lvl="1" algn="just">
              <a:lnSpc>
                <a:spcPts val="1540"/>
              </a:lnSpc>
              <a:spcAft>
                <a:spcPts val="600"/>
              </a:spcAft>
            </a:pPr>
            <a:r>
              <a:rPr lang="en-US" sz="1200" dirty="0">
                <a:solidFill>
                  <a:schemeClr val="bg1"/>
                </a:solidFill>
                <a:latin typeface="Arial" panose="020B0604020202020204" pitchFamily="34" charset="0"/>
                <a:ea typeface="Verdana" panose="020B0604030504040204" pitchFamily="34" charset="0"/>
                <a:cs typeface="Arial" panose="020B0604020202020204" pitchFamily="34" charset="0"/>
              </a:rPr>
              <a:t>J</a:t>
            </a:r>
          </a:p>
          <a:p>
            <a:pPr marL="118745" lvl="1" algn="just">
              <a:lnSpc>
                <a:spcPts val="1540"/>
              </a:lnSpc>
              <a:spcAft>
                <a:spcPts val="600"/>
              </a:spcAft>
            </a:pPr>
            <a:r>
              <a:rPr lang="en-US" sz="1200" dirty="0">
                <a:solidFill>
                  <a:schemeClr val="bg1"/>
                </a:solidFill>
                <a:latin typeface="Arial" panose="020B0604020202020204" pitchFamily="34" charset="0"/>
                <a:ea typeface="Verdana" panose="020B0604030504040204" pitchFamily="34" charset="0"/>
                <a:cs typeface="Arial" panose="020B0604020202020204" pitchFamily="34" charset="0"/>
              </a:rPr>
              <a:t>J</a:t>
            </a:r>
          </a:p>
          <a:p>
            <a:pPr marL="118745" lvl="1" algn="just">
              <a:lnSpc>
                <a:spcPts val="1540"/>
              </a:lnSpc>
              <a:spcAft>
                <a:spcPts val="600"/>
              </a:spcAft>
            </a:pPr>
            <a:r>
              <a:rPr lang="en-US" sz="1200" dirty="0">
                <a:solidFill>
                  <a:schemeClr val="bg1"/>
                </a:solidFill>
                <a:latin typeface="Arial" panose="020B0604020202020204" pitchFamily="34" charset="0"/>
                <a:ea typeface="Verdana" panose="020B0604030504040204" pitchFamily="34" charset="0"/>
                <a:cs typeface="Arial" panose="020B0604020202020204" pitchFamily="34" charset="0"/>
              </a:rPr>
              <a:t>J</a:t>
            </a:r>
          </a:p>
          <a:p>
            <a:pPr marL="118745" lvl="1" algn="just">
              <a:lnSpc>
                <a:spcPts val="1540"/>
              </a:lnSpc>
              <a:spcAft>
                <a:spcPts val="600"/>
              </a:spcAft>
            </a:pPr>
            <a:endParaRPr lang="en-US" sz="1200" dirty="0">
              <a:solidFill>
                <a:schemeClr val="bg1"/>
              </a:solidFill>
              <a:latin typeface="Arial" panose="020B0604020202020204" pitchFamily="34" charset="0"/>
              <a:ea typeface="Verdana" panose="020B0604030504040204" pitchFamily="34" charset="0"/>
              <a:cs typeface="Arial" panose="020B0604020202020204" pitchFamily="34" charset="0"/>
            </a:endParaRPr>
          </a:p>
        </p:txBody>
      </p:sp>
      <p:pic>
        <p:nvPicPr>
          <p:cNvPr id="29" name="Graphic 28" descr="Merger outline">
            <a:extLst>
              <a:ext uri="{FF2B5EF4-FFF2-40B4-BE49-F238E27FC236}">
                <a16:creationId xmlns:a16="http://schemas.microsoft.com/office/drawing/2014/main" id="{24DAFA61-209F-9E19-1ADA-18B9F250B5E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260080" y="3656372"/>
            <a:ext cx="3200400" cy="3200400"/>
          </a:xfrm>
          <a:prstGeom prst="rect">
            <a:avLst/>
          </a:prstGeom>
        </p:spPr>
      </p:pic>
      <p:sp>
        <p:nvSpPr>
          <p:cNvPr id="2" name="TextBox 9">
            <a:extLst>
              <a:ext uri="{FF2B5EF4-FFF2-40B4-BE49-F238E27FC236}">
                <a16:creationId xmlns:a16="http://schemas.microsoft.com/office/drawing/2014/main" id="{39DF81CD-8225-5534-BA60-8E87105D69A1}"/>
              </a:ext>
            </a:extLst>
          </p:cNvPr>
          <p:cNvSpPr txBox="1"/>
          <p:nvPr/>
        </p:nvSpPr>
        <p:spPr>
          <a:xfrm>
            <a:off x="723899" y="404845"/>
            <a:ext cx="3854722" cy="248786"/>
          </a:xfrm>
          <a:prstGeom prst="rect">
            <a:avLst/>
          </a:prstGeom>
        </p:spPr>
        <p:txBody>
          <a:bodyPr wrap="square" lIns="0" tIns="0" rIns="0" bIns="0" rtlCol="0" anchor="t">
            <a:spAutoFit/>
          </a:bodyPr>
          <a:lstStyle/>
          <a:p>
            <a:pPr>
              <a:lnSpc>
                <a:spcPts val="2100"/>
              </a:lnSpc>
              <a:spcBef>
                <a:spcPct val="0"/>
              </a:spcBef>
            </a:pPr>
            <a:r>
              <a:rPr lang="en-US" sz="1500" spc="186">
                <a:solidFill>
                  <a:srgbClr val="FFFFFF"/>
                </a:solidFill>
                <a:latin typeface="Century Schoolbook" panose="02040604050505020304" pitchFamily="18" charset="0"/>
                <a:ea typeface="Verdana" panose="020B0604030504040204" pitchFamily="34" charset="0"/>
              </a:rPr>
              <a:t>EXECUTIVE SUMMARY</a:t>
            </a:r>
          </a:p>
        </p:txBody>
      </p:sp>
      <p:sp>
        <p:nvSpPr>
          <p:cNvPr id="3" name="TextBox 10">
            <a:extLst>
              <a:ext uri="{FF2B5EF4-FFF2-40B4-BE49-F238E27FC236}">
                <a16:creationId xmlns:a16="http://schemas.microsoft.com/office/drawing/2014/main" id="{911C6CD3-46D0-ED78-0C2E-59E437CE8429}"/>
              </a:ext>
            </a:extLst>
          </p:cNvPr>
          <p:cNvSpPr txBox="1"/>
          <p:nvPr/>
        </p:nvSpPr>
        <p:spPr>
          <a:xfrm>
            <a:off x="723899" y="727518"/>
            <a:ext cx="8783226" cy="331757"/>
          </a:xfrm>
          <a:prstGeom prst="rect">
            <a:avLst/>
          </a:prstGeom>
        </p:spPr>
        <p:txBody>
          <a:bodyPr lIns="0" tIns="0" rIns="0" bIns="0" rtlCol="0" anchor="t">
            <a:spAutoFit/>
          </a:bodyPr>
          <a:lstStyle/>
          <a:p>
            <a:pPr>
              <a:lnSpc>
                <a:spcPts val="2800"/>
              </a:lnSpc>
              <a:spcBef>
                <a:spcPct val="0"/>
              </a:spcBef>
            </a:pPr>
            <a:r>
              <a:rPr lang="en-US" sz="2000" spc="248" dirty="0">
                <a:solidFill>
                  <a:srgbClr val="FFFFFF"/>
                </a:solidFill>
                <a:latin typeface="Century Schoolbook" panose="02040604050505020304" pitchFamily="18" charset="0"/>
                <a:ea typeface="Verdana" panose="020B0604030504040204" pitchFamily="34" charset="0"/>
              </a:rPr>
              <a:t>MARKET OUTLOOK AND OPPORTUNITIES</a:t>
            </a:r>
          </a:p>
        </p:txBody>
      </p:sp>
    </p:spTree>
    <p:extLst>
      <p:ext uri="{BB962C8B-B14F-4D97-AF65-F5344CB8AC3E}">
        <p14:creationId xmlns:p14="http://schemas.microsoft.com/office/powerpoint/2010/main" val="34307519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9">
            <a:extLst>
              <a:ext uri="{FF2B5EF4-FFF2-40B4-BE49-F238E27FC236}">
                <a16:creationId xmlns:a16="http://schemas.microsoft.com/office/drawing/2014/main" id="{680C515A-A33C-9136-BE03-F2BCF96845A7}"/>
              </a:ext>
            </a:extLst>
          </p:cNvPr>
          <p:cNvSpPr txBox="1"/>
          <p:nvPr/>
        </p:nvSpPr>
        <p:spPr>
          <a:xfrm>
            <a:off x="723899" y="404845"/>
            <a:ext cx="3854722" cy="248786"/>
          </a:xfrm>
          <a:prstGeom prst="rect">
            <a:avLst/>
          </a:prstGeom>
        </p:spPr>
        <p:txBody>
          <a:bodyPr wrap="square" lIns="0" tIns="0" rIns="0" bIns="0" rtlCol="0" anchor="t">
            <a:spAutoFit/>
          </a:bodyPr>
          <a:lstStyle/>
          <a:p>
            <a:pPr>
              <a:lnSpc>
                <a:spcPts val="2100"/>
              </a:lnSpc>
              <a:spcBef>
                <a:spcPct val="0"/>
              </a:spcBef>
            </a:pPr>
            <a:r>
              <a:rPr lang="en-US" sz="1500" spc="186">
                <a:solidFill>
                  <a:srgbClr val="FFFFFF"/>
                </a:solidFill>
                <a:latin typeface="Century Schoolbook" panose="02040604050505020304" pitchFamily="18" charset="0"/>
                <a:ea typeface="Verdana" panose="020B0604030504040204" pitchFamily="34" charset="0"/>
              </a:rPr>
              <a:t>EXECUTIVE SUMMARY</a:t>
            </a:r>
          </a:p>
        </p:txBody>
      </p:sp>
      <p:sp>
        <p:nvSpPr>
          <p:cNvPr id="5" name="TextBox 10">
            <a:extLst>
              <a:ext uri="{FF2B5EF4-FFF2-40B4-BE49-F238E27FC236}">
                <a16:creationId xmlns:a16="http://schemas.microsoft.com/office/drawing/2014/main" id="{32DC4580-A096-0342-42DA-5D7EC487983B}"/>
              </a:ext>
            </a:extLst>
          </p:cNvPr>
          <p:cNvSpPr txBox="1"/>
          <p:nvPr/>
        </p:nvSpPr>
        <p:spPr>
          <a:xfrm>
            <a:off x="723899" y="727518"/>
            <a:ext cx="8783226" cy="331757"/>
          </a:xfrm>
          <a:prstGeom prst="rect">
            <a:avLst/>
          </a:prstGeom>
        </p:spPr>
        <p:txBody>
          <a:bodyPr lIns="0" tIns="0" rIns="0" bIns="0" rtlCol="0" anchor="t">
            <a:spAutoFit/>
          </a:bodyPr>
          <a:lstStyle/>
          <a:p>
            <a:pPr>
              <a:lnSpc>
                <a:spcPts val="2800"/>
              </a:lnSpc>
              <a:spcBef>
                <a:spcPct val="0"/>
              </a:spcBef>
            </a:pPr>
            <a:r>
              <a:rPr lang="en-US" sz="2000" spc="248" dirty="0">
                <a:solidFill>
                  <a:srgbClr val="FFFFFF"/>
                </a:solidFill>
                <a:latin typeface="Century Schoolbook" panose="02040604050505020304" pitchFamily="18" charset="0"/>
                <a:ea typeface="Verdana" panose="020B0604030504040204" pitchFamily="34" charset="0"/>
              </a:rPr>
              <a:t>PRICING RATIONALE</a:t>
            </a:r>
          </a:p>
        </p:txBody>
      </p:sp>
      <p:sp>
        <p:nvSpPr>
          <p:cNvPr id="8" name="Google Shape;7032;p266">
            <a:extLst>
              <a:ext uri="{FF2B5EF4-FFF2-40B4-BE49-F238E27FC236}">
                <a16:creationId xmlns:a16="http://schemas.microsoft.com/office/drawing/2014/main" id="{A6302F30-9974-318B-753B-67B18DF22300}"/>
              </a:ext>
            </a:extLst>
          </p:cNvPr>
          <p:cNvSpPr txBox="1">
            <a:spLocks/>
          </p:cNvSpPr>
          <p:nvPr/>
        </p:nvSpPr>
        <p:spPr>
          <a:xfrm>
            <a:off x="723899" y="1559341"/>
            <a:ext cx="17060863" cy="3165705"/>
          </a:xfrm>
          <a:prstGeom prst="rect">
            <a:avLst/>
          </a:prstGeom>
          <a:noFill/>
          <a:ln>
            <a:noFill/>
          </a:ln>
        </p:spPr>
        <p:txBody>
          <a:bodyPr spcFirstLastPara="1" wrap="square" lIns="0" tIns="0" rIns="0" bIns="0" anchor="t" anchorCtr="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spcAft>
                <a:spcPts val="600"/>
              </a:spcAft>
              <a:buClr>
                <a:schemeClr val="dk1"/>
              </a:buClr>
              <a:buSzPts val="1100"/>
              <a:buFont typeface="Arial"/>
              <a:buNone/>
            </a:pPr>
            <a:r>
              <a:rPr lang="en-US" sz="1800" dirty="0" err="1">
                <a:latin typeface="Century Schoolbook" panose="02040604050505020304" pitchFamily="18" charset="0"/>
                <a:ea typeface="Verdana" panose="020B0604030504040204" pitchFamily="34" charset="0"/>
                <a:cs typeface="Arial" panose="020B0604020202020204" pitchFamily="34" charset="0"/>
                <a:sym typeface="Arial"/>
              </a:rPr>
              <a:t>juhiihi</a:t>
            </a:r>
            <a:r>
              <a:rPr lang="en-US" sz="1800" dirty="0">
                <a:latin typeface="Century Schoolbook" panose="02040604050505020304" pitchFamily="18" charset="0"/>
                <a:ea typeface="Verdana" panose="020B0604030504040204" pitchFamily="34" charset="0"/>
                <a:cs typeface="Arial" panose="020B0604020202020204" pitchFamily="34" charset="0"/>
                <a:sym typeface="Arial"/>
              </a:rPr>
              <a:t> </a:t>
            </a:r>
            <a:endParaRPr lang="en-US" sz="1800" dirty="0">
              <a:latin typeface="Century Schoolbook" panose="02040604050505020304" pitchFamily="18" charset="0"/>
              <a:ea typeface="Verdana" panose="020B0604030504040204" pitchFamily="34" charset="0"/>
              <a:cs typeface="Arial" panose="020B0604020202020204" pitchFamily="34" charset="0"/>
            </a:endParaRPr>
          </a:p>
          <a:p>
            <a:pPr marL="237489" lvl="1" indent="-118744" algn="just">
              <a:lnSpc>
                <a:spcPts val="1649"/>
              </a:lnSpc>
              <a:spcBef>
                <a:spcPts val="0"/>
              </a:spcBef>
              <a:spcAft>
                <a:spcPts val="600"/>
              </a:spcAft>
              <a:buClr>
                <a:schemeClr val="tx1"/>
              </a:buClr>
              <a:buSzPts val="1000"/>
              <a:buFont typeface="Arial"/>
              <a:buChar char="•"/>
            </a:pPr>
            <a:r>
              <a:rPr lang="en-US" sz="1200" spc="136" dirty="0" err="1">
                <a:solidFill>
                  <a:srgbClr val="000000"/>
                </a:solidFill>
                <a:latin typeface="Arial" panose="020B0604020202020204" pitchFamily="34" charset="0"/>
                <a:ea typeface="Verdana" panose="020B0604030504040204" pitchFamily="34" charset="0"/>
                <a:cs typeface="Arial" panose="020B0604020202020204" pitchFamily="34" charset="0"/>
              </a:rPr>
              <a:t>jij</a:t>
            </a:r>
            <a:endParaRPr lang="en-US" sz="1200" dirty="0">
              <a:solidFill>
                <a:srgbClr val="000000"/>
              </a:solidFill>
              <a:latin typeface="Arial" panose="020B0604020202020204" pitchFamily="34" charset="0"/>
              <a:ea typeface="Verdana" panose="020B0604030504040204" pitchFamily="34" charset="0"/>
              <a:cs typeface="Arial" panose="020B0604020202020204" pitchFamily="34" charset="0"/>
            </a:endParaRPr>
          </a:p>
          <a:p>
            <a:pPr marL="237489" lvl="1" indent="-118744" algn="just">
              <a:lnSpc>
                <a:spcPts val="1649"/>
              </a:lnSpc>
              <a:spcBef>
                <a:spcPts val="0"/>
              </a:spcBef>
              <a:spcAft>
                <a:spcPts val="600"/>
              </a:spcAft>
              <a:buClr>
                <a:schemeClr val="tx1"/>
              </a:buClr>
              <a:buSzPts val="1000"/>
              <a:buFont typeface="Arial"/>
              <a:buChar char="•"/>
            </a:pPr>
            <a:endParaRPr lang="en-US" sz="1200" dirty="0">
              <a:solidFill>
                <a:srgbClr val="000000"/>
              </a:solidFill>
              <a:latin typeface="Arial" panose="020B0604020202020204" pitchFamily="34" charset="0"/>
              <a:ea typeface="Verdana" panose="020B0604030504040204" pitchFamily="34" charset="0"/>
              <a:cs typeface="Arial" panose="020B0604020202020204" pitchFamily="34" charset="0"/>
            </a:endParaRPr>
          </a:p>
          <a:p>
            <a:pPr marL="237489" lvl="1" indent="-118744" algn="just">
              <a:lnSpc>
                <a:spcPts val="1649"/>
              </a:lnSpc>
              <a:spcBef>
                <a:spcPts val="0"/>
              </a:spcBef>
              <a:spcAft>
                <a:spcPts val="600"/>
              </a:spcAft>
              <a:buClr>
                <a:schemeClr val="tx1"/>
              </a:buClr>
              <a:buSzPts val="1000"/>
              <a:buFont typeface="Arial"/>
              <a:buChar char="•"/>
            </a:pPr>
            <a:endParaRPr lang="en-US" sz="1200" dirty="0">
              <a:solidFill>
                <a:srgbClr val="000000"/>
              </a:solidFill>
              <a:latin typeface="Arial" panose="020B0604020202020204" pitchFamily="34" charset="0"/>
              <a:ea typeface="Verdana" panose="020B0604030504040204" pitchFamily="34" charset="0"/>
              <a:cs typeface="Arial" panose="020B0604020202020204" pitchFamily="34" charset="0"/>
            </a:endParaRPr>
          </a:p>
          <a:p>
            <a:pPr marL="237489" lvl="1" indent="-118744" algn="just">
              <a:lnSpc>
                <a:spcPts val="1649"/>
              </a:lnSpc>
              <a:spcBef>
                <a:spcPts val="0"/>
              </a:spcBef>
              <a:spcAft>
                <a:spcPts val="600"/>
              </a:spcAft>
              <a:buClr>
                <a:schemeClr val="tx1"/>
              </a:buClr>
              <a:buSzPts val="1000"/>
              <a:buFont typeface="Arial"/>
              <a:buChar char="•"/>
            </a:pPr>
            <a:endParaRPr lang="en-US" sz="1200" dirty="0">
              <a:solidFill>
                <a:srgbClr val="000000"/>
              </a:solidFill>
              <a:latin typeface="Arial" panose="020B0604020202020204" pitchFamily="34" charset="0"/>
              <a:ea typeface="Verdana" panose="020B0604030504040204" pitchFamily="34" charset="0"/>
              <a:cs typeface="Arial" panose="020B0604020202020204" pitchFamily="34" charset="0"/>
            </a:endParaRPr>
          </a:p>
          <a:p>
            <a:pPr marL="237489" lvl="1" indent="-118744" algn="just">
              <a:lnSpc>
                <a:spcPts val="1649"/>
              </a:lnSpc>
              <a:spcBef>
                <a:spcPts val="0"/>
              </a:spcBef>
              <a:spcAft>
                <a:spcPts val="600"/>
              </a:spcAft>
              <a:buClr>
                <a:schemeClr val="tx1"/>
              </a:buClr>
              <a:buSzPts val="1000"/>
              <a:buFont typeface="Arial"/>
              <a:buChar char="•"/>
            </a:pPr>
            <a:endParaRPr lang="en-US" sz="1200" dirty="0">
              <a:solidFill>
                <a:srgbClr val="000000"/>
              </a:solidFill>
              <a:latin typeface="Arial" panose="020B0604020202020204" pitchFamily="34" charset="0"/>
              <a:ea typeface="Verdana" panose="020B0604030504040204" pitchFamily="34" charset="0"/>
              <a:cs typeface="Arial" panose="020B0604020202020204" pitchFamily="34" charset="0"/>
            </a:endParaRPr>
          </a:p>
          <a:p>
            <a:pPr marL="237489" lvl="1" indent="-118744" algn="just">
              <a:lnSpc>
                <a:spcPts val="1649"/>
              </a:lnSpc>
              <a:spcBef>
                <a:spcPts val="0"/>
              </a:spcBef>
              <a:spcAft>
                <a:spcPts val="600"/>
              </a:spcAft>
              <a:buClr>
                <a:schemeClr val="tx1"/>
              </a:buClr>
              <a:buSzPts val="1000"/>
              <a:buFont typeface="Arial"/>
              <a:buChar char="•"/>
            </a:pPr>
            <a:endParaRPr lang="en-US" sz="1200" dirty="0">
              <a:solidFill>
                <a:srgbClr val="000000"/>
              </a:solidFill>
              <a:latin typeface="Arial" panose="020B0604020202020204" pitchFamily="34" charset="0"/>
              <a:ea typeface="Verdana" panose="020B0604030504040204" pitchFamily="34" charset="0"/>
              <a:cs typeface="Arial" panose="020B0604020202020204" pitchFamily="34" charset="0"/>
            </a:endParaRPr>
          </a:p>
          <a:p>
            <a:pPr marL="690245" lvl="2" indent="-171450" algn="just">
              <a:lnSpc>
                <a:spcPts val="1649"/>
              </a:lnSpc>
              <a:spcBef>
                <a:spcPts val="0"/>
              </a:spcBef>
              <a:spcAft>
                <a:spcPts val="600"/>
              </a:spcAft>
              <a:buClr>
                <a:schemeClr val="tx1"/>
              </a:buClr>
              <a:buSzPts val="1000"/>
              <a:buFont typeface="Courier New" panose="02070309020205020404" pitchFamily="49" charset="0"/>
              <a:buChar char="o"/>
            </a:pPr>
            <a:endParaRPr lang="en-US" sz="1200" spc="136" dirty="0">
              <a:solidFill>
                <a:srgbClr val="000000"/>
              </a:solidFill>
              <a:latin typeface="Arial" panose="020B0604020202020204" pitchFamily="34" charset="0"/>
              <a:ea typeface="Verdana" panose="020B0604030504040204" pitchFamily="34" charset="0"/>
              <a:cs typeface="Arial" panose="020B0604020202020204" pitchFamily="34" charset="0"/>
            </a:endParaRPr>
          </a:p>
          <a:p>
            <a:pPr marL="290195" lvl="1" indent="-171450" algn="just" fontAlgn="base">
              <a:lnSpc>
                <a:spcPts val="1649"/>
              </a:lnSpc>
              <a:spcBef>
                <a:spcPts val="300"/>
              </a:spcBef>
              <a:spcAft>
                <a:spcPts val="600"/>
              </a:spcAft>
              <a:buClr>
                <a:schemeClr val="tx1"/>
              </a:buClr>
              <a:buSzPts val="1000"/>
              <a:buFont typeface="Arial" panose="020B0604020202020204" pitchFamily="34" charset="0"/>
              <a:buChar char="•"/>
              <a:tabLst>
                <a:tab pos="1314450" algn="l"/>
              </a:tabLst>
              <a:defRPr/>
            </a:pPr>
            <a:endParaRPr lang="en-US" sz="1200" dirty="0">
              <a:solidFill>
                <a:srgbClr val="000000"/>
              </a:solidFill>
              <a:latin typeface="Arial" panose="020B0604020202020204" pitchFamily="34" charset="0"/>
              <a:ea typeface="Verdana" panose="020B0604030504040204" pitchFamily="34" charset="0"/>
              <a:cs typeface="Arial" panose="020B0604020202020204" pitchFamily="34" charset="0"/>
            </a:endParaRPr>
          </a:p>
          <a:p>
            <a:pPr marL="290195" lvl="1" indent="-171450" algn="just" fontAlgn="base">
              <a:lnSpc>
                <a:spcPts val="1649"/>
              </a:lnSpc>
              <a:spcBef>
                <a:spcPts val="300"/>
              </a:spcBef>
              <a:spcAft>
                <a:spcPts val="600"/>
              </a:spcAft>
              <a:buClr>
                <a:schemeClr val="tx1"/>
              </a:buClr>
              <a:buSzPts val="1000"/>
              <a:buFont typeface="Arial" panose="020B0604020202020204" pitchFamily="34" charset="0"/>
              <a:buChar char="•"/>
              <a:tabLst>
                <a:tab pos="1314450" algn="l"/>
              </a:tabLst>
              <a:defRPr/>
            </a:pPr>
            <a:r>
              <a:rPr lang="en-US" sz="1200" dirty="0">
                <a:solidFill>
                  <a:srgbClr val="000000"/>
                </a:solidFill>
                <a:latin typeface="Arial" panose="020B0604020202020204" pitchFamily="34" charset="0"/>
                <a:ea typeface="Verdana" panose="020B0604030504040204" pitchFamily="34" charset="0"/>
                <a:cs typeface="Arial" panose="020B0604020202020204" pitchFamily="34" charset="0"/>
              </a:rPr>
              <a:t>ji</a:t>
            </a:r>
          </a:p>
          <a:p>
            <a:pPr marL="290195" lvl="1" indent="-171450" algn="just" fontAlgn="base">
              <a:lnSpc>
                <a:spcPts val="1649"/>
              </a:lnSpc>
              <a:spcBef>
                <a:spcPts val="300"/>
              </a:spcBef>
              <a:spcAft>
                <a:spcPts val="600"/>
              </a:spcAft>
              <a:buClr>
                <a:schemeClr val="tx1"/>
              </a:buClr>
              <a:buSzPts val="1000"/>
              <a:buFont typeface="Arial" panose="020B0604020202020204" pitchFamily="34" charset="0"/>
              <a:buChar char="•"/>
              <a:tabLst>
                <a:tab pos="1314450" algn="l"/>
              </a:tabLst>
              <a:defRPr/>
            </a:pPr>
            <a:r>
              <a:rPr lang="en-US" sz="1200" dirty="0">
                <a:solidFill>
                  <a:srgbClr val="000000"/>
                </a:solidFill>
                <a:latin typeface="Arial" panose="020B0604020202020204" pitchFamily="34" charset="0"/>
                <a:ea typeface="Verdana" panose="020B0604030504040204" pitchFamily="34" charset="0"/>
                <a:cs typeface="Arial" panose="020B0604020202020204" pitchFamily="34" charset="0"/>
              </a:rPr>
              <a:t>ji</a:t>
            </a:r>
          </a:p>
        </p:txBody>
      </p:sp>
      <p:graphicFrame>
        <p:nvGraphicFramePr>
          <p:cNvPr id="9" name="Table 8">
            <a:extLst>
              <a:ext uri="{FF2B5EF4-FFF2-40B4-BE49-F238E27FC236}">
                <a16:creationId xmlns:a16="http://schemas.microsoft.com/office/drawing/2014/main" id="{D624282B-2346-2B53-2E5C-BAC8D497A941}"/>
              </a:ext>
            </a:extLst>
          </p:cNvPr>
          <p:cNvGraphicFramePr>
            <a:graphicFrameLocks noGrp="1"/>
          </p:cNvGraphicFramePr>
          <p:nvPr>
            <p:extLst>
              <p:ext uri="{D42A27DB-BD31-4B8C-83A1-F6EECF244321}">
                <p14:modId xmlns:p14="http://schemas.microsoft.com/office/powerpoint/2010/main" val="2572935923"/>
              </p:ext>
            </p:extLst>
          </p:nvPr>
        </p:nvGraphicFramePr>
        <p:xfrm>
          <a:off x="723900" y="2225231"/>
          <a:ext cx="17060864" cy="1579221"/>
        </p:xfrm>
        <a:graphic>
          <a:graphicData uri="http://schemas.openxmlformats.org/drawingml/2006/table">
            <a:tbl>
              <a:tblPr/>
              <a:tblGrid>
                <a:gridCol w="1043940">
                  <a:extLst>
                    <a:ext uri="{9D8B030D-6E8A-4147-A177-3AD203B41FA5}">
                      <a16:colId xmlns:a16="http://schemas.microsoft.com/office/drawing/2014/main" val="3056072515"/>
                    </a:ext>
                  </a:extLst>
                </a:gridCol>
                <a:gridCol w="5730240">
                  <a:extLst>
                    <a:ext uri="{9D8B030D-6E8A-4147-A177-3AD203B41FA5}">
                      <a16:colId xmlns:a16="http://schemas.microsoft.com/office/drawing/2014/main" val="750480927"/>
                    </a:ext>
                  </a:extLst>
                </a:gridCol>
                <a:gridCol w="10286684">
                  <a:extLst>
                    <a:ext uri="{9D8B030D-6E8A-4147-A177-3AD203B41FA5}">
                      <a16:colId xmlns:a16="http://schemas.microsoft.com/office/drawing/2014/main" val="3586391379"/>
                    </a:ext>
                  </a:extLst>
                </a:gridCol>
              </a:tblGrid>
              <a:tr h="182582">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algn="l" defTabSz="372035" rtl="0" eaLnBrk="1" fontAlgn="t" latinLnBrk="0" hangingPunct="1"/>
                      <a:r>
                        <a:rPr lang="en-US" sz="1050" kern="1200" spc="56" dirty="0">
                          <a:solidFill>
                            <a:srgbClr val="000000"/>
                          </a:solidFill>
                          <a:latin typeface="Arial" panose="020B0604020202020204" pitchFamily="34" charset="0"/>
                          <a:ea typeface="+mn-ea"/>
                          <a:cs typeface="Arial" panose="020B0604020202020204" pitchFamily="34" charset="0"/>
                        </a:rPr>
                        <a:t>Criteria</a:t>
                      </a: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E2A300"/>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l" fontAlgn="t"/>
                      <a:r>
                        <a:rPr lang="en-US" sz="1050" kern="1200" spc="56" dirty="0">
                          <a:solidFill>
                            <a:srgbClr val="000000"/>
                          </a:solidFill>
                          <a:latin typeface="Arial" panose="020B0604020202020204" pitchFamily="34" charset="0"/>
                          <a:ea typeface="+mn-ea"/>
                          <a:cs typeface="Arial" panose="020B0604020202020204" pitchFamily="34" charset="0"/>
                        </a:rPr>
                        <a:t>Rationale</a:t>
                      </a: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E2A300"/>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l" fontAlgn="t"/>
                      <a:r>
                        <a:rPr lang="en-US" sz="1050" kern="1200" spc="56" dirty="0">
                          <a:solidFill>
                            <a:srgbClr val="000000"/>
                          </a:solidFill>
                          <a:latin typeface="Arial" panose="020B0604020202020204" pitchFamily="34" charset="0"/>
                          <a:ea typeface="+mn-ea"/>
                          <a:cs typeface="Arial" panose="020B0604020202020204" pitchFamily="34" charset="0"/>
                        </a:rPr>
                        <a:t>Level of Premium</a:t>
                      </a: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E2A300"/>
                    </a:solidFill>
                  </a:tcPr>
                </a:tc>
                <a:extLst>
                  <a:ext uri="{0D108BD9-81ED-4DB2-BD59-A6C34878D82A}">
                    <a16:rowId xmlns:a16="http://schemas.microsoft.com/office/drawing/2014/main" val="1235323702"/>
                  </a:ext>
                </a:extLst>
              </a:tr>
              <a:tr h="416441">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l" defTabSz="475333" rtl="0" eaLnBrk="1" fontAlgn="auto" latinLnBrk="0" hangingPunct="1">
                        <a:lnSpc>
                          <a:spcPct val="100000"/>
                        </a:lnSpc>
                        <a:spcBef>
                          <a:spcPts val="0"/>
                        </a:spcBef>
                        <a:spcAft>
                          <a:spcPts val="0"/>
                        </a:spcAft>
                        <a:buClrTx/>
                        <a:buSzTx/>
                        <a:buFontTx/>
                        <a:buNone/>
                        <a:tabLst/>
                        <a:defRPr/>
                      </a:pPr>
                      <a:endParaRPr lang="en-US" sz="1000" kern="1200" spc="0" dirty="0">
                        <a:solidFill>
                          <a:srgbClr val="000000"/>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l" defTabSz="475333"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000" kern="1200" spc="0" noProof="0" dirty="0">
                        <a:solidFill>
                          <a:srgbClr val="000000"/>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171450" marR="0" lvl="0" indent="-171450" algn="just" defTabSz="475333"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kern="1200" spc="0" noProof="0" dirty="0" err="1">
                          <a:solidFill>
                            <a:srgbClr val="000000"/>
                          </a:solidFill>
                          <a:latin typeface="Arial" panose="020B0604020202020204" pitchFamily="34" charset="0"/>
                          <a:ea typeface="+mn-ea"/>
                          <a:cs typeface="Arial" panose="020B0604020202020204" pitchFamily="34" charset="0"/>
                        </a:rPr>
                        <a:t>ijiji</a:t>
                      </a:r>
                      <a:endParaRPr lang="en-US" sz="1000" kern="1200" spc="0" noProof="0" dirty="0">
                        <a:solidFill>
                          <a:srgbClr val="000000"/>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1745763"/>
                  </a:ext>
                </a:extLst>
              </a:tr>
              <a:tr h="46538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l" defTabSz="475333" rtl="0" eaLnBrk="1" fontAlgn="auto" latinLnBrk="0" hangingPunct="1">
                        <a:lnSpc>
                          <a:spcPct val="100000"/>
                        </a:lnSpc>
                        <a:spcBef>
                          <a:spcPts val="0"/>
                        </a:spcBef>
                        <a:spcAft>
                          <a:spcPts val="0"/>
                        </a:spcAft>
                        <a:buClrTx/>
                        <a:buSzTx/>
                        <a:buFontTx/>
                        <a:buNone/>
                        <a:tabLst/>
                        <a:defRPr/>
                      </a:pPr>
                      <a:endParaRPr lang="en-US" sz="1000" kern="1200" spc="0" dirty="0">
                        <a:solidFill>
                          <a:srgbClr val="000000"/>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mpd="sng">
                      <a:noFill/>
                      <a:prstDash val="solid"/>
                    </a:lnT>
                    <a:lnB w="3175" cap="flat" cmpd="sng" algn="ctr">
                      <a:no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l" defTabSz="475333"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000" kern="1200" spc="0" noProof="0" dirty="0">
                        <a:solidFill>
                          <a:srgbClr val="000000"/>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171450" marR="0" lvl="0" indent="-171450" algn="just" defTabSz="475333"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dirty="0" err="1">
                          <a:latin typeface="Arial" panose="020B0604020202020204" pitchFamily="34" charset="0"/>
                          <a:cs typeface="Arial" panose="020B0604020202020204" pitchFamily="34" charset="0"/>
                        </a:rPr>
                        <a:t>jiji</a:t>
                      </a:r>
                      <a:endParaRPr lang="en-US" sz="1000" kern="1200" spc="0" noProof="0" dirty="0">
                        <a:solidFill>
                          <a:srgbClr val="000000"/>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extLst>
                  <a:ext uri="{0D108BD9-81ED-4DB2-BD59-A6C34878D82A}">
                    <a16:rowId xmlns:a16="http://schemas.microsoft.com/office/drawing/2014/main" val="3402248320"/>
                  </a:ext>
                </a:extLst>
              </a:tr>
              <a:tr h="465380">
                <a:tc>
                  <a:txBody>
                    <a:bodyPr/>
                    <a:lstStyle/>
                    <a:p>
                      <a:pPr marL="0" marR="0" lvl="0" indent="0" algn="l" defTabSz="475333" rtl="0" eaLnBrk="1" fontAlgn="auto" latinLnBrk="0" hangingPunct="1">
                        <a:lnSpc>
                          <a:spcPct val="100000"/>
                        </a:lnSpc>
                        <a:spcBef>
                          <a:spcPts val="0"/>
                        </a:spcBef>
                        <a:spcAft>
                          <a:spcPts val="0"/>
                        </a:spcAft>
                        <a:buClrTx/>
                        <a:buSzTx/>
                        <a:buFontTx/>
                        <a:buNone/>
                        <a:tabLst/>
                        <a:defRPr/>
                      </a:pPr>
                      <a:endParaRPr lang="en-US" sz="1000" kern="1200" spc="0" dirty="0">
                        <a:solidFill>
                          <a:srgbClr val="000000"/>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mpd="sng">
                      <a:noFill/>
                      <a:prstDash val="soli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75333"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000" kern="1200" spc="0" noProof="0" dirty="0">
                        <a:solidFill>
                          <a:srgbClr val="000000"/>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just" defTabSz="475333"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dirty="0" err="1">
                          <a:latin typeface="Arial" panose="020B0604020202020204" pitchFamily="34" charset="0"/>
                          <a:cs typeface="Arial" panose="020B0604020202020204" pitchFamily="34" charset="0"/>
                        </a:rPr>
                        <a:t>ihji</a:t>
                      </a:r>
                      <a:endParaRPr lang="en-US" sz="1000" kern="1200" spc="0" noProof="0" dirty="0">
                        <a:solidFill>
                          <a:srgbClr val="000000"/>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33324749"/>
                  </a:ext>
                </a:extLst>
              </a:tr>
            </a:tbl>
          </a:graphicData>
        </a:graphic>
      </p:graphicFrame>
      <p:sp>
        <p:nvSpPr>
          <p:cNvPr id="10" name="TextBox 9">
            <a:extLst>
              <a:ext uri="{FF2B5EF4-FFF2-40B4-BE49-F238E27FC236}">
                <a16:creationId xmlns:a16="http://schemas.microsoft.com/office/drawing/2014/main" id="{1361B87E-8C7F-3BC3-B8B7-CFA9B58429F0}"/>
              </a:ext>
            </a:extLst>
          </p:cNvPr>
          <p:cNvSpPr txBox="1"/>
          <p:nvPr/>
        </p:nvSpPr>
        <p:spPr>
          <a:xfrm>
            <a:off x="723893" y="8816407"/>
            <a:ext cx="7615773" cy="215444"/>
          </a:xfrm>
          <a:prstGeom prst="rect">
            <a:avLst/>
          </a:prstGeom>
          <a:noFill/>
        </p:spPr>
        <p:txBody>
          <a:bodyPr wrap="square" lIns="0" rIns="0" rtlCol="0">
            <a:spAutoFit/>
          </a:bodyPr>
          <a:lstStyle/>
          <a:p>
            <a:r>
              <a:rPr lang="en-ZA" sz="800" i="1" dirty="0">
                <a:latin typeface="Arial" panose="020B0604020202020204" pitchFamily="34" charset="0"/>
                <a:ea typeface="Verdana" panose="020B0604030504040204" pitchFamily="34" charset="0"/>
                <a:cs typeface="Arial" panose="020B0604020202020204" pitchFamily="34" charset="0"/>
              </a:rPr>
              <a:t>Source: AIRE</a:t>
            </a:r>
          </a:p>
        </p:txBody>
      </p:sp>
      <p:graphicFrame>
        <p:nvGraphicFramePr>
          <p:cNvPr id="11" name="Table 10">
            <a:extLst>
              <a:ext uri="{FF2B5EF4-FFF2-40B4-BE49-F238E27FC236}">
                <a16:creationId xmlns:a16="http://schemas.microsoft.com/office/drawing/2014/main" id="{239CBE7D-0469-A3F0-A2A1-C2212F61BDE2}"/>
              </a:ext>
            </a:extLst>
          </p:cNvPr>
          <p:cNvGraphicFramePr>
            <a:graphicFrameLocks noGrp="1"/>
          </p:cNvGraphicFramePr>
          <p:nvPr>
            <p:extLst>
              <p:ext uri="{D42A27DB-BD31-4B8C-83A1-F6EECF244321}">
                <p14:modId xmlns:p14="http://schemas.microsoft.com/office/powerpoint/2010/main" val="3030138031"/>
              </p:ext>
            </p:extLst>
          </p:nvPr>
        </p:nvGraphicFramePr>
        <p:xfrm>
          <a:off x="723900" y="4927600"/>
          <a:ext cx="17060861" cy="1926432"/>
        </p:xfrm>
        <a:graphic>
          <a:graphicData uri="http://schemas.openxmlformats.org/drawingml/2006/table">
            <a:tbl>
              <a:tblPr/>
              <a:tblGrid>
                <a:gridCol w="1092003">
                  <a:extLst>
                    <a:ext uri="{9D8B030D-6E8A-4147-A177-3AD203B41FA5}">
                      <a16:colId xmlns:a16="http://schemas.microsoft.com/office/drawing/2014/main" val="233558594"/>
                    </a:ext>
                  </a:extLst>
                </a:gridCol>
                <a:gridCol w="790515">
                  <a:extLst>
                    <a:ext uri="{9D8B030D-6E8A-4147-A177-3AD203B41FA5}">
                      <a16:colId xmlns:a16="http://schemas.microsoft.com/office/drawing/2014/main" val="1951535810"/>
                    </a:ext>
                  </a:extLst>
                </a:gridCol>
                <a:gridCol w="598227">
                  <a:extLst>
                    <a:ext uri="{9D8B030D-6E8A-4147-A177-3AD203B41FA5}">
                      <a16:colId xmlns:a16="http://schemas.microsoft.com/office/drawing/2014/main" val="3444625036"/>
                    </a:ext>
                  </a:extLst>
                </a:gridCol>
                <a:gridCol w="902090">
                  <a:extLst>
                    <a:ext uri="{9D8B030D-6E8A-4147-A177-3AD203B41FA5}">
                      <a16:colId xmlns:a16="http://schemas.microsoft.com/office/drawing/2014/main" val="3997484028"/>
                    </a:ext>
                  </a:extLst>
                </a:gridCol>
                <a:gridCol w="807131">
                  <a:extLst>
                    <a:ext uri="{9D8B030D-6E8A-4147-A177-3AD203B41FA5}">
                      <a16:colId xmlns:a16="http://schemas.microsoft.com/office/drawing/2014/main" val="3556103930"/>
                    </a:ext>
                  </a:extLst>
                </a:gridCol>
                <a:gridCol w="807131">
                  <a:extLst>
                    <a:ext uri="{9D8B030D-6E8A-4147-A177-3AD203B41FA5}">
                      <a16:colId xmlns:a16="http://schemas.microsoft.com/office/drawing/2014/main" val="906970087"/>
                    </a:ext>
                  </a:extLst>
                </a:gridCol>
                <a:gridCol w="807131">
                  <a:extLst>
                    <a:ext uri="{9D8B030D-6E8A-4147-A177-3AD203B41FA5}">
                      <a16:colId xmlns:a16="http://schemas.microsoft.com/office/drawing/2014/main" val="2435716263"/>
                    </a:ext>
                  </a:extLst>
                </a:gridCol>
                <a:gridCol w="807131">
                  <a:extLst>
                    <a:ext uri="{9D8B030D-6E8A-4147-A177-3AD203B41FA5}">
                      <a16:colId xmlns:a16="http://schemas.microsoft.com/office/drawing/2014/main" val="266151605"/>
                    </a:ext>
                  </a:extLst>
                </a:gridCol>
                <a:gridCol w="807131">
                  <a:extLst>
                    <a:ext uri="{9D8B030D-6E8A-4147-A177-3AD203B41FA5}">
                      <a16:colId xmlns:a16="http://schemas.microsoft.com/office/drawing/2014/main" val="3144075893"/>
                    </a:ext>
                  </a:extLst>
                </a:gridCol>
                <a:gridCol w="807131">
                  <a:extLst>
                    <a:ext uri="{9D8B030D-6E8A-4147-A177-3AD203B41FA5}">
                      <a16:colId xmlns:a16="http://schemas.microsoft.com/office/drawing/2014/main" val="1072486917"/>
                    </a:ext>
                  </a:extLst>
                </a:gridCol>
                <a:gridCol w="807131">
                  <a:extLst>
                    <a:ext uri="{9D8B030D-6E8A-4147-A177-3AD203B41FA5}">
                      <a16:colId xmlns:a16="http://schemas.microsoft.com/office/drawing/2014/main" val="2886603668"/>
                    </a:ext>
                  </a:extLst>
                </a:gridCol>
                <a:gridCol w="807131">
                  <a:extLst>
                    <a:ext uri="{9D8B030D-6E8A-4147-A177-3AD203B41FA5}">
                      <a16:colId xmlns:a16="http://schemas.microsoft.com/office/drawing/2014/main" val="2134445660"/>
                    </a:ext>
                  </a:extLst>
                </a:gridCol>
                <a:gridCol w="763930">
                  <a:extLst>
                    <a:ext uri="{9D8B030D-6E8A-4147-A177-3AD203B41FA5}">
                      <a16:colId xmlns:a16="http://schemas.microsoft.com/office/drawing/2014/main" val="3157906313"/>
                    </a:ext>
                  </a:extLst>
                </a:gridCol>
                <a:gridCol w="807131">
                  <a:extLst>
                    <a:ext uri="{9D8B030D-6E8A-4147-A177-3AD203B41FA5}">
                      <a16:colId xmlns:a16="http://schemas.microsoft.com/office/drawing/2014/main" val="1128321351"/>
                    </a:ext>
                  </a:extLst>
                </a:gridCol>
                <a:gridCol w="807131">
                  <a:extLst>
                    <a:ext uri="{9D8B030D-6E8A-4147-A177-3AD203B41FA5}">
                      <a16:colId xmlns:a16="http://schemas.microsoft.com/office/drawing/2014/main" val="3576945924"/>
                    </a:ext>
                  </a:extLst>
                </a:gridCol>
                <a:gridCol w="807131">
                  <a:extLst>
                    <a:ext uri="{9D8B030D-6E8A-4147-A177-3AD203B41FA5}">
                      <a16:colId xmlns:a16="http://schemas.microsoft.com/office/drawing/2014/main" val="3601398512"/>
                    </a:ext>
                  </a:extLst>
                </a:gridCol>
                <a:gridCol w="807131">
                  <a:extLst>
                    <a:ext uri="{9D8B030D-6E8A-4147-A177-3AD203B41FA5}">
                      <a16:colId xmlns:a16="http://schemas.microsoft.com/office/drawing/2014/main" val="2228941459"/>
                    </a:ext>
                  </a:extLst>
                </a:gridCol>
                <a:gridCol w="807131">
                  <a:extLst>
                    <a:ext uri="{9D8B030D-6E8A-4147-A177-3AD203B41FA5}">
                      <a16:colId xmlns:a16="http://schemas.microsoft.com/office/drawing/2014/main" val="595300950"/>
                    </a:ext>
                  </a:extLst>
                </a:gridCol>
                <a:gridCol w="807131">
                  <a:extLst>
                    <a:ext uri="{9D8B030D-6E8A-4147-A177-3AD203B41FA5}">
                      <a16:colId xmlns:a16="http://schemas.microsoft.com/office/drawing/2014/main" val="359632754"/>
                    </a:ext>
                  </a:extLst>
                </a:gridCol>
                <a:gridCol w="807131">
                  <a:extLst>
                    <a:ext uri="{9D8B030D-6E8A-4147-A177-3AD203B41FA5}">
                      <a16:colId xmlns:a16="http://schemas.microsoft.com/office/drawing/2014/main" val="3185899303"/>
                    </a:ext>
                  </a:extLst>
                </a:gridCol>
                <a:gridCol w="807131">
                  <a:extLst>
                    <a:ext uri="{9D8B030D-6E8A-4147-A177-3AD203B41FA5}">
                      <a16:colId xmlns:a16="http://schemas.microsoft.com/office/drawing/2014/main" val="745406306"/>
                    </a:ext>
                  </a:extLst>
                </a:gridCol>
              </a:tblGrid>
              <a:tr h="642144">
                <a:tc>
                  <a:txBody>
                    <a:bodyPr/>
                    <a:lstStyle/>
                    <a:p>
                      <a:pPr algn="l" fontAlgn="ctr">
                        <a:buNone/>
                      </a:pPr>
                      <a:r>
                        <a:rPr lang="en-US" sz="1000" b="0" i="0" u="none" strike="noStrike" dirty="0">
                          <a:effectLst/>
                          <a:latin typeface="Arial Narrow" panose="020B0606020202030204" pitchFamily="34" charset="0"/>
                        </a:rPr>
                        <a:t> </a:t>
                      </a:r>
                    </a:p>
                  </a:txBody>
                  <a:tcPr marL="0" marR="0" marT="0"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solidFill>
                      <a:srgbClr val="E2A300"/>
                    </a:solidFill>
                  </a:tcPr>
                </a:tc>
                <a:tc>
                  <a:txBody>
                    <a:bodyPr/>
                    <a:lstStyle/>
                    <a:p>
                      <a:pPr algn="l" fontAlgn="ctr">
                        <a:buNone/>
                      </a:pPr>
                      <a:r>
                        <a:rPr lang="en-US" sz="1000" b="0" i="0" u="none" strike="noStrike" dirty="0">
                          <a:effectLst/>
                          <a:latin typeface="Arial Narrow" panose="020B0606020202030204" pitchFamily="34" charset="0"/>
                        </a:rPr>
                        <a:t> </a:t>
                      </a:r>
                    </a:p>
                  </a:txBody>
                  <a:tcPr marL="0" marR="0" marT="0" marB="0" anchor="ctr">
                    <a:lnL>
                      <a:noFill/>
                    </a:lnL>
                    <a:lnR>
                      <a:noFill/>
                    </a:lnR>
                    <a:lnT w="12700" cap="flat" cmpd="sng" algn="ctr">
                      <a:solidFill>
                        <a:schemeClr val="tx1"/>
                      </a:solidFill>
                      <a:prstDash val="solid"/>
                      <a:round/>
                      <a:headEnd type="none" w="med" len="med"/>
                      <a:tailEnd type="none" w="med" len="med"/>
                    </a:lnT>
                    <a:lnB>
                      <a:noFill/>
                    </a:lnB>
                    <a:solidFill>
                      <a:srgbClr val="E2A300"/>
                    </a:solidFill>
                  </a:tcPr>
                </a:tc>
                <a:tc>
                  <a:txBody>
                    <a:bodyPr/>
                    <a:lstStyle/>
                    <a:p>
                      <a:pPr algn="l" fontAlgn="ctr">
                        <a:buNone/>
                      </a:pPr>
                      <a:r>
                        <a:rPr lang="en-US" sz="1000" b="0" i="0" u="none" strike="noStrike">
                          <a:effectLst/>
                          <a:latin typeface="Arial Narrow" panose="020B0606020202030204" pitchFamily="34" charset="0"/>
                        </a:rPr>
                        <a:t> </a:t>
                      </a:r>
                    </a:p>
                  </a:txBody>
                  <a:tcPr marL="0" marR="0" marT="0" marB="0" anchor="ctr">
                    <a:lnL>
                      <a:noFill/>
                    </a:lnL>
                    <a:lnR>
                      <a:noFill/>
                    </a:lnR>
                    <a:lnT w="12700" cap="flat" cmpd="sng" algn="ctr">
                      <a:solidFill>
                        <a:schemeClr val="tx1"/>
                      </a:solidFill>
                      <a:prstDash val="solid"/>
                      <a:round/>
                      <a:headEnd type="none" w="med" len="med"/>
                      <a:tailEnd type="none" w="med" len="med"/>
                    </a:lnT>
                    <a:lnB>
                      <a:noFill/>
                    </a:lnB>
                    <a:solidFill>
                      <a:srgbClr val="E2A300"/>
                    </a:solidFill>
                  </a:tcPr>
                </a:tc>
                <a:tc>
                  <a:txBody>
                    <a:bodyPr/>
                    <a:lstStyle/>
                    <a:p>
                      <a:pPr algn="l" fontAlgn="ctr">
                        <a:buNone/>
                      </a:pPr>
                      <a:r>
                        <a:rPr lang="en-US" sz="1000" b="0" i="0" u="none" strike="noStrike">
                          <a:effectLst/>
                          <a:latin typeface="Arial Narrow" panose="020B0606020202030204" pitchFamily="34" charset="0"/>
                        </a:rPr>
                        <a:t> </a:t>
                      </a:r>
                    </a:p>
                  </a:txBody>
                  <a:tcPr marL="0" marR="0" marT="0" marB="0" anchor="ctr">
                    <a:lnL>
                      <a:noFill/>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solidFill>
                      <a:srgbClr val="E2A300"/>
                    </a:solidFill>
                  </a:tcPr>
                </a:tc>
                <a:tc gridSpan="8">
                  <a:txBody>
                    <a:bodyPr/>
                    <a:lstStyle/>
                    <a:p>
                      <a:pPr algn="ctr" rtl="0" fontAlgn="ctr">
                        <a:buNone/>
                      </a:pPr>
                      <a:r>
                        <a:rPr lang="en-US" sz="1000" b="1" i="0" u="none" strike="noStrike" dirty="0">
                          <a:solidFill>
                            <a:srgbClr val="000000"/>
                          </a:solidFill>
                          <a:effectLst/>
                          <a:latin typeface="Arial Narrow" panose="020B0606020202030204" pitchFamily="34" charset="0"/>
                        </a:rPr>
                        <a:t>Price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solidFill>
                      <a:srgbClr val="E2A30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rtl="0" fontAlgn="ctr">
                        <a:buNone/>
                      </a:pPr>
                      <a:r>
                        <a:rPr lang="en-US" sz="1000" b="1" i="0" u="none" strike="noStrike" dirty="0">
                          <a:solidFill>
                            <a:srgbClr val="000000"/>
                          </a:solidFill>
                          <a:effectLst/>
                          <a:latin typeface="Arial Narrow" panose="020B0606020202030204" pitchFamily="34" charset="0"/>
                        </a:rPr>
                        <a:t>Premium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solidFill>
                      <a:srgbClr val="E2A300"/>
                    </a:solidFill>
                  </a:tcPr>
                </a:tc>
                <a:tc gridSpan="8">
                  <a:txBody>
                    <a:bodyPr/>
                    <a:lstStyle/>
                    <a:p>
                      <a:pPr algn="ctr" rtl="0" fontAlgn="ctr">
                        <a:buNone/>
                      </a:pPr>
                      <a:r>
                        <a:rPr lang="en-US" sz="1000" b="1" i="0" u="none" strike="noStrike" dirty="0">
                          <a:solidFill>
                            <a:srgbClr val="000000"/>
                          </a:solidFill>
                          <a:effectLst/>
                          <a:latin typeface="Arial Narrow" panose="020B0606020202030204" pitchFamily="34" charset="0"/>
                        </a:rPr>
                        <a:t>Adjusted prices</a:t>
                      </a:r>
                    </a:p>
                  </a:txBody>
                  <a:tcPr marL="0" marR="0" marT="0"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solidFill>
                      <a:srgbClr val="E2A30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442469505"/>
                  </a:ext>
                </a:extLst>
              </a:tr>
              <a:tr h="642144">
                <a:tc>
                  <a:txBody>
                    <a:bodyPr/>
                    <a:lstStyle/>
                    <a:p>
                      <a:pPr algn="l" rtl="0" fontAlgn="ctr">
                        <a:buNone/>
                      </a:pPr>
                      <a:r>
                        <a:rPr lang="en-US" sz="1000" b="1" i="0" u="none" strike="noStrike" dirty="0">
                          <a:solidFill>
                            <a:srgbClr val="FFFFFF"/>
                          </a:solidFill>
                          <a:effectLst/>
                          <a:latin typeface="Arial Narrow" panose="020B0606020202030204" pitchFamily="34" charset="0"/>
                        </a:rPr>
                        <a:t>Name of Project</a:t>
                      </a:r>
                    </a:p>
                  </a:txBody>
                  <a:tcPr marL="0" marR="0" marT="0" marB="0" anchor="ctr">
                    <a:lnL w="12700" cap="flat" cmpd="sng" algn="ctr">
                      <a:solidFill>
                        <a:schemeClr val="tx1"/>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67917B"/>
                    </a:solidFill>
                  </a:tcPr>
                </a:tc>
                <a:tc>
                  <a:txBody>
                    <a:bodyPr/>
                    <a:lstStyle/>
                    <a:p>
                      <a:pPr algn="ctr" rtl="0" fontAlgn="ctr">
                        <a:buNone/>
                      </a:pPr>
                      <a:r>
                        <a:rPr lang="en-US" sz="1000" b="1" i="0" u="none" strike="noStrike">
                          <a:solidFill>
                            <a:srgbClr val="FFFFFF"/>
                          </a:solidFill>
                          <a:effectLst/>
                          <a:latin typeface="Arial Narrow" panose="020B0606020202030204" pitchFamily="34" charset="0"/>
                        </a:rPr>
                        <a:t>Location</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67917B"/>
                    </a:solidFill>
                  </a:tcPr>
                </a:tc>
                <a:tc>
                  <a:txBody>
                    <a:bodyPr/>
                    <a:lstStyle/>
                    <a:p>
                      <a:pPr algn="ctr" rtl="0" fontAlgn="ctr">
                        <a:buNone/>
                      </a:pPr>
                      <a:r>
                        <a:rPr lang="en-US" sz="1000" b="1" i="0" u="none" strike="noStrike">
                          <a:solidFill>
                            <a:srgbClr val="FFFFFF"/>
                          </a:solidFill>
                          <a:effectLst/>
                          <a:latin typeface="Arial Narrow" panose="020B0606020202030204" pitchFamily="34" charset="0"/>
                        </a:rPr>
                        <a:t>Completion Year</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67917B"/>
                    </a:solidFill>
                  </a:tcPr>
                </a:tc>
                <a:tc>
                  <a:txBody>
                    <a:bodyPr/>
                    <a:lstStyle/>
                    <a:p>
                      <a:pPr algn="ctr" rtl="0" fontAlgn="ctr">
                        <a:buNone/>
                      </a:pPr>
                      <a:r>
                        <a:rPr lang="en-US" sz="1000" b="1" i="0" u="none" strike="noStrike">
                          <a:solidFill>
                            <a:srgbClr val="FFFFFF"/>
                          </a:solidFill>
                          <a:effectLst/>
                          <a:latin typeface="Arial Narrow" panose="020B0606020202030204" pitchFamily="34" charset="0"/>
                        </a:rPr>
                        <a:t>Specification</a:t>
                      </a:r>
                    </a:p>
                  </a:txBody>
                  <a:tcPr marL="0" marR="0" marT="0" marB="0" anchor="ctr">
                    <a:lnL w="12700" cap="flat" cmpd="sng" algn="ctr">
                      <a:solidFill>
                        <a:srgbClr val="FFFFFF"/>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67917B"/>
                    </a:solidFill>
                  </a:tcPr>
                </a:tc>
                <a:tc>
                  <a:txBody>
                    <a:bodyPr/>
                    <a:lstStyle/>
                    <a:p>
                      <a:pPr algn="ctr" rtl="0" fontAlgn="ctr">
                        <a:buNone/>
                      </a:pPr>
                      <a:endParaRPr lang="en-US" sz="1000" b="1" i="0" u="none" strike="noStrike" dirty="0">
                        <a:solidFill>
                          <a:srgbClr val="FFFFFF"/>
                        </a:solidFill>
                        <a:effectLst/>
                        <a:latin typeface="Arial Narrow" panose="020B0606020202030204" pitchFamily="34" charset="0"/>
                      </a:endParaRPr>
                    </a:p>
                  </a:txBody>
                  <a:tcPr marL="0" marR="0" marT="0" marB="0" anchor="ctr">
                    <a:lnL w="635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67917B"/>
                    </a:solidFill>
                  </a:tcPr>
                </a:tc>
                <a:tc>
                  <a:txBody>
                    <a:bodyPr/>
                    <a:lstStyle/>
                    <a:p>
                      <a:pPr algn="ctr" rtl="0" fontAlgn="ctr">
                        <a:buNone/>
                      </a:pPr>
                      <a:endParaRPr lang="en-US" sz="1000" b="1" i="0" u="none" strike="noStrike" dirty="0">
                        <a:solidFill>
                          <a:srgbClr val="FFFFFF"/>
                        </a:solidFill>
                        <a:effectLst/>
                        <a:latin typeface="Arial Narrow" panose="020B060602020203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67917B"/>
                    </a:solidFill>
                  </a:tcPr>
                </a:tc>
                <a:tc>
                  <a:txBody>
                    <a:bodyPr/>
                    <a:lstStyle/>
                    <a:p>
                      <a:pPr algn="ctr" rtl="0" fontAlgn="ctr">
                        <a:buNone/>
                      </a:pPr>
                      <a:endParaRPr lang="en-US" sz="1000" b="1" i="0" u="none" strike="noStrike">
                        <a:solidFill>
                          <a:srgbClr val="FFFFFF"/>
                        </a:solidFill>
                        <a:effectLst/>
                        <a:latin typeface="Arial Narrow" panose="020B060602020203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67917B"/>
                    </a:solidFill>
                  </a:tcPr>
                </a:tc>
                <a:tc>
                  <a:txBody>
                    <a:bodyPr/>
                    <a:lstStyle/>
                    <a:p>
                      <a:pPr algn="ctr" rtl="0" fontAlgn="ctr">
                        <a:buNone/>
                      </a:pPr>
                      <a:endParaRPr lang="en-US" sz="1000" b="1" i="0" u="none" strike="noStrike">
                        <a:solidFill>
                          <a:srgbClr val="FFFFFF"/>
                        </a:solidFill>
                        <a:effectLst/>
                        <a:latin typeface="Arial Narrow" panose="020B060602020203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67917B"/>
                    </a:solidFill>
                  </a:tcPr>
                </a:tc>
                <a:tc>
                  <a:txBody>
                    <a:bodyPr/>
                    <a:lstStyle/>
                    <a:p>
                      <a:pPr algn="ctr" rtl="0" fontAlgn="ctr">
                        <a:buNone/>
                      </a:pPr>
                      <a:endParaRPr lang="en-US" sz="1000" b="1" i="0" u="none" strike="noStrike" dirty="0">
                        <a:solidFill>
                          <a:srgbClr val="FFFFFF"/>
                        </a:solidFill>
                        <a:effectLst/>
                        <a:latin typeface="Arial Narrow" panose="020B060602020203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67917B"/>
                    </a:solidFill>
                  </a:tcPr>
                </a:tc>
                <a:tc>
                  <a:txBody>
                    <a:bodyPr/>
                    <a:lstStyle/>
                    <a:p>
                      <a:pPr algn="ctr" rtl="0" fontAlgn="ctr">
                        <a:buNone/>
                      </a:pPr>
                      <a:endParaRPr lang="en-US" sz="1000" b="1" i="0" u="none" strike="noStrike" dirty="0">
                        <a:solidFill>
                          <a:srgbClr val="FFFFFF"/>
                        </a:solidFill>
                        <a:effectLst/>
                        <a:latin typeface="Arial Narrow" panose="020B060602020203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67917B"/>
                    </a:solidFill>
                  </a:tcPr>
                </a:tc>
                <a:tc>
                  <a:txBody>
                    <a:bodyPr/>
                    <a:lstStyle/>
                    <a:p>
                      <a:pPr algn="ctr" rtl="0" fontAlgn="ctr">
                        <a:buNone/>
                      </a:pPr>
                      <a:endParaRPr lang="en-US" sz="1000" b="1" i="0" u="none" strike="noStrike">
                        <a:solidFill>
                          <a:srgbClr val="FFFFFF"/>
                        </a:solidFill>
                        <a:effectLst/>
                        <a:latin typeface="Arial Narrow" panose="020B060602020203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67917B"/>
                    </a:solidFill>
                  </a:tcPr>
                </a:tc>
                <a:tc>
                  <a:txBody>
                    <a:bodyPr/>
                    <a:lstStyle/>
                    <a:p>
                      <a:pPr algn="ctr" rtl="0" fontAlgn="ctr">
                        <a:buNone/>
                      </a:pPr>
                      <a:endParaRPr lang="en-US" sz="1000" b="1" i="0" u="none" strike="noStrike" dirty="0">
                        <a:solidFill>
                          <a:srgbClr val="FFFFFF"/>
                        </a:solidFill>
                        <a:effectLst/>
                        <a:latin typeface="Arial Narrow" panose="020B0606020202030204" pitchFamily="34" charset="0"/>
                      </a:endParaRPr>
                    </a:p>
                  </a:txBody>
                  <a:tcPr marL="0" marR="0" marT="0" marB="0" anchor="ctr">
                    <a:lnL w="12700" cap="flat" cmpd="sng" algn="ctr">
                      <a:solidFill>
                        <a:srgbClr val="FFFFFF"/>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67917B"/>
                    </a:solidFill>
                  </a:tcPr>
                </a:tc>
                <a:tc>
                  <a:txBody>
                    <a:bodyPr/>
                    <a:lstStyle/>
                    <a:p>
                      <a:pPr algn="ctr" rtl="0" fontAlgn="ctr">
                        <a:buNone/>
                      </a:pPr>
                      <a:endParaRPr lang="en-US" sz="1000" b="1" i="0" u="none" strike="noStrike" dirty="0">
                        <a:solidFill>
                          <a:srgbClr val="FFFFFF"/>
                        </a:solidFill>
                        <a:effectLst/>
                        <a:latin typeface="Arial Narrow" panose="020B0606020202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67917B"/>
                    </a:solidFill>
                  </a:tcPr>
                </a:tc>
                <a:tc>
                  <a:txBody>
                    <a:bodyPr/>
                    <a:lstStyle/>
                    <a:p>
                      <a:pPr algn="ctr" rtl="0" fontAlgn="ctr">
                        <a:buNone/>
                      </a:pPr>
                      <a:endParaRPr lang="en-US" sz="1000" b="1" i="0" u="none" strike="noStrike" dirty="0">
                        <a:solidFill>
                          <a:srgbClr val="FFFFFF"/>
                        </a:solidFill>
                        <a:effectLst/>
                        <a:latin typeface="Arial Narrow" panose="020B0606020202030204" pitchFamily="34" charset="0"/>
                      </a:endParaRPr>
                    </a:p>
                  </a:txBody>
                  <a:tcPr marL="0" marR="0" marT="0" marB="0" anchor="ctr">
                    <a:lnL w="635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67917B"/>
                    </a:solidFill>
                  </a:tcPr>
                </a:tc>
                <a:tc>
                  <a:txBody>
                    <a:bodyPr/>
                    <a:lstStyle/>
                    <a:p>
                      <a:pPr algn="ctr" rtl="0" fontAlgn="ctr">
                        <a:buNone/>
                      </a:pPr>
                      <a:endParaRPr lang="en-US" sz="1000" b="1" i="0" u="none" strike="noStrike" dirty="0">
                        <a:solidFill>
                          <a:srgbClr val="FFFFFF"/>
                        </a:solidFill>
                        <a:effectLst/>
                        <a:latin typeface="Arial Narrow" panose="020B060602020203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67917B"/>
                    </a:solidFill>
                  </a:tcPr>
                </a:tc>
                <a:tc>
                  <a:txBody>
                    <a:bodyPr/>
                    <a:lstStyle/>
                    <a:p>
                      <a:pPr algn="ctr" rtl="0" fontAlgn="ctr">
                        <a:buNone/>
                      </a:pPr>
                      <a:endParaRPr lang="en-US" sz="1000" b="1" i="0" u="none" strike="noStrike" dirty="0">
                        <a:solidFill>
                          <a:srgbClr val="FFFFFF"/>
                        </a:solidFill>
                        <a:effectLst/>
                        <a:latin typeface="Arial Narrow" panose="020B060602020203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67917B"/>
                    </a:solidFill>
                  </a:tcPr>
                </a:tc>
                <a:tc>
                  <a:txBody>
                    <a:bodyPr/>
                    <a:lstStyle/>
                    <a:p>
                      <a:pPr algn="ctr" rtl="0" fontAlgn="ctr">
                        <a:buNone/>
                      </a:pPr>
                      <a:endParaRPr lang="en-US" sz="1000" b="1" i="0" u="none" strike="noStrike" dirty="0">
                        <a:solidFill>
                          <a:srgbClr val="FFFFFF"/>
                        </a:solidFill>
                        <a:effectLst/>
                        <a:latin typeface="Arial Narrow" panose="020B060602020203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67917B"/>
                    </a:solidFill>
                  </a:tcPr>
                </a:tc>
                <a:tc>
                  <a:txBody>
                    <a:bodyPr/>
                    <a:lstStyle/>
                    <a:p>
                      <a:pPr algn="ctr" rtl="0" fontAlgn="ctr">
                        <a:buNone/>
                      </a:pPr>
                      <a:endParaRPr lang="en-US" sz="1000" b="1" i="0" u="none" strike="noStrike" dirty="0">
                        <a:solidFill>
                          <a:srgbClr val="FFFFFF"/>
                        </a:solidFill>
                        <a:effectLst/>
                        <a:latin typeface="Arial Narrow" panose="020B060602020203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67917B"/>
                    </a:solidFill>
                  </a:tcPr>
                </a:tc>
                <a:tc>
                  <a:txBody>
                    <a:bodyPr/>
                    <a:lstStyle/>
                    <a:p>
                      <a:pPr algn="ctr" rtl="0" fontAlgn="ctr">
                        <a:buNone/>
                      </a:pPr>
                      <a:endParaRPr lang="en-US" sz="1000" b="1" i="0" u="none" strike="noStrike" dirty="0">
                        <a:solidFill>
                          <a:srgbClr val="FFFFFF"/>
                        </a:solidFill>
                        <a:effectLst/>
                        <a:latin typeface="Arial Narrow" panose="020B060602020203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67917B"/>
                    </a:solidFill>
                  </a:tcPr>
                </a:tc>
                <a:tc>
                  <a:txBody>
                    <a:bodyPr/>
                    <a:lstStyle/>
                    <a:p>
                      <a:pPr algn="ctr" rtl="0" fontAlgn="ctr">
                        <a:buNone/>
                      </a:pPr>
                      <a:endParaRPr lang="en-US" sz="1000" b="1" i="0" u="none" strike="noStrike" dirty="0">
                        <a:solidFill>
                          <a:srgbClr val="FFFFFF"/>
                        </a:solidFill>
                        <a:effectLst/>
                        <a:latin typeface="Arial Narrow" panose="020B060602020203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67917B"/>
                    </a:solidFill>
                  </a:tcPr>
                </a:tc>
                <a:tc>
                  <a:txBody>
                    <a:bodyPr/>
                    <a:lstStyle/>
                    <a:p>
                      <a:pPr algn="ctr" rtl="0" fontAlgn="ctr">
                        <a:buNone/>
                      </a:pPr>
                      <a:endParaRPr lang="en-US" sz="1000" b="1" i="0" u="none" strike="noStrike" dirty="0">
                        <a:solidFill>
                          <a:srgbClr val="FFFFFF"/>
                        </a:solidFill>
                        <a:effectLst/>
                        <a:latin typeface="Arial Narrow" panose="020B060602020203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67917B"/>
                    </a:solidFill>
                  </a:tcPr>
                </a:tc>
                <a:extLst>
                  <a:ext uri="{0D108BD9-81ED-4DB2-BD59-A6C34878D82A}">
                    <a16:rowId xmlns:a16="http://schemas.microsoft.com/office/drawing/2014/main" val="1751216337"/>
                  </a:ext>
                </a:extLst>
              </a:tr>
              <a:tr h="321072">
                <a:tc>
                  <a:txBody>
                    <a:bodyPr/>
                    <a:lstStyle/>
                    <a:p>
                      <a:pPr algn="l" rtl="0" fontAlgn="ctr">
                        <a:buNone/>
                      </a:pPr>
                      <a:r>
                        <a:rPr lang="en-US" sz="1000" b="1" i="0" u="none" strike="noStrike" dirty="0">
                          <a:solidFill>
                            <a:srgbClr val="000000"/>
                          </a:solidFill>
                          <a:effectLst/>
                          <a:latin typeface="Arial Narrow" panose="020B0606020202030204" pitchFamily="34" charset="0"/>
                        </a:rPr>
                        <a:t>Average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rtl="0" fontAlgn="ctr">
                        <a:buNone/>
                      </a:pPr>
                      <a:r>
                        <a:rPr lang="en-US" sz="1000" b="1" i="0" u="none" strike="noStrike">
                          <a:solidFill>
                            <a:srgbClr val="0070C0"/>
                          </a:solidFill>
                          <a:effectLst/>
                          <a:latin typeface="Arial Narrow" panose="020B0606020202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rtl="0" fontAlgn="ctr">
                        <a:buNone/>
                      </a:pPr>
                      <a:r>
                        <a:rPr lang="en-US" sz="1000" b="1" i="0" u="none" strike="noStrike">
                          <a:solidFill>
                            <a:srgbClr val="0070C0"/>
                          </a:solidFill>
                          <a:effectLst/>
                          <a:latin typeface="Arial Narrow" panose="020B0606020202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rtl="0" fontAlgn="ctr">
                        <a:buNone/>
                      </a:pPr>
                      <a:r>
                        <a:rPr lang="en-US" sz="1000" b="1" i="0" u="none" strike="noStrike">
                          <a:solidFill>
                            <a:srgbClr val="0070C0"/>
                          </a:solidFill>
                          <a:effectLst/>
                          <a:latin typeface="Arial Narrow" panose="020B0606020202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rtl="0" fontAlgn="ctr">
                        <a:buNone/>
                      </a:pPr>
                      <a:r>
                        <a:rPr lang="en-US" sz="1000" b="0" i="1" u="none" strike="noStrike" dirty="0">
                          <a:solidFill>
                            <a:srgbClr val="FF0000"/>
                          </a:solidFill>
                          <a:effectLst/>
                          <a:latin typeface="Arial Narrow" panose="020B0606020202030204" pitchFamily="34" charset="0"/>
                        </a:rPr>
                        <a: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rtl="0" fontAlgn="ctr">
                        <a:buNone/>
                      </a:pPr>
                      <a:endParaRPr lang="en-US" sz="1000" b="0" i="1" u="none" strike="noStrike" dirty="0">
                        <a:solidFill>
                          <a:srgbClr val="FF0000"/>
                        </a:solidFill>
                        <a:effectLst/>
                        <a:latin typeface="Arial Narrow" panose="020B0606020202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rtl="0" fontAlgn="ctr">
                        <a:buNone/>
                      </a:pPr>
                      <a:endParaRPr lang="en-US" sz="1000" b="0" i="1" u="none" strike="noStrike" dirty="0">
                        <a:solidFill>
                          <a:srgbClr val="FF0000"/>
                        </a:solidFill>
                        <a:effectLst/>
                        <a:latin typeface="Arial Narrow" panose="020B0606020202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rtl="0" fontAlgn="ctr">
                        <a:buNone/>
                      </a:pPr>
                      <a:endParaRPr lang="en-US" sz="1000" b="0" i="1" u="none" strike="noStrike" dirty="0">
                        <a:solidFill>
                          <a:srgbClr val="FF0000"/>
                        </a:solidFill>
                        <a:effectLst/>
                        <a:latin typeface="Arial Narrow" panose="020B0606020202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rtl="0" fontAlgn="ctr">
                        <a:buNone/>
                      </a:pPr>
                      <a:endParaRPr lang="en-US" sz="1000" b="0" i="1" u="none" strike="noStrike" dirty="0">
                        <a:solidFill>
                          <a:srgbClr val="FF0000"/>
                        </a:solidFill>
                        <a:effectLst/>
                        <a:latin typeface="Arial Narrow" panose="020B0606020202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rtl="0" fontAlgn="ctr">
                        <a:buNone/>
                      </a:pPr>
                      <a:endParaRPr lang="en-US" sz="1000" b="0" i="1" u="none" strike="noStrike" dirty="0">
                        <a:solidFill>
                          <a:srgbClr val="FF0000"/>
                        </a:solidFill>
                        <a:effectLst/>
                        <a:latin typeface="Arial Narrow" panose="020B0606020202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rtl="0" fontAlgn="ctr">
                        <a:buNone/>
                      </a:pPr>
                      <a:endParaRPr lang="en-US" sz="1000" b="0" i="1" u="none" strike="noStrike" dirty="0">
                        <a:solidFill>
                          <a:srgbClr val="FF0000"/>
                        </a:solidFill>
                        <a:effectLst/>
                        <a:latin typeface="Arial Narrow" panose="020B0606020202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rtl="0" fontAlgn="ctr">
                        <a:buNone/>
                      </a:pPr>
                      <a:endParaRPr lang="en-US" sz="1000" b="0" i="1" u="none" strike="noStrike">
                        <a:solidFill>
                          <a:srgbClr val="FF0000"/>
                        </a:solidFill>
                        <a:effectLst/>
                        <a:latin typeface="Arial Narrow" panose="020B0606020202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rtl="0" fontAlgn="ctr">
                        <a:buNone/>
                      </a:pPr>
                      <a:endParaRPr lang="en-US" sz="1000" b="0" i="1" u="none" strike="noStrike" dirty="0">
                        <a:solidFill>
                          <a:srgbClr val="FF0000"/>
                        </a:solidFill>
                        <a:effectLst/>
                        <a:latin typeface="Arial Narrow" panose="020B0606020202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rtl="0" fontAlgn="ctr">
                        <a:buNone/>
                      </a:pPr>
                      <a:endParaRPr lang="en-US" sz="1000" b="0" i="1" u="none" strike="noStrike" dirty="0">
                        <a:solidFill>
                          <a:srgbClr val="FF0000"/>
                        </a:solidFill>
                        <a:effectLst/>
                        <a:latin typeface="Arial Narrow" panose="020B0606020202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rtl="0" fontAlgn="ctr">
                        <a:buNone/>
                      </a:pPr>
                      <a:endParaRPr lang="en-US" sz="1000" b="0" i="1" u="none" strike="noStrike" dirty="0">
                        <a:solidFill>
                          <a:srgbClr val="FF0000"/>
                        </a:solidFill>
                        <a:effectLst/>
                        <a:latin typeface="Arial Narrow" panose="020B0606020202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rtl="0" fontAlgn="ctr">
                        <a:buNone/>
                      </a:pPr>
                      <a:endParaRPr lang="en-US" sz="1000" b="0" i="1" u="none" strike="noStrike" dirty="0">
                        <a:solidFill>
                          <a:srgbClr val="FF0000"/>
                        </a:solidFill>
                        <a:effectLst/>
                        <a:latin typeface="Arial Narrow" panose="020B0606020202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rtl="0" fontAlgn="ctr">
                        <a:buNone/>
                      </a:pPr>
                      <a:endParaRPr lang="en-US" sz="1000" b="0" i="1" u="none" strike="noStrike" dirty="0">
                        <a:solidFill>
                          <a:srgbClr val="FF0000"/>
                        </a:solidFill>
                        <a:effectLst/>
                        <a:latin typeface="Arial Narrow" panose="020B0606020202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rtl="0" fontAlgn="ctr">
                        <a:buNone/>
                      </a:pPr>
                      <a:endParaRPr lang="en-US" sz="1000" b="0" i="1" u="none" strike="noStrike" dirty="0">
                        <a:solidFill>
                          <a:srgbClr val="FF0000"/>
                        </a:solidFill>
                        <a:effectLst/>
                        <a:latin typeface="Arial Narrow" panose="020B0606020202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rtl="0" fontAlgn="ctr">
                        <a:buNone/>
                      </a:pPr>
                      <a:endParaRPr lang="en-US" sz="1000" b="0" i="1" u="none" strike="noStrike" dirty="0">
                        <a:solidFill>
                          <a:srgbClr val="FF0000"/>
                        </a:solidFill>
                        <a:effectLst/>
                        <a:latin typeface="Arial Narrow" panose="020B0606020202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rtl="0" fontAlgn="ctr">
                        <a:buNone/>
                      </a:pPr>
                      <a:endParaRPr lang="en-US" sz="1000" b="0" i="1" u="none" strike="noStrike" dirty="0">
                        <a:solidFill>
                          <a:srgbClr val="FF0000"/>
                        </a:solidFill>
                        <a:effectLst/>
                        <a:latin typeface="Arial Narrow" panose="020B0606020202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rtl="0" fontAlgn="ctr">
                        <a:buNone/>
                      </a:pPr>
                      <a:endParaRPr lang="en-US" sz="1000" b="0" i="1" u="none" strike="noStrike" dirty="0">
                        <a:solidFill>
                          <a:srgbClr val="FF0000"/>
                        </a:solidFill>
                        <a:effectLst/>
                        <a:latin typeface="Arial Narrow" panose="020B0606020202030204" pitchFamily="34" charset="0"/>
                      </a:endParaRPr>
                    </a:p>
                  </a:txBody>
                  <a:tcPr marL="9525" marR="9525" marT="9525"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522681311"/>
                  </a:ext>
                </a:extLst>
              </a:tr>
              <a:tr h="321072">
                <a:tc>
                  <a:txBody>
                    <a:bodyPr/>
                    <a:lstStyle/>
                    <a:p>
                      <a:pPr algn="l" rtl="0" fontAlgn="ctr">
                        <a:buNone/>
                      </a:pPr>
                      <a:endParaRPr lang="en-US" sz="1000" b="1" i="0" u="none" strike="noStrike" dirty="0">
                        <a:solidFill>
                          <a:srgbClr val="FFFFFF"/>
                        </a:solidFill>
                        <a:effectLst/>
                        <a:latin typeface="Arial Narrow" panose="020B0606020202030204" pitchFamily="34"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2060"/>
                    </a:solidFill>
                  </a:tcPr>
                </a:tc>
                <a:tc>
                  <a:txBody>
                    <a:bodyPr/>
                    <a:lstStyle/>
                    <a:p>
                      <a:pPr algn="ctr" rtl="0" fontAlgn="ctr">
                        <a:buNone/>
                      </a:pPr>
                      <a:r>
                        <a:rPr lang="en-US" sz="1000" b="0" i="0" u="none" strike="noStrike">
                          <a:solidFill>
                            <a:srgbClr val="FFFFFF"/>
                          </a:solidFill>
                          <a:effectLst/>
                          <a:latin typeface="Arial Narrow" panose="020B0606020202030204" pitchFamily="34" charset="0"/>
                        </a:rPr>
                        <a:t> </a:t>
                      </a:r>
                    </a:p>
                  </a:txBody>
                  <a:tcPr marL="0" marR="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2060"/>
                    </a:solidFill>
                  </a:tcPr>
                </a:tc>
                <a:tc>
                  <a:txBody>
                    <a:bodyPr/>
                    <a:lstStyle/>
                    <a:p>
                      <a:pPr algn="ctr" rtl="0" fontAlgn="ctr">
                        <a:buNone/>
                      </a:pPr>
                      <a:r>
                        <a:rPr lang="en-US" sz="1000" b="0" i="0" u="none" strike="noStrike">
                          <a:solidFill>
                            <a:srgbClr val="FFFFFF"/>
                          </a:solidFill>
                          <a:effectLst/>
                          <a:latin typeface="Arial Narrow" panose="020B0606020202030204" pitchFamily="34" charset="0"/>
                        </a:rPr>
                        <a:t> </a:t>
                      </a:r>
                    </a:p>
                  </a:txBody>
                  <a:tcPr marL="0" marR="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2060"/>
                    </a:solidFill>
                  </a:tcPr>
                </a:tc>
                <a:tc>
                  <a:txBody>
                    <a:bodyPr/>
                    <a:lstStyle/>
                    <a:p>
                      <a:pPr algn="ctr" rtl="0" fontAlgn="ctr">
                        <a:buNone/>
                      </a:pPr>
                      <a:r>
                        <a:rPr lang="en-US" sz="1000" b="0" i="0" u="none" strike="noStrike">
                          <a:solidFill>
                            <a:srgbClr val="FFFFFF"/>
                          </a:solidFill>
                          <a:effectLst/>
                          <a:latin typeface="Arial Narrow" panose="020B0606020202030204" pitchFamily="34" charset="0"/>
                        </a:rPr>
                        <a:t> </a:t>
                      </a:r>
                    </a:p>
                  </a:txBody>
                  <a:tcPr marL="0" marR="0" marT="0" marB="0" anchor="ctr">
                    <a:lnL>
                      <a:noFill/>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2060"/>
                    </a:solidFill>
                  </a:tcPr>
                </a:tc>
                <a:tc>
                  <a:txBody>
                    <a:bodyPr/>
                    <a:lstStyle/>
                    <a:p>
                      <a:pPr algn="ctr" rtl="0" fontAlgn="ctr">
                        <a:buNone/>
                      </a:pPr>
                      <a:r>
                        <a:rPr lang="en-US" sz="1000" b="1" i="0" u="none" strike="noStrike">
                          <a:solidFill>
                            <a:srgbClr val="FFFFFF"/>
                          </a:solidFill>
                          <a:effectLst/>
                          <a:latin typeface="Arial Narrow" panose="020B0606020202030204" pitchFamily="34" charset="0"/>
                        </a:rPr>
                        <a:t> </a:t>
                      </a:r>
                    </a:p>
                  </a:txBody>
                  <a:tcPr marL="0" marR="0" marT="0" marB="0" anchor="ctr">
                    <a:lnL w="635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2060"/>
                    </a:solidFill>
                  </a:tcPr>
                </a:tc>
                <a:tc>
                  <a:txBody>
                    <a:bodyPr/>
                    <a:lstStyle/>
                    <a:p>
                      <a:pPr algn="ctr" rtl="0" fontAlgn="ctr">
                        <a:buNone/>
                      </a:pPr>
                      <a:endParaRPr lang="en-US" sz="1000" b="1" i="0" u="none" strike="noStrike">
                        <a:solidFill>
                          <a:srgbClr val="FFFFFF"/>
                        </a:solidFill>
                        <a:effectLst/>
                        <a:latin typeface="Arial Narrow" panose="020B0606020202030204" pitchFamily="34"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2060"/>
                    </a:solidFill>
                  </a:tcPr>
                </a:tc>
                <a:tc>
                  <a:txBody>
                    <a:bodyPr/>
                    <a:lstStyle/>
                    <a:p>
                      <a:pPr algn="ctr" rtl="0" fontAlgn="ctr">
                        <a:buNone/>
                      </a:pPr>
                      <a:endParaRPr lang="en-US" sz="1000" b="1" i="0" u="none" strike="noStrike">
                        <a:solidFill>
                          <a:srgbClr val="FFFFFF"/>
                        </a:solidFill>
                        <a:effectLst/>
                        <a:latin typeface="Arial Narrow" panose="020B0606020202030204" pitchFamily="34"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2060"/>
                    </a:solidFill>
                  </a:tcPr>
                </a:tc>
                <a:tc>
                  <a:txBody>
                    <a:bodyPr/>
                    <a:lstStyle/>
                    <a:p>
                      <a:pPr algn="ctr" rtl="0" fontAlgn="ctr">
                        <a:buNone/>
                      </a:pPr>
                      <a:endParaRPr lang="en-US" sz="1000" b="1" i="0" u="none" strike="noStrike">
                        <a:solidFill>
                          <a:srgbClr val="FFFFFF"/>
                        </a:solidFill>
                        <a:effectLst/>
                        <a:latin typeface="Arial Narrow" panose="020B0606020202030204" pitchFamily="34"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2060"/>
                    </a:solidFill>
                  </a:tcPr>
                </a:tc>
                <a:tc>
                  <a:txBody>
                    <a:bodyPr/>
                    <a:lstStyle/>
                    <a:p>
                      <a:pPr algn="ctr" rtl="0" fontAlgn="ctr">
                        <a:buNone/>
                      </a:pPr>
                      <a:endParaRPr lang="en-US" sz="1000" b="1" i="0" u="none" strike="noStrike">
                        <a:solidFill>
                          <a:srgbClr val="FFFFFF"/>
                        </a:solidFill>
                        <a:effectLst/>
                        <a:latin typeface="Arial Narrow" panose="020B0606020202030204" pitchFamily="34"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2060"/>
                    </a:solidFill>
                  </a:tcPr>
                </a:tc>
                <a:tc>
                  <a:txBody>
                    <a:bodyPr/>
                    <a:lstStyle/>
                    <a:p>
                      <a:pPr algn="ctr" rtl="0" fontAlgn="ctr">
                        <a:buNone/>
                      </a:pPr>
                      <a:endParaRPr lang="en-US" sz="1000" b="1" i="0" u="none" strike="noStrike">
                        <a:solidFill>
                          <a:srgbClr val="FFFFFF"/>
                        </a:solidFill>
                        <a:effectLst/>
                        <a:latin typeface="Arial Narrow" panose="020B0606020202030204" pitchFamily="34"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2060"/>
                    </a:solidFill>
                  </a:tcPr>
                </a:tc>
                <a:tc>
                  <a:txBody>
                    <a:bodyPr/>
                    <a:lstStyle/>
                    <a:p>
                      <a:pPr algn="ctr" rtl="0" fontAlgn="ctr">
                        <a:buNone/>
                      </a:pPr>
                      <a:endParaRPr lang="en-US" sz="1000" b="1" i="0" u="none" strike="noStrike">
                        <a:solidFill>
                          <a:srgbClr val="FFFFFF"/>
                        </a:solidFill>
                        <a:effectLst/>
                        <a:latin typeface="Arial Narrow" panose="020B0606020202030204" pitchFamily="34"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2060"/>
                    </a:solidFill>
                  </a:tcPr>
                </a:tc>
                <a:tc>
                  <a:txBody>
                    <a:bodyPr/>
                    <a:lstStyle/>
                    <a:p>
                      <a:pPr algn="ctr" rtl="0" fontAlgn="ctr">
                        <a:buNone/>
                      </a:pPr>
                      <a:endParaRPr lang="en-US" sz="1000" b="1" i="0" u="none" strike="noStrike">
                        <a:solidFill>
                          <a:srgbClr val="FFFFFF"/>
                        </a:solidFill>
                        <a:effectLst/>
                        <a:latin typeface="Arial Narrow" panose="020B0606020202030204" pitchFamily="34"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2060"/>
                    </a:solidFill>
                  </a:tcPr>
                </a:tc>
                <a:tc>
                  <a:txBody>
                    <a:bodyPr/>
                    <a:lstStyle/>
                    <a:p>
                      <a:pPr algn="ctr" rtl="0" fontAlgn="ctr">
                        <a:buNone/>
                      </a:pPr>
                      <a:endParaRPr lang="en-US" sz="1000" b="1" i="0" u="none" strike="noStrike">
                        <a:solidFill>
                          <a:srgbClr val="FFFFFF"/>
                        </a:solidFill>
                        <a:effectLst/>
                        <a:latin typeface="Arial Narrow" panose="020B0606020202030204" pitchFamily="34"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2060"/>
                    </a:solidFill>
                  </a:tcPr>
                </a:tc>
                <a:tc>
                  <a:txBody>
                    <a:bodyPr/>
                    <a:lstStyle/>
                    <a:p>
                      <a:pPr algn="ctr" rtl="0" fontAlgn="ctr">
                        <a:buNone/>
                      </a:pPr>
                      <a:endParaRPr lang="en-US" sz="1000" b="0" i="1" u="none" strike="noStrike" dirty="0">
                        <a:solidFill>
                          <a:srgbClr val="FF0000"/>
                        </a:solidFill>
                        <a:effectLst/>
                        <a:latin typeface="Arial Narrow" panose="020B0606020202030204" pitchFamily="34" charset="0"/>
                      </a:endParaRPr>
                    </a:p>
                  </a:txBody>
                  <a:tcPr marL="9525" marR="9525" marT="952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2060"/>
                    </a:solidFill>
                  </a:tcPr>
                </a:tc>
                <a:tc>
                  <a:txBody>
                    <a:bodyPr/>
                    <a:lstStyle/>
                    <a:p>
                      <a:pPr algn="ctr" rtl="0" fontAlgn="ctr">
                        <a:buNone/>
                      </a:pPr>
                      <a:endParaRPr lang="en-US" sz="1000" b="0" i="1" u="none" strike="noStrike">
                        <a:solidFill>
                          <a:srgbClr val="FF0000"/>
                        </a:solidFill>
                        <a:effectLst/>
                        <a:latin typeface="Arial Narrow" panose="020B0606020202030204" pitchFamily="34" charset="0"/>
                      </a:endParaRPr>
                    </a:p>
                  </a:txBody>
                  <a:tcPr marL="9525" marR="9525" marT="952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2060"/>
                    </a:solidFill>
                  </a:tcPr>
                </a:tc>
                <a:tc>
                  <a:txBody>
                    <a:bodyPr/>
                    <a:lstStyle/>
                    <a:p>
                      <a:pPr algn="ctr" rtl="0" fontAlgn="ctr">
                        <a:buNone/>
                      </a:pPr>
                      <a:endParaRPr lang="en-US" sz="1000" b="0" i="1" u="none" strike="noStrike">
                        <a:solidFill>
                          <a:srgbClr val="FF0000"/>
                        </a:solidFill>
                        <a:effectLst/>
                        <a:latin typeface="Arial Narrow" panose="020B0606020202030204" pitchFamily="34" charset="0"/>
                      </a:endParaRPr>
                    </a:p>
                  </a:txBody>
                  <a:tcPr marL="9525" marR="9525" marT="952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2060"/>
                    </a:solidFill>
                  </a:tcPr>
                </a:tc>
                <a:tc>
                  <a:txBody>
                    <a:bodyPr/>
                    <a:lstStyle/>
                    <a:p>
                      <a:pPr algn="ctr" rtl="0" fontAlgn="ctr">
                        <a:buNone/>
                      </a:pPr>
                      <a:endParaRPr lang="en-US" sz="1000" b="0" i="1" u="none" strike="noStrike" dirty="0">
                        <a:solidFill>
                          <a:srgbClr val="FF0000"/>
                        </a:solidFill>
                        <a:effectLst/>
                        <a:latin typeface="Arial Narrow" panose="020B0606020202030204" pitchFamily="34" charset="0"/>
                      </a:endParaRPr>
                    </a:p>
                  </a:txBody>
                  <a:tcPr marL="9525" marR="9525" marT="952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2060"/>
                    </a:solidFill>
                  </a:tcPr>
                </a:tc>
                <a:tc>
                  <a:txBody>
                    <a:bodyPr/>
                    <a:lstStyle/>
                    <a:p>
                      <a:pPr algn="ctr" rtl="0" fontAlgn="ctr">
                        <a:buNone/>
                      </a:pPr>
                      <a:endParaRPr lang="en-US" sz="1000" b="0" i="1" u="none" strike="noStrike" dirty="0">
                        <a:solidFill>
                          <a:srgbClr val="FF0000"/>
                        </a:solidFill>
                        <a:effectLst/>
                        <a:latin typeface="Arial Narrow" panose="020B0606020202030204" pitchFamily="34" charset="0"/>
                      </a:endParaRPr>
                    </a:p>
                  </a:txBody>
                  <a:tcPr marL="9525" marR="9525" marT="952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2060"/>
                    </a:solidFill>
                  </a:tcPr>
                </a:tc>
                <a:tc>
                  <a:txBody>
                    <a:bodyPr/>
                    <a:lstStyle/>
                    <a:p>
                      <a:pPr algn="ctr" rtl="0" fontAlgn="ctr">
                        <a:buNone/>
                      </a:pPr>
                      <a:endParaRPr lang="en-US" sz="1000" b="0" i="1" u="none" strike="noStrike" dirty="0">
                        <a:solidFill>
                          <a:srgbClr val="FF0000"/>
                        </a:solidFill>
                        <a:effectLst/>
                        <a:latin typeface="Arial Narrow" panose="020B0606020202030204" pitchFamily="34" charset="0"/>
                      </a:endParaRPr>
                    </a:p>
                  </a:txBody>
                  <a:tcPr marL="9525" marR="9525" marT="952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2060"/>
                    </a:solidFill>
                  </a:tcPr>
                </a:tc>
                <a:tc>
                  <a:txBody>
                    <a:bodyPr/>
                    <a:lstStyle/>
                    <a:p>
                      <a:pPr algn="ctr" rtl="0" fontAlgn="ctr">
                        <a:buNone/>
                      </a:pPr>
                      <a:endParaRPr lang="en-US" sz="1000" b="0" i="1" u="none" strike="noStrike" dirty="0">
                        <a:solidFill>
                          <a:srgbClr val="FF0000"/>
                        </a:solidFill>
                        <a:effectLst/>
                        <a:latin typeface="Arial Narrow" panose="020B0606020202030204" pitchFamily="34" charset="0"/>
                      </a:endParaRPr>
                    </a:p>
                  </a:txBody>
                  <a:tcPr marL="9525" marR="9525" marT="952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2060"/>
                    </a:solidFill>
                  </a:tcPr>
                </a:tc>
                <a:tc>
                  <a:txBody>
                    <a:bodyPr/>
                    <a:lstStyle/>
                    <a:p>
                      <a:pPr algn="ctr" rtl="0" fontAlgn="ctr">
                        <a:buNone/>
                      </a:pPr>
                      <a:endParaRPr lang="en-US" sz="1000" b="0" i="1" u="none" strike="noStrike" dirty="0">
                        <a:solidFill>
                          <a:srgbClr val="FF0000"/>
                        </a:solidFill>
                        <a:effectLst/>
                        <a:latin typeface="Arial Narrow" panose="020B0606020202030204" pitchFamily="34" charset="0"/>
                      </a:endParaRPr>
                    </a:p>
                  </a:txBody>
                  <a:tcPr marL="9525" marR="9525" marT="952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2060"/>
                    </a:solidFill>
                  </a:tcPr>
                </a:tc>
                <a:extLst>
                  <a:ext uri="{0D108BD9-81ED-4DB2-BD59-A6C34878D82A}">
                    <a16:rowId xmlns:a16="http://schemas.microsoft.com/office/drawing/2014/main" val="1605974292"/>
                  </a:ext>
                </a:extLst>
              </a:tr>
            </a:tbl>
          </a:graphicData>
        </a:graphic>
      </p:graphicFrame>
    </p:spTree>
    <p:extLst>
      <p:ext uri="{BB962C8B-B14F-4D97-AF65-F5344CB8AC3E}">
        <p14:creationId xmlns:p14="http://schemas.microsoft.com/office/powerpoint/2010/main" val="39357003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CB8607-658D-77CA-1694-564B8988591D}"/>
            </a:ext>
          </a:extLst>
        </p:cNvPr>
        <p:cNvGrpSpPr/>
        <p:nvPr/>
      </p:nvGrpSpPr>
      <p:grpSpPr>
        <a:xfrm>
          <a:off x="0" y="0"/>
          <a:ext cx="0" cy="0"/>
          <a:chOff x="0" y="0"/>
          <a:chExt cx="0" cy="0"/>
        </a:xfrm>
      </p:grpSpPr>
      <p:sp>
        <p:nvSpPr>
          <p:cNvPr id="9" name="TextBox 9">
            <a:extLst>
              <a:ext uri="{FF2B5EF4-FFF2-40B4-BE49-F238E27FC236}">
                <a16:creationId xmlns:a16="http://schemas.microsoft.com/office/drawing/2014/main" id="{E1514680-CD85-F7A5-F660-DAE6D73B732D}"/>
              </a:ext>
            </a:extLst>
          </p:cNvPr>
          <p:cNvSpPr txBox="1"/>
          <p:nvPr/>
        </p:nvSpPr>
        <p:spPr>
          <a:xfrm>
            <a:off x="723899" y="404845"/>
            <a:ext cx="3854722" cy="248786"/>
          </a:xfrm>
          <a:prstGeom prst="rect">
            <a:avLst/>
          </a:prstGeom>
        </p:spPr>
        <p:txBody>
          <a:bodyPr wrap="square" lIns="0" tIns="0" rIns="0" bIns="0" rtlCol="0" anchor="t">
            <a:spAutoFit/>
          </a:bodyPr>
          <a:lstStyle/>
          <a:p>
            <a:pPr>
              <a:lnSpc>
                <a:spcPts val="2100"/>
              </a:lnSpc>
              <a:spcBef>
                <a:spcPct val="0"/>
              </a:spcBef>
            </a:pPr>
            <a:r>
              <a:rPr lang="en-US" sz="1500" spc="186">
                <a:solidFill>
                  <a:srgbClr val="FFFFFF"/>
                </a:solidFill>
                <a:latin typeface="Century Schoolbook" panose="02040604050505020304" pitchFamily="18" charset="0"/>
                <a:ea typeface="Verdana" panose="020B0604030504040204" pitchFamily="34" charset="0"/>
              </a:rPr>
              <a:t>EXECUTIVE SUMMARY</a:t>
            </a:r>
          </a:p>
        </p:txBody>
      </p:sp>
      <p:sp>
        <p:nvSpPr>
          <p:cNvPr id="10" name="TextBox 10">
            <a:extLst>
              <a:ext uri="{FF2B5EF4-FFF2-40B4-BE49-F238E27FC236}">
                <a16:creationId xmlns:a16="http://schemas.microsoft.com/office/drawing/2014/main" id="{C2533599-A77F-00E2-448F-1CFB14F79A29}"/>
              </a:ext>
            </a:extLst>
          </p:cNvPr>
          <p:cNvSpPr txBox="1"/>
          <p:nvPr/>
        </p:nvSpPr>
        <p:spPr>
          <a:xfrm>
            <a:off x="723899" y="727518"/>
            <a:ext cx="8783226" cy="331757"/>
          </a:xfrm>
          <a:prstGeom prst="rect">
            <a:avLst/>
          </a:prstGeom>
        </p:spPr>
        <p:txBody>
          <a:bodyPr lIns="0" tIns="0" rIns="0" bIns="0" rtlCol="0" anchor="t">
            <a:spAutoFit/>
          </a:bodyPr>
          <a:lstStyle/>
          <a:p>
            <a:pPr>
              <a:lnSpc>
                <a:spcPts val="2800"/>
              </a:lnSpc>
              <a:spcBef>
                <a:spcPct val="0"/>
              </a:spcBef>
            </a:pPr>
            <a:r>
              <a:rPr lang="en-US" sz="2000" spc="248" dirty="0">
                <a:solidFill>
                  <a:srgbClr val="FFFFFF"/>
                </a:solidFill>
                <a:latin typeface="Century Schoolbook" panose="02040604050505020304" pitchFamily="18" charset="0"/>
                <a:ea typeface="Verdana" panose="020B0604030504040204" pitchFamily="34" charset="0"/>
              </a:rPr>
              <a:t>SIZING RATIONALE</a:t>
            </a:r>
          </a:p>
        </p:txBody>
      </p:sp>
      <p:sp>
        <p:nvSpPr>
          <p:cNvPr id="7" name="Google Shape;7032;p266">
            <a:extLst>
              <a:ext uri="{FF2B5EF4-FFF2-40B4-BE49-F238E27FC236}">
                <a16:creationId xmlns:a16="http://schemas.microsoft.com/office/drawing/2014/main" id="{0F34FEAE-2E43-DA8F-322C-1384189349B8}"/>
              </a:ext>
            </a:extLst>
          </p:cNvPr>
          <p:cNvSpPr txBox="1">
            <a:spLocks/>
          </p:cNvSpPr>
          <p:nvPr/>
        </p:nvSpPr>
        <p:spPr>
          <a:xfrm>
            <a:off x="723899" y="1559341"/>
            <a:ext cx="17060863" cy="659183"/>
          </a:xfrm>
          <a:prstGeom prst="rect">
            <a:avLst/>
          </a:prstGeom>
          <a:noFill/>
          <a:ln>
            <a:noFill/>
          </a:ln>
        </p:spPr>
        <p:txBody>
          <a:bodyPr spcFirstLastPara="1" wrap="square" lIns="0" tIns="0" rIns="0" bIns="0" anchor="t" anchorCtr="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spcAft>
                <a:spcPts val="600"/>
              </a:spcAft>
              <a:buClr>
                <a:schemeClr val="dk1"/>
              </a:buClr>
              <a:buSzPts val="1100"/>
              <a:buFont typeface="Arial"/>
              <a:buNone/>
            </a:pPr>
            <a:r>
              <a:rPr lang="en-US" sz="1800" dirty="0" err="1">
                <a:latin typeface="Century Schoolbook" panose="02040604050505020304" pitchFamily="18" charset="0"/>
                <a:ea typeface="Verdana" panose="020B0604030504040204" pitchFamily="34" charset="0"/>
                <a:cs typeface="Arial" panose="020B0604020202020204" pitchFamily="34" charset="0"/>
                <a:sym typeface="Arial"/>
              </a:rPr>
              <a:t>jijijijojoji</a:t>
            </a:r>
            <a:endParaRPr lang="en-US" sz="1200" dirty="0">
              <a:solidFill>
                <a:srgbClr val="000000"/>
              </a:solidFill>
              <a:latin typeface="Arial" panose="020B0604020202020204" pitchFamily="34" charset="0"/>
              <a:ea typeface="Verdana" panose="020B060403050404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C15060F5-1C06-9693-7430-6A050C3D9CB4}"/>
              </a:ext>
            </a:extLst>
          </p:cNvPr>
          <p:cNvSpPr txBox="1"/>
          <p:nvPr/>
        </p:nvSpPr>
        <p:spPr>
          <a:xfrm>
            <a:off x="723898" y="5143500"/>
            <a:ext cx="3505200" cy="215444"/>
          </a:xfrm>
          <a:prstGeom prst="rect">
            <a:avLst/>
          </a:prstGeom>
          <a:noFill/>
        </p:spPr>
        <p:txBody>
          <a:bodyPr wrap="square" rtlCol="0">
            <a:spAutoFit/>
          </a:bodyPr>
          <a:lstStyle/>
          <a:p>
            <a:r>
              <a:rPr lang="en-ZA" sz="800" i="1" dirty="0">
                <a:latin typeface="Arial" panose="020B0604020202020204" pitchFamily="34" charset="0"/>
                <a:ea typeface="Verdana" panose="020B0604030504040204" pitchFamily="34" charset="0"/>
                <a:cs typeface="Arial" panose="020B0604020202020204" pitchFamily="34" charset="0"/>
              </a:rPr>
              <a:t>Source: AIRE</a:t>
            </a:r>
          </a:p>
        </p:txBody>
      </p:sp>
      <p:sp>
        <p:nvSpPr>
          <p:cNvPr id="12" name="Google Shape;7032;p266">
            <a:extLst>
              <a:ext uri="{FF2B5EF4-FFF2-40B4-BE49-F238E27FC236}">
                <a16:creationId xmlns:a16="http://schemas.microsoft.com/office/drawing/2014/main" id="{B638D22C-41AC-0ECE-1D85-0126D1119E68}"/>
              </a:ext>
            </a:extLst>
          </p:cNvPr>
          <p:cNvSpPr txBox="1">
            <a:spLocks/>
          </p:cNvSpPr>
          <p:nvPr/>
        </p:nvSpPr>
        <p:spPr>
          <a:xfrm>
            <a:off x="723898" y="5643566"/>
            <a:ext cx="17060863" cy="1305874"/>
          </a:xfrm>
          <a:prstGeom prst="rect">
            <a:avLst/>
          </a:prstGeom>
          <a:noFill/>
          <a:ln>
            <a:noFill/>
          </a:ln>
        </p:spPr>
        <p:txBody>
          <a:bodyPr spcFirstLastPara="1" wrap="square" lIns="0" tIns="0" rIns="0" bIns="0" anchor="t" anchorCtr="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90195" lvl="1" indent="-171450" algn="just" fontAlgn="base">
              <a:lnSpc>
                <a:spcPts val="1649"/>
              </a:lnSpc>
              <a:spcBef>
                <a:spcPts val="300"/>
              </a:spcBef>
              <a:spcAft>
                <a:spcPts val="600"/>
              </a:spcAft>
              <a:buClr>
                <a:schemeClr val="tx1"/>
              </a:buClr>
              <a:buSzPts val="1000"/>
              <a:buFont typeface="Arial" panose="020B0604020202020204" pitchFamily="34" charset="0"/>
              <a:buChar char="•"/>
              <a:tabLst>
                <a:tab pos="1314450" algn="l"/>
              </a:tabLst>
              <a:defRPr/>
            </a:pPr>
            <a:r>
              <a:rPr lang="en-US" sz="1200" dirty="0" err="1">
                <a:solidFill>
                  <a:srgbClr val="000000"/>
                </a:solidFill>
                <a:latin typeface="Arial" panose="020B0604020202020204" pitchFamily="34" charset="0"/>
                <a:ea typeface="Verdana" panose="020B0604030504040204" pitchFamily="34" charset="0"/>
                <a:cs typeface="Arial" panose="020B0604020202020204" pitchFamily="34" charset="0"/>
              </a:rPr>
              <a:t>jijijijij</a:t>
            </a:r>
            <a:r>
              <a:rPr lang="en-US" sz="1200" dirty="0">
                <a:solidFill>
                  <a:srgbClr val="000000"/>
                </a:solidFill>
                <a:latin typeface="Arial" panose="020B0604020202020204" pitchFamily="34" charset="0"/>
                <a:ea typeface="Verdana" panose="020B0604030504040204" pitchFamily="34" charset="0"/>
                <a:cs typeface="Arial" panose="020B0604020202020204" pitchFamily="34" charset="0"/>
              </a:rPr>
              <a:t>.</a:t>
            </a:r>
          </a:p>
        </p:txBody>
      </p:sp>
      <p:graphicFrame>
        <p:nvGraphicFramePr>
          <p:cNvPr id="13" name="Table 12">
            <a:extLst>
              <a:ext uri="{FF2B5EF4-FFF2-40B4-BE49-F238E27FC236}">
                <a16:creationId xmlns:a16="http://schemas.microsoft.com/office/drawing/2014/main" id="{D5F24DCF-A7A0-5C05-A0D2-366FE23DBFE7}"/>
              </a:ext>
            </a:extLst>
          </p:cNvPr>
          <p:cNvGraphicFramePr>
            <a:graphicFrameLocks noGrp="1"/>
          </p:cNvGraphicFramePr>
          <p:nvPr>
            <p:extLst>
              <p:ext uri="{D42A27DB-BD31-4B8C-83A1-F6EECF244321}">
                <p14:modId xmlns:p14="http://schemas.microsoft.com/office/powerpoint/2010/main" val="3826762603"/>
              </p:ext>
            </p:extLst>
          </p:nvPr>
        </p:nvGraphicFramePr>
        <p:xfrm>
          <a:off x="723900" y="2261125"/>
          <a:ext cx="17060863" cy="2882378"/>
        </p:xfrm>
        <a:graphic>
          <a:graphicData uri="http://schemas.openxmlformats.org/drawingml/2006/table">
            <a:tbl>
              <a:tblPr/>
              <a:tblGrid>
                <a:gridCol w="1601112">
                  <a:extLst>
                    <a:ext uri="{9D8B030D-6E8A-4147-A177-3AD203B41FA5}">
                      <a16:colId xmlns:a16="http://schemas.microsoft.com/office/drawing/2014/main" val="620161310"/>
                    </a:ext>
                  </a:extLst>
                </a:gridCol>
                <a:gridCol w="1159066">
                  <a:extLst>
                    <a:ext uri="{9D8B030D-6E8A-4147-A177-3AD203B41FA5}">
                      <a16:colId xmlns:a16="http://schemas.microsoft.com/office/drawing/2014/main" val="440333972"/>
                    </a:ext>
                  </a:extLst>
                </a:gridCol>
                <a:gridCol w="877130">
                  <a:extLst>
                    <a:ext uri="{9D8B030D-6E8A-4147-A177-3AD203B41FA5}">
                      <a16:colId xmlns:a16="http://schemas.microsoft.com/office/drawing/2014/main" val="568652578"/>
                    </a:ext>
                  </a:extLst>
                </a:gridCol>
                <a:gridCol w="1322659">
                  <a:extLst>
                    <a:ext uri="{9D8B030D-6E8A-4147-A177-3AD203B41FA5}">
                      <a16:colId xmlns:a16="http://schemas.microsoft.com/office/drawing/2014/main" val="1572234306"/>
                    </a:ext>
                  </a:extLst>
                </a:gridCol>
                <a:gridCol w="756306">
                  <a:extLst>
                    <a:ext uri="{9D8B030D-6E8A-4147-A177-3AD203B41FA5}">
                      <a16:colId xmlns:a16="http://schemas.microsoft.com/office/drawing/2014/main" val="241271315"/>
                    </a:ext>
                  </a:extLst>
                </a:gridCol>
                <a:gridCol w="756306">
                  <a:extLst>
                    <a:ext uri="{9D8B030D-6E8A-4147-A177-3AD203B41FA5}">
                      <a16:colId xmlns:a16="http://schemas.microsoft.com/office/drawing/2014/main" val="3483038917"/>
                    </a:ext>
                  </a:extLst>
                </a:gridCol>
                <a:gridCol w="756306">
                  <a:extLst>
                    <a:ext uri="{9D8B030D-6E8A-4147-A177-3AD203B41FA5}">
                      <a16:colId xmlns:a16="http://schemas.microsoft.com/office/drawing/2014/main" val="1502282958"/>
                    </a:ext>
                  </a:extLst>
                </a:gridCol>
                <a:gridCol w="756306">
                  <a:extLst>
                    <a:ext uri="{9D8B030D-6E8A-4147-A177-3AD203B41FA5}">
                      <a16:colId xmlns:a16="http://schemas.microsoft.com/office/drawing/2014/main" val="1366141382"/>
                    </a:ext>
                  </a:extLst>
                </a:gridCol>
                <a:gridCol w="756306">
                  <a:extLst>
                    <a:ext uri="{9D8B030D-6E8A-4147-A177-3AD203B41FA5}">
                      <a16:colId xmlns:a16="http://schemas.microsoft.com/office/drawing/2014/main" val="3304356516"/>
                    </a:ext>
                  </a:extLst>
                </a:gridCol>
                <a:gridCol w="756306">
                  <a:extLst>
                    <a:ext uri="{9D8B030D-6E8A-4147-A177-3AD203B41FA5}">
                      <a16:colId xmlns:a16="http://schemas.microsoft.com/office/drawing/2014/main" val="3861654131"/>
                    </a:ext>
                  </a:extLst>
                </a:gridCol>
                <a:gridCol w="756306">
                  <a:extLst>
                    <a:ext uri="{9D8B030D-6E8A-4147-A177-3AD203B41FA5}">
                      <a16:colId xmlns:a16="http://schemas.microsoft.com/office/drawing/2014/main" val="2510948970"/>
                    </a:ext>
                  </a:extLst>
                </a:gridCol>
                <a:gridCol w="756306">
                  <a:extLst>
                    <a:ext uri="{9D8B030D-6E8A-4147-A177-3AD203B41FA5}">
                      <a16:colId xmlns:a16="http://schemas.microsoft.com/office/drawing/2014/main" val="4262717023"/>
                    </a:ext>
                  </a:extLst>
                </a:gridCol>
                <a:gridCol w="756306">
                  <a:extLst>
                    <a:ext uri="{9D8B030D-6E8A-4147-A177-3AD203B41FA5}">
                      <a16:colId xmlns:a16="http://schemas.microsoft.com/office/drawing/2014/main" val="390145269"/>
                    </a:ext>
                  </a:extLst>
                </a:gridCol>
                <a:gridCol w="756306">
                  <a:extLst>
                    <a:ext uri="{9D8B030D-6E8A-4147-A177-3AD203B41FA5}">
                      <a16:colId xmlns:a16="http://schemas.microsoft.com/office/drawing/2014/main" val="256610552"/>
                    </a:ext>
                  </a:extLst>
                </a:gridCol>
                <a:gridCol w="756306">
                  <a:extLst>
                    <a:ext uri="{9D8B030D-6E8A-4147-A177-3AD203B41FA5}">
                      <a16:colId xmlns:a16="http://schemas.microsoft.com/office/drawing/2014/main" val="34945176"/>
                    </a:ext>
                  </a:extLst>
                </a:gridCol>
                <a:gridCol w="756306">
                  <a:extLst>
                    <a:ext uri="{9D8B030D-6E8A-4147-A177-3AD203B41FA5}">
                      <a16:colId xmlns:a16="http://schemas.microsoft.com/office/drawing/2014/main" val="300263936"/>
                    </a:ext>
                  </a:extLst>
                </a:gridCol>
                <a:gridCol w="756306">
                  <a:extLst>
                    <a:ext uri="{9D8B030D-6E8A-4147-A177-3AD203B41FA5}">
                      <a16:colId xmlns:a16="http://schemas.microsoft.com/office/drawing/2014/main" val="1867840395"/>
                    </a:ext>
                  </a:extLst>
                </a:gridCol>
                <a:gridCol w="756306">
                  <a:extLst>
                    <a:ext uri="{9D8B030D-6E8A-4147-A177-3AD203B41FA5}">
                      <a16:colId xmlns:a16="http://schemas.microsoft.com/office/drawing/2014/main" val="2945917218"/>
                    </a:ext>
                  </a:extLst>
                </a:gridCol>
                <a:gridCol w="756306">
                  <a:extLst>
                    <a:ext uri="{9D8B030D-6E8A-4147-A177-3AD203B41FA5}">
                      <a16:colId xmlns:a16="http://schemas.microsoft.com/office/drawing/2014/main" val="2422642119"/>
                    </a:ext>
                  </a:extLst>
                </a:gridCol>
                <a:gridCol w="756306">
                  <a:extLst>
                    <a:ext uri="{9D8B030D-6E8A-4147-A177-3AD203B41FA5}">
                      <a16:colId xmlns:a16="http://schemas.microsoft.com/office/drawing/2014/main" val="2793652995"/>
                    </a:ext>
                  </a:extLst>
                </a:gridCol>
              </a:tblGrid>
              <a:tr h="448470">
                <a:tc>
                  <a:txBody>
                    <a:bodyPr/>
                    <a:lstStyle/>
                    <a:p>
                      <a:pPr algn="l" fontAlgn="ctr">
                        <a:buNone/>
                      </a:pPr>
                      <a:r>
                        <a:rPr lang="en-US" sz="1000" b="0" i="0" u="none" strike="noStrike" dirty="0">
                          <a:effectLst/>
                          <a:latin typeface="Arial Narrow" panose="020B0606020202030204" pitchFamily="34" charset="0"/>
                        </a:rPr>
                        <a:t> </a:t>
                      </a:r>
                    </a:p>
                  </a:txBody>
                  <a:tcPr marL="0" marR="0" marT="0"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solidFill>
                      <a:srgbClr val="E2A300"/>
                    </a:solidFill>
                  </a:tcPr>
                </a:tc>
                <a:tc>
                  <a:txBody>
                    <a:bodyPr/>
                    <a:lstStyle/>
                    <a:p>
                      <a:pPr algn="l" fontAlgn="ctr">
                        <a:buNone/>
                      </a:pPr>
                      <a:r>
                        <a:rPr lang="en-US" sz="1000" b="0" i="0" u="none" strike="noStrike" dirty="0">
                          <a:effectLst/>
                          <a:latin typeface="Arial Narrow" panose="020B0606020202030204" pitchFamily="34" charset="0"/>
                        </a:rPr>
                        <a:t> </a:t>
                      </a:r>
                    </a:p>
                  </a:txBody>
                  <a:tcPr marL="0" marR="0" marT="0" marB="0" anchor="ctr">
                    <a:lnL>
                      <a:noFill/>
                    </a:lnL>
                    <a:lnR>
                      <a:noFill/>
                    </a:lnR>
                    <a:lnT w="12700" cap="flat" cmpd="sng" algn="ctr">
                      <a:solidFill>
                        <a:schemeClr val="tx1"/>
                      </a:solidFill>
                      <a:prstDash val="solid"/>
                      <a:round/>
                      <a:headEnd type="none" w="med" len="med"/>
                      <a:tailEnd type="none" w="med" len="med"/>
                    </a:lnT>
                    <a:lnB>
                      <a:noFill/>
                    </a:lnB>
                    <a:solidFill>
                      <a:srgbClr val="E2A300"/>
                    </a:solidFill>
                  </a:tcPr>
                </a:tc>
                <a:tc>
                  <a:txBody>
                    <a:bodyPr/>
                    <a:lstStyle/>
                    <a:p>
                      <a:pPr algn="l" fontAlgn="ctr">
                        <a:buNone/>
                      </a:pPr>
                      <a:r>
                        <a:rPr lang="en-US" sz="1000" b="0" i="0" u="none" strike="noStrike" dirty="0">
                          <a:effectLst/>
                          <a:latin typeface="Arial Narrow" panose="020B0606020202030204" pitchFamily="34" charset="0"/>
                        </a:rPr>
                        <a:t> </a:t>
                      </a:r>
                    </a:p>
                  </a:txBody>
                  <a:tcPr marL="0" marR="0" marT="0" marB="0" anchor="ctr">
                    <a:lnL>
                      <a:noFill/>
                    </a:lnL>
                    <a:lnR>
                      <a:noFill/>
                    </a:lnR>
                    <a:lnT w="12700" cap="flat" cmpd="sng" algn="ctr">
                      <a:solidFill>
                        <a:schemeClr val="tx1"/>
                      </a:solidFill>
                      <a:prstDash val="solid"/>
                      <a:round/>
                      <a:headEnd type="none" w="med" len="med"/>
                      <a:tailEnd type="none" w="med" len="med"/>
                    </a:lnT>
                    <a:lnB>
                      <a:noFill/>
                    </a:lnB>
                    <a:solidFill>
                      <a:srgbClr val="E2A300"/>
                    </a:solidFill>
                  </a:tcPr>
                </a:tc>
                <a:tc>
                  <a:txBody>
                    <a:bodyPr/>
                    <a:lstStyle/>
                    <a:p>
                      <a:pPr algn="l" fontAlgn="ctr">
                        <a:buNone/>
                      </a:pPr>
                      <a:r>
                        <a:rPr lang="en-US" sz="1000" b="0" i="0" u="none" strike="noStrike">
                          <a:effectLst/>
                          <a:latin typeface="Arial Narrow" panose="020B0606020202030204" pitchFamily="34" charset="0"/>
                        </a:rPr>
                        <a:t> </a:t>
                      </a:r>
                    </a:p>
                  </a:txBody>
                  <a:tcPr marL="0" marR="0" marT="0" marB="0" anchor="ctr">
                    <a:lnL>
                      <a:noFill/>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solidFill>
                      <a:srgbClr val="E2A300"/>
                    </a:solidFill>
                  </a:tcPr>
                </a:tc>
                <a:tc gridSpan="8">
                  <a:txBody>
                    <a:bodyPr/>
                    <a:lstStyle/>
                    <a:p>
                      <a:pPr algn="ctr" rtl="0" fontAlgn="ctr">
                        <a:buNone/>
                      </a:pPr>
                      <a:endParaRPr lang="en-US" sz="1000" b="1" i="0" u="none" strike="noStrike" dirty="0">
                        <a:solidFill>
                          <a:srgbClr val="000000"/>
                        </a:solidFill>
                        <a:effectLst/>
                        <a:latin typeface="Arial Narrow" panose="020B0606020202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solidFill>
                      <a:srgbClr val="E2A30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8">
                  <a:txBody>
                    <a:bodyPr/>
                    <a:lstStyle/>
                    <a:p>
                      <a:pPr algn="ctr" rtl="0" fontAlgn="ctr">
                        <a:buNone/>
                      </a:pPr>
                      <a:endParaRPr lang="en-US" sz="1000" b="1" i="0" u="none" strike="noStrike" dirty="0">
                        <a:solidFill>
                          <a:srgbClr val="000000"/>
                        </a:solidFill>
                        <a:effectLst/>
                        <a:latin typeface="Arial Narrow" panose="020B0606020202030204" pitchFamily="34" charset="0"/>
                      </a:endParaRPr>
                    </a:p>
                  </a:txBody>
                  <a:tcPr marL="0" marR="0" marT="0"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solidFill>
                      <a:srgbClr val="E2A30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602451568"/>
                  </a:ext>
                </a:extLst>
              </a:tr>
              <a:tr h="506340">
                <a:tc>
                  <a:txBody>
                    <a:bodyPr/>
                    <a:lstStyle/>
                    <a:p>
                      <a:pPr algn="l" rtl="0" fontAlgn="ctr">
                        <a:buNone/>
                      </a:pPr>
                      <a:r>
                        <a:rPr lang="en-US" sz="1000" b="1" i="0" u="none" strike="noStrike" dirty="0">
                          <a:solidFill>
                            <a:srgbClr val="FFFFFF"/>
                          </a:solidFill>
                          <a:effectLst/>
                          <a:latin typeface="Arial Narrow" panose="020B0606020202030204" pitchFamily="34" charset="0"/>
                        </a:rPr>
                        <a:t>Name of Project</a:t>
                      </a:r>
                    </a:p>
                  </a:txBody>
                  <a:tcPr marL="0" marR="0" marT="0" marB="0" anchor="ctr">
                    <a:lnL w="12700" cap="flat" cmpd="sng" algn="ctr">
                      <a:solidFill>
                        <a:schemeClr val="tx1"/>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67917B"/>
                    </a:solidFill>
                  </a:tcPr>
                </a:tc>
                <a:tc>
                  <a:txBody>
                    <a:bodyPr/>
                    <a:lstStyle/>
                    <a:p>
                      <a:pPr algn="ctr" rtl="0" fontAlgn="ctr">
                        <a:buNone/>
                      </a:pPr>
                      <a:r>
                        <a:rPr lang="en-US" sz="1000" b="1" i="0" u="none" strike="noStrike">
                          <a:solidFill>
                            <a:srgbClr val="FFFFFF"/>
                          </a:solidFill>
                          <a:effectLst/>
                          <a:latin typeface="Arial Narrow" panose="020B0606020202030204" pitchFamily="34" charset="0"/>
                        </a:rPr>
                        <a:t>Location</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67917B"/>
                    </a:solidFill>
                  </a:tcPr>
                </a:tc>
                <a:tc>
                  <a:txBody>
                    <a:bodyPr/>
                    <a:lstStyle/>
                    <a:p>
                      <a:pPr algn="ctr" rtl="0" fontAlgn="ctr">
                        <a:buNone/>
                      </a:pPr>
                      <a:r>
                        <a:rPr lang="en-US" sz="1000" b="1" i="0" u="none" strike="noStrike">
                          <a:solidFill>
                            <a:srgbClr val="FFFFFF"/>
                          </a:solidFill>
                          <a:effectLst/>
                          <a:latin typeface="Arial Narrow" panose="020B0606020202030204" pitchFamily="34" charset="0"/>
                        </a:rPr>
                        <a:t>Completion Year</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67917B"/>
                    </a:solidFill>
                  </a:tcPr>
                </a:tc>
                <a:tc>
                  <a:txBody>
                    <a:bodyPr/>
                    <a:lstStyle/>
                    <a:p>
                      <a:pPr algn="ctr" rtl="0" fontAlgn="ctr">
                        <a:buNone/>
                      </a:pPr>
                      <a:r>
                        <a:rPr lang="en-US" sz="1000" b="1" i="0" u="none" strike="noStrike">
                          <a:solidFill>
                            <a:srgbClr val="FFFFFF"/>
                          </a:solidFill>
                          <a:effectLst/>
                          <a:latin typeface="Arial Narrow" panose="020B0606020202030204" pitchFamily="34" charset="0"/>
                        </a:rPr>
                        <a:t>Specification</a:t>
                      </a:r>
                    </a:p>
                  </a:txBody>
                  <a:tcPr marL="0" marR="0" marT="0" marB="0" anchor="ctr">
                    <a:lnL w="12700" cap="flat" cmpd="sng" algn="ctr">
                      <a:solidFill>
                        <a:srgbClr val="FFFFFF"/>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67917B"/>
                    </a:solidFill>
                  </a:tcPr>
                </a:tc>
                <a:tc>
                  <a:txBody>
                    <a:bodyPr/>
                    <a:lstStyle/>
                    <a:p>
                      <a:pPr algn="ctr" rtl="0" fontAlgn="ctr">
                        <a:buNone/>
                      </a:pPr>
                      <a:r>
                        <a:rPr lang="en-US" sz="1000" b="1" i="0" u="none" strike="noStrike">
                          <a:solidFill>
                            <a:srgbClr val="FFFFFF"/>
                          </a:solidFill>
                          <a:effectLst/>
                          <a:latin typeface="Arial Narrow" panose="020B0606020202030204" pitchFamily="34" charset="0"/>
                        </a:rPr>
                        <a:t>Studio</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67917B"/>
                    </a:solidFill>
                  </a:tcPr>
                </a:tc>
                <a:tc>
                  <a:txBody>
                    <a:bodyPr/>
                    <a:lstStyle/>
                    <a:p>
                      <a:pPr algn="ctr" rtl="0" fontAlgn="ctr">
                        <a:buNone/>
                      </a:pPr>
                      <a:endParaRPr lang="en-US" sz="1000" b="1" i="0" u="none" strike="noStrike" dirty="0">
                        <a:solidFill>
                          <a:srgbClr val="FFFFFF"/>
                        </a:solidFill>
                        <a:effectLst/>
                        <a:latin typeface="Arial Narrow" panose="020B060602020203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9050" cap="flat" cmpd="sng" algn="ctr">
                      <a:noFill/>
                      <a:prstDash val="solid"/>
                      <a:round/>
                      <a:headEnd type="none" w="med" len="med"/>
                      <a:tailEnd type="none" w="med" len="med"/>
                    </a:lnB>
                    <a:solidFill>
                      <a:srgbClr val="67917B"/>
                    </a:solidFill>
                  </a:tcPr>
                </a:tc>
                <a:tc>
                  <a:txBody>
                    <a:bodyPr/>
                    <a:lstStyle/>
                    <a:p>
                      <a:pPr algn="ctr" rtl="0" fontAlgn="ctr">
                        <a:buNone/>
                      </a:pPr>
                      <a:endParaRPr lang="en-US" sz="1000" b="1" i="0" u="none" strike="noStrike">
                        <a:solidFill>
                          <a:srgbClr val="FFFFFF"/>
                        </a:solidFill>
                        <a:effectLst/>
                        <a:latin typeface="Arial Narrow" panose="020B060602020203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9050" cap="flat" cmpd="sng" algn="ctr">
                      <a:noFill/>
                      <a:prstDash val="solid"/>
                      <a:round/>
                      <a:headEnd type="none" w="med" len="med"/>
                      <a:tailEnd type="none" w="med" len="med"/>
                    </a:lnB>
                    <a:solidFill>
                      <a:srgbClr val="67917B"/>
                    </a:solidFill>
                  </a:tcPr>
                </a:tc>
                <a:tc>
                  <a:txBody>
                    <a:bodyPr/>
                    <a:lstStyle/>
                    <a:p>
                      <a:pPr algn="ctr" rtl="0" fontAlgn="ctr">
                        <a:buNone/>
                      </a:pPr>
                      <a:endParaRPr lang="en-US" sz="1000" b="1" i="0" u="none" strike="noStrike" dirty="0">
                        <a:solidFill>
                          <a:srgbClr val="FFFFFF"/>
                        </a:solidFill>
                        <a:effectLst/>
                        <a:latin typeface="Arial Narrow" panose="020B060602020203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9050" cap="flat" cmpd="sng" algn="ctr">
                      <a:noFill/>
                      <a:prstDash val="solid"/>
                      <a:round/>
                      <a:headEnd type="none" w="med" len="med"/>
                      <a:tailEnd type="none" w="med" len="med"/>
                    </a:lnB>
                    <a:solidFill>
                      <a:srgbClr val="67917B"/>
                    </a:solidFill>
                  </a:tcPr>
                </a:tc>
                <a:tc>
                  <a:txBody>
                    <a:bodyPr/>
                    <a:lstStyle/>
                    <a:p>
                      <a:pPr algn="ctr" rtl="0" fontAlgn="ctr">
                        <a:buNone/>
                      </a:pPr>
                      <a:endParaRPr lang="en-US" sz="1000" b="1" i="0" u="none" strike="noStrike" dirty="0">
                        <a:solidFill>
                          <a:srgbClr val="FFFFFF"/>
                        </a:solidFill>
                        <a:effectLst/>
                        <a:latin typeface="Arial Narrow" panose="020B060602020203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9050" cap="flat" cmpd="sng" algn="ctr">
                      <a:noFill/>
                      <a:prstDash val="solid"/>
                      <a:round/>
                      <a:headEnd type="none" w="med" len="med"/>
                      <a:tailEnd type="none" w="med" len="med"/>
                    </a:lnB>
                    <a:solidFill>
                      <a:srgbClr val="67917B"/>
                    </a:solidFill>
                  </a:tcPr>
                </a:tc>
                <a:tc>
                  <a:txBody>
                    <a:bodyPr/>
                    <a:lstStyle/>
                    <a:p>
                      <a:pPr algn="ctr" rtl="0" fontAlgn="ctr">
                        <a:buNone/>
                      </a:pPr>
                      <a:endParaRPr lang="en-US" sz="1000" b="1" i="0" u="none" strike="noStrike">
                        <a:solidFill>
                          <a:srgbClr val="FFFFFF"/>
                        </a:solidFill>
                        <a:effectLst/>
                        <a:latin typeface="Arial Narrow" panose="020B060602020203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9050" cap="flat" cmpd="sng" algn="ctr">
                      <a:noFill/>
                      <a:prstDash val="solid"/>
                      <a:round/>
                      <a:headEnd type="none" w="med" len="med"/>
                      <a:tailEnd type="none" w="med" len="med"/>
                    </a:lnB>
                    <a:solidFill>
                      <a:srgbClr val="67917B"/>
                    </a:solidFill>
                  </a:tcPr>
                </a:tc>
                <a:tc>
                  <a:txBody>
                    <a:bodyPr/>
                    <a:lstStyle/>
                    <a:p>
                      <a:pPr algn="ctr" rtl="0" fontAlgn="ctr">
                        <a:buNone/>
                      </a:pPr>
                      <a:endParaRPr lang="en-US" sz="1000" b="1" i="0" u="none" strike="noStrike" dirty="0">
                        <a:solidFill>
                          <a:srgbClr val="FFFFFF"/>
                        </a:solidFill>
                        <a:effectLst/>
                        <a:latin typeface="Arial Narrow" panose="020B060602020203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9050" cap="flat" cmpd="sng" algn="ctr">
                      <a:noFill/>
                      <a:prstDash val="solid"/>
                      <a:round/>
                      <a:headEnd type="none" w="med" len="med"/>
                      <a:tailEnd type="none" w="med" len="med"/>
                    </a:lnB>
                    <a:solidFill>
                      <a:srgbClr val="67917B"/>
                    </a:solidFill>
                  </a:tcPr>
                </a:tc>
                <a:tc>
                  <a:txBody>
                    <a:bodyPr/>
                    <a:lstStyle/>
                    <a:p>
                      <a:pPr algn="ctr" rtl="0" fontAlgn="ctr">
                        <a:buNone/>
                      </a:pPr>
                      <a:endParaRPr lang="en-US" sz="1000" b="1" i="0" u="none" strike="noStrike">
                        <a:solidFill>
                          <a:srgbClr val="FFFFFF"/>
                        </a:solidFill>
                        <a:effectLst/>
                        <a:latin typeface="Arial Narrow" panose="020B0606020202030204" pitchFamily="34" charset="0"/>
                      </a:endParaRPr>
                    </a:p>
                  </a:txBody>
                  <a:tcPr marL="0" marR="0" marT="0" marB="0" anchor="ctr">
                    <a:lnL w="12700" cap="flat" cmpd="sng" algn="ctr">
                      <a:solidFill>
                        <a:srgbClr val="FFFFFF"/>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67917B"/>
                    </a:solidFill>
                  </a:tcPr>
                </a:tc>
                <a:tc>
                  <a:txBody>
                    <a:bodyPr/>
                    <a:lstStyle/>
                    <a:p>
                      <a:pPr algn="ctr" rtl="0" fontAlgn="ctr">
                        <a:buNone/>
                      </a:pPr>
                      <a:endParaRPr lang="en-US" sz="1000" b="1" i="0" u="none" strike="noStrike" dirty="0">
                        <a:solidFill>
                          <a:srgbClr val="FFFFFF"/>
                        </a:solidFill>
                        <a:effectLst/>
                        <a:latin typeface="Arial Narrow" panose="020B0606020202030204" pitchFamily="34" charset="0"/>
                      </a:endParaRPr>
                    </a:p>
                  </a:txBody>
                  <a:tcPr marL="0" marR="0" marT="0" marB="0" anchor="ctr">
                    <a:lnL w="635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67917B"/>
                    </a:solidFill>
                  </a:tcPr>
                </a:tc>
                <a:tc>
                  <a:txBody>
                    <a:bodyPr/>
                    <a:lstStyle/>
                    <a:p>
                      <a:pPr algn="ctr" rtl="0" fontAlgn="ctr">
                        <a:buNone/>
                      </a:pPr>
                      <a:endParaRPr lang="en-US" sz="1000" b="1" i="0" u="none" strike="noStrike" dirty="0">
                        <a:solidFill>
                          <a:srgbClr val="FFFFFF"/>
                        </a:solidFill>
                        <a:effectLst/>
                        <a:latin typeface="Arial Narrow" panose="020B060602020203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9050" cap="flat" cmpd="sng" algn="ctr">
                      <a:noFill/>
                      <a:prstDash val="solid"/>
                      <a:round/>
                      <a:headEnd type="none" w="med" len="med"/>
                      <a:tailEnd type="none" w="med" len="med"/>
                    </a:lnB>
                    <a:solidFill>
                      <a:srgbClr val="67917B"/>
                    </a:solidFill>
                  </a:tcPr>
                </a:tc>
                <a:tc>
                  <a:txBody>
                    <a:bodyPr/>
                    <a:lstStyle/>
                    <a:p>
                      <a:pPr algn="ctr" rtl="0" fontAlgn="ctr">
                        <a:buNone/>
                      </a:pPr>
                      <a:endParaRPr lang="en-US" sz="1000" b="1" i="0" u="none" strike="noStrike">
                        <a:solidFill>
                          <a:srgbClr val="FFFFFF"/>
                        </a:solidFill>
                        <a:effectLst/>
                        <a:latin typeface="Arial Narrow" panose="020B060602020203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9050" cap="flat" cmpd="sng" algn="ctr">
                      <a:noFill/>
                      <a:prstDash val="solid"/>
                      <a:round/>
                      <a:headEnd type="none" w="med" len="med"/>
                      <a:tailEnd type="none" w="med" len="med"/>
                    </a:lnB>
                    <a:solidFill>
                      <a:srgbClr val="67917B"/>
                    </a:solidFill>
                  </a:tcPr>
                </a:tc>
                <a:tc>
                  <a:txBody>
                    <a:bodyPr/>
                    <a:lstStyle/>
                    <a:p>
                      <a:pPr algn="ctr" rtl="0" fontAlgn="ctr">
                        <a:buNone/>
                      </a:pPr>
                      <a:endParaRPr lang="en-US" sz="1000" b="1" i="0" u="none" strike="noStrike">
                        <a:solidFill>
                          <a:srgbClr val="FFFFFF"/>
                        </a:solidFill>
                        <a:effectLst/>
                        <a:latin typeface="Arial Narrow" panose="020B060602020203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9050" cap="flat" cmpd="sng" algn="ctr">
                      <a:noFill/>
                      <a:prstDash val="solid"/>
                      <a:round/>
                      <a:headEnd type="none" w="med" len="med"/>
                      <a:tailEnd type="none" w="med" len="med"/>
                    </a:lnB>
                    <a:solidFill>
                      <a:srgbClr val="67917B"/>
                    </a:solidFill>
                  </a:tcPr>
                </a:tc>
                <a:tc>
                  <a:txBody>
                    <a:bodyPr/>
                    <a:lstStyle/>
                    <a:p>
                      <a:pPr algn="ctr" rtl="0" fontAlgn="ctr">
                        <a:buNone/>
                      </a:pPr>
                      <a:endParaRPr lang="en-US" sz="1000" b="1" i="0" u="none" strike="noStrike">
                        <a:solidFill>
                          <a:srgbClr val="FFFFFF"/>
                        </a:solidFill>
                        <a:effectLst/>
                        <a:latin typeface="Arial Narrow" panose="020B060602020203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noFill/>
                      <a:prstDash val="solid"/>
                      <a:round/>
                      <a:headEnd type="none" w="med" len="med"/>
                      <a:tailEnd type="none" w="med" len="med"/>
                    </a:lnB>
                    <a:solidFill>
                      <a:srgbClr val="67917B"/>
                    </a:solidFill>
                  </a:tcPr>
                </a:tc>
                <a:tc>
                  <a:txBody>
                    <a:bodyPr/>
                    <a:lstStyle/>
                    <a:p>
                      <a:pPr algn="ctr" rtl="0" fontAlgn="ctr">
                        <a:buNone/>
                      </a:pPr>
                      <a:endParaRPr lang="en-US" sz="1000" b="1" i="0" u="none" strike="noStrike">
                        <a:solidFill>
                          <a:srgbClr val="FFFFFF"/>
                        </a:solidFill>
                        <a:effectLst/>
                        <a:latin typeface="Arial Narrow" panose="020B060602020203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noFill/>
                      <a:prstDash val="solid"/>
                      <a:round/>
                      <a:headEnd type="none" w="med" len="med"/>
                      <a:tailEnd type="none" w="med" len="med"/>
                    </a:lnB>
                    <a:solidFill>
                      <a:srgbClr val="67917B"/>
                    </a:solidFill>
                  </a:tcPr>
                </a:tc>
                <a:tc>
                  <a:txBody>
                    <a:bodyPr/>
                    <a:lstStyle/>
                    <a:p>
                      <a:pPr algn="ctr" rtl="0" fontAlgn="ctr">
                        <a:buNone/>
                      </a:pPr>
                      <a:endParaRPr lang="en-US" sz="1000" b="1" i="0" u="none" strike="noStrike">
                        <a:solidFill>
                          <a:srgbClr val="FFFFFF"/>
                        </a:solidFill>
                        <a:effectLst/>
                        <a:latin typeface="Arial Narrow" panose="020B060602020203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noFill/>
                      <a:prstDash val="solid"/>
                      <a:round/>
                      <a:headEnd type="none" w="med" len="med"/>
                      <a:tailEnd type="none" w="med" len="med"/>
                    </a:lnB>
                    <a:solidFill>
                      <a:srgbClr val="67917B"/>
                    </a:solidFill>
                  </a:tcPr>
                </a:tc>
                <a:tc>
                  <a:txBody>
                    <a:bodyPr/>
                    <a:lstStyle/>
                    <a:p>
                      <a:pPr algn="ctr" rtl="0" fontAlgn="ctr">
                        <a:buNone/>
                      </a:pPr>
                      <a:endParaRPr lang="en-US" sz="1000" b="1" i="0" u="none" strike="noStrike" dirty="0">
                        <a:solidFill>
                          <a:srgbClr val="FFFFFF"/>
                        </a:solidFill>
                        <a:effectLst/>
                        <a:latin typeface="Arial Narrow" panose="020B0606020202030204" pitchFamily="34"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noFill/>
                      <a:prstDash val="solid"/>
                      <a:round/>
                      <a:headEnd type="none" w="med" len="med"/>
                      <a:tailEnd type="none" w="med" len="med"/>
                    </a:lnB>
                    <a:solidFill>
                      <a:srgbClr val="67917B"/>
                    </a:solidFill>
                  </a:tcPr>
                </a:tc>
                <a:extLst>
                  <a:ext uri="{0D108BD9-81ED-4DB2-BD59-A6C34878D82A}">
                    <a16:rowId xmlns:a16="http://schemas.microsoft.com/office/drawing/2014/main" val="1131757796"/>
                  </a:ext>
                </a:extLst>
              </a:tr>
              <a:tr h="274869">
                <a:tc>
                  <a:txBody>
                    <a:bodyPr/>
                    <a:lstStyle/>
                    <a:p>
                      <a:pPr algn="l" rtl="0" fontAlgn="ctr">
                        <a:buNone/>
                      </a:pPr>
                      <a:endParaRPr lang="en-US" sz="1000" b="0" i="1" u="none" strike="noStrike" dirty="0">
                        <a:solidFill>
                          <a:srgbClr val="FF0000"/>
                        </a:solidFill>
                        <a:effectLst/>
                        <a:latin typeface="Arial Narrow" panose="020B0606020202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ctr" rtl="0" fontAlgn="ctr">
                        <a:buNone/>
                      </a:pPr>
                      <a:endParaRPr lang="en-US" sz="1000" b="0" i="1" u="none" strike="noStrike" dirty="0">
                        <a:solidFill>
                          <a:srgbClr val="FF0000"/>
                        </a:solidFill>
                        <a:effectLst/>
                        <a:latin typeface="Arial Narrow" panose="020B0606020202030204" pitchFamily="34" charset="0"/>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ctr" rtl="0" fontAlgn="ctr">
                        <a:buNone/>
                      </a:pPr>
                      <a:endParaRPr lang="en-US" sz="1000" b="0" i="1" u="none" strike="noStrike" dirty="0">
                        <a:solidFill>
                          <a:srgbClr val="FF0000"/>
                        </a:solidFill>
                        <a:effectLst/>
                        <a:latin typeface="Arial Narrow" panose="020B0606020202030204" pitchFamily="34" charset="0"/>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ctr" rtl="0" fontAlgn="ctr">
                        <a:buNone/>
                      </a:pPr>
                      <a:endParaRPr lang="en-US" sz="1000" b="0" i="1" u="none" strike="noStrike" dirty="0">
                        <a:solidFill>
                          <a:srgbClr val="FF0000"/>
                        </a:solidFill>
                        <a:effectLst/>
                        <a:latin typeface="Arial Narrow" panose="020B0606020202030204" pitchFamily="34" charset="0"/>
                      </a:endParaRPr>
                    </a:p>
                  </a:txBody>
                  <a:tcPr marL="9525" marR="9525" marT="9525" marB="0" anchor="ctr">
                    <a:lnL w="12700" cap="flat" cmpd="sng" algn="ctr">
                      <a:solidFill>
                        <a:srgbClr val="FFFFFF"/>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ctr" rtl="0" fontAlgn="ctr">
                        <a:buNone/>
                      </a:pPr>
                      <a:endParaRPr lang="en-US" sz="1000" b="0" i="1" u="none" strike="noStrike" dirty="0">
                        <a:solidFill>
                          <a:srgbClr val="FF0000"/>
                        </a:solidFill>
                        <a:effectLst/>
                        <a:latin typeface="Arial Narrow" panose="020B0606020202030204" pitchFamily="34" charset="0"/>
                      </a:endParaRPr>
                    </a:p>
                  </a:txBody>
                  <a:tcPr marL="9525" marR="9525" marT="9525" marB="0" anchor="ctr">
                    <a:lnL w="6350" cap="flat" cmpd="sng" algn="ctr">
                      <a:solidFill>
                        <a:srgbClr val="0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ctr" rtl="0" fontAlgn="ctr">
                        <a:buNone/>
                      </a:pPr>
                      <a:endParaRPr lang="en-US" sz="1000" b="0" i="1" u="none" strike="noStrike">
                        <a:solidFill>
                          <a:srgbClr val="FF0000"/>
                        </a:solidFill>
                        <a:effectLst/>
                        <a:latin typeface="Arial Narrow" panose="020B060602020203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endParaRPr lang="en-US" sz="1000" b="0" i="1" u="none" strike="noStrike">
                        <a:solidFill>
                          <a:srgbClr val="FF0000"/>
                        </a:solidFill>
                        <a:effectLst/>
                        <a:latin typeface="Arial Narrow" panose="020B060602020203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endParaRPr lang="en-US" sz="1000" b="0" i="1" u="none" strike="noStrike">
                        <a:solidFill>
                          <a:srgbClr val="FF0000"/>
                        </a:solidFill>
                        <a:effectLst/>
                        <a:latin typeface="Arial Narrow" panose="020B0606020202030204" pitchFamily="34" charset="0"/>
                      </a:endParaRPr>
                    </a:p>
                  </a:txBody>
                  <a:tcPr marL="9525" marR="9525" marT="9525" marB="0"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endParaRPr lang="en-US" sz="1000" b="0" i="1" u="none" strike="noStrike">
                        <a:solidFill>
                          <a:srgbClr val="FF0000"/>
                        </a:solidFill>
                        <a:effectLst/>
                        <a:latin typeface="Arial Narrow" panose="020B0606020202030204" pitchFamily="34" charset="0"/>
                      </a:endParaRP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endParaRPr lang="en-US" sz="1000" b="0" i="1" u="none" strike="noStrike">
                        <a:solidFill>
                          <a:srgbClr val="FF0000"/>
                        </a:solidFill>
                        <a:effectLst/>
                        <a:latin typeface="Arial Narrow" panose="020B0606020202030204" pitchFamily="34" charset="0"/>
                      </a:endParaRP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endParaRPr lang="en-US" sz="1000" b="0" i="1" u="none" strike="noStrike">
                        <a:solidFill>
                          <a:srgbClr val="FF0000"/>
                        </a:solidFill>
                        <a:effectLst/>
                        <a:latin typeface="Arial Narrow" panose="020B0606020202030204" pitchFamily="34" charset="0"/>
                      </a:endParaRP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endParaRPr lang="en-US" sz="1000" b="0" i="1" u="none" strike="noStrike">
                        <a:solidFill>
                          <a:srgbClr val="FF0000"/>
                        </a:solidFill>
                        <a:effectLst/>
                        <a:latin typeface="Arial Narrow" panose="020B0606020202030204" pitchFamily="34" charset="0"/>
                      </a:endParaRPr>
                    </a:p>
                  </a:txBody>
                  <a:tcPr marL="9525" marR="9525" marT="9525" marB="0" anchor="ctr">
                    <a:lnL w="6350" cap="flat" cmpd="sng" algn="ctr">
                      <a:no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ctr" rtl="0" fontAlgn="ctr">
                        <a:buNone/>
                      </a:pPr>
                      <a:endParaRPr lang="en-US" sz="1000" b="0" i="1" u="none" strike="noStrike" dirty="0">
                        <a:solidFill>
                          <a:srgbClr val="FF0000"/>
                        </a:solidFill>
                        <a:effectLst/>
                        <a:latin typeface="Arial Narrow" panose="020B0606020202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no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ctr" rtl="0" fontAlgn="ctr">
                        <a:buNone/>
                      </a:pPr>
                      <a:endParaRPr lang="en-US" sz="1000" b="0" i="1" u="none" strike="noStrike">
                        <a:solidFill>
                          <a:srgbClr val="FF0000"/>
                        </a:solidFill>
                        <a:effectLst/>
                        <a:latin typeface="Arial Narrow" panose="020B0606020202030204" pitchFamily="34" charset="0"/>
                      </a:endParaRP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endParaRPr lang="en-US" sz="1000" b="0" i="1" u="none" strike="noStrike" dirty="0">
                        <a:solidFill>
                          <a:srgbClr val="FF0000"/>
                        </a:solidFill>
                        <a:effectLst/>
                        <a:latin typeface="Arial Narrow" panose="020B0606020202030204" pitchFamily="34" charset="0"/>
                      </a:endParaRPr>
                    </a:p>
                  </a:txBody>
                  <a:tcPr marL="9525" marR="9525" marT="9525" marB="0"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endParaRPr lang="en-US" sz="1000" b="0" i="1" u="none" strike="noStrike" dirty="0">
                        <a:solidFill>
                          <a:srgbClr val="FF0000"/>
                        </a:solidFill>
                        <a:effectLst/>
                        <a:latin typeface="Arial Narrow" panose="020B060602020203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endParaRPr lang="en-US" sz="1000" b="0" i="1" u="none" strike="noStrike">
                        <a:solidFill>
                          <a:srgbClr val="FF0000"/>
                        </a:solidFill>
                        <a:effectLst/>
                        <a:latin typeface="Arial Narrow" panose="020B060602020203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endParaRPr lang="en-US" sz="1000" b="0" i="1" u="none" strike="noStrike" dirty="0">
                        <a:solidFill>
                          <a:srgbClr val="FF0000"/>
                        </a:solidFill>
                        <a:effectLst/>
                        <a:latin typeface="Arial Narrow" panose="020B060602020203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endParaRPr lang="en-US" sz="1000" b="0" i="1" u="none" strike="noStrike" dirty="0">
                        <a:solidFill>
                          <a:srgbClr val="FF0000"/>
                        </a:solidFill>
                        <a:effectLst/>
                        <a:latin typeface="Arial Narrow" panose="020B060602020203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endParaRPr lang="en-US" sz="1000" b="0" i="1" u="none" strike="noStrike">
                        <a:solidFill>
                          <a:srgbClr val="FF0000"/>
                        </a:solidFill>
                        <a:effectLst/>
                        <a:latin typeface="Arial Narrow" panose="020B0606020202030204" pitchFamily="34" charset="0"/>
                      </a:endParaRPr>
                    </a:p>
                  </a:txBody>
                  <a:tcPr marL="9525"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13432702"/>
                  </a:ext>
                </a:extLst>
              </a:tr>
              <a:tr h="298312">
                <a:tc>
                  <a:txBody>
                    <a:bodyPr/>
                    <a:lstStyle/>
                    <a:p>
                      <a:pPr algn="l" rtl="0" fontAlgn="ctr">
                        <a:buNone/>
                      </a:pPr>
                      <a:endParaRPr lang="en-US" sz="1000" b="0" i="1" u="none" strike="noStrike" dirty="0">
                        <a:solidFill>
                          <a:srgbClr val="FF0000"/>
                        </a:solidFill>
                        <a:effectLst/>
                        <a:latin typeface="Arial Narrow" panose="020B0606020202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algn="ctr" rtl="0" fontAlgn="ctr">
                        <a:buNone/>
                      </a:pPr>
                      <a:endParaRPr lang="en-US" sz="1000" b="0" i="1" u="none" strike="noStrike">
                        <a:solidFill>
                          <a:srgbClr val="FF0000"/>
                        </a:solidFill>
                        <a:effectLst/>
                        <a:latin typeface="Arial Narrow" panose="020B0606020202030204" pitchFamily="34" charset="0"/>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algn="ctr" rtl="0" fontAlgn="ctr">
                        <a:buNone/>
                      </a:pPr>
                      <a:endParaRPr lang="en-US" sz="1000" b="0" i="1" u="none" strike="noStrike" dirty="0">
                        <a:solidFill>
                          <a:srgbClr val="FF0000"/>
                        </a:solidFill>
                        <a:effectLst/>
                        <a:latin typeface="Arial Narrow" panose="020B0606020202030204" pitchFamily="34" charset="0"/>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algn="ctr" rtl="0" fontAlgn="ctr">
                        <a:buNone/>
                      </a:pPr>
                      <a:endParaRPr lang="en-US" sz="1000" b="0" i="1" u="none" strike="noStrike">
                        <a:solidFill>
                          <a:srgbClr val="FF0000"/>
                        </a:solidFill>
                        <a:effectLst/>
                        <a:latin typeface="Arial Narrow" panose="020B0606020202030204" pitchFamily="34" charset="0"/>
                      </a:endParaRPr>
                    </a:p>
                  </a:txBody>
                  <a:tcPr marL="9525" marR="9525" marT="9525" marB="0" anchor="ctr">
                    <a:lnL w="12700" cap="flat" cmpd="sng" algn="ctr">
                      <a:solidFill>
                        <a:srgbClr val="FFFFFF"/>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algn="ctr" rtl="0" fontAlgn="ctr">
                        <a:buNone/>
                      </a:pPr>
                      <a:endParaRPr lang="en-US" sz="1000" b="0" i="1" u="none" strike="noStrike">
                        <a:solidFill>
                          <a:srgbClr val="FF0000"/>
                        </a:solidFill>
                        <a:effectLst/>
                        <a:latin typeface="Arial Narrow" panose="020B0606020202030204" pitchFamily="34" charset="0"/>
                      </a:endParaRPr>
                    </a:p>
                  </a:txBody>
                  <a:tcPr marL="9525" marR="9525" marT="9525" marB="0" anchor="ctr">
                    <a:lnL w="6350" cap="flat" cmpd="sng" algn="ctr">
                      <a:solidFill>
                        <a:srgbClr val="0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algn="ctr" rtl="0" fontAlgn="ctr">
                        <a:buNone/>
                      </a:pPr>
                      <a:endParaRPr lang="en-US" sz="1000" b="0" i="1" u="none" strike="noStrike" dirty="0">
                        <a:solidFill>
                          <a:srgbClr val="FF0000"/>
                        </a:solidFill>
                        <a:effectLst/>
                        <a:latin typeface="Arial Narrow" panose="020B060602020203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endParaRPr lang="en-US" sz="1000" b="0" i="1" u="none" strike="noStrike">
                        <a:solidFill>
                          <a:srgbClr val="FF0000"/>
                        </a:solidFill>
                        <a:effectLst/>
                        <a:latin typeface="Arial Narrow" panose="020B060602020203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endParaRPr lang="en-US" sz="1000" b="0" i="1" u="none" strike="noStrike">
                        <a:solidFill>
                          <a:srgbClr val="FF0000"/>
                        </a:solidFill>
                        <a:effectLst/>
                        <a:latin typeface="Arial Narrow" panose="020B0606020202030204" pitchFamily="34" charset="0"/>
                      </a:endParaRPr>
                    </a:p>
                  </a:txBody>
                  <a:tcPr marL="9525" marR="9525" marT="9525" marB="0"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endParaRPr lang="en-US" sz="1000" b="0" i="1" u="none" strike="noStrike">
                        <a:solidFill>
                          <a:srgbClr val="FF0000"/>
                        </a:solidFill>
                        <a:effectLst/>
                        <a:latin typeface="Arial Narrow" panose="020B0606020202030204" pitchFamily="34" charset="0"/>
                      </a:endParaRP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endParaRPr lang="en-US" sz="1000" b="0" i="1" u="none" strike="noStrike">
                        <a:solidFill>
                          <a:srgbClr val="FF0000"/>
                        </a:solidFill>
                        <a:effectLst/>
                        <a:latin typeface="Arial Narrow" panose="020B0606020202030204" pitchFamily="34" charset="0"/>
                      </a:endParaRP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endParaRPr lang="en-US" sz="1000" b="0" i="1" u="none" strike="noStrike">
                        <a:solidFill>
                          <a:srgbClr val="FF0000"/>
                        </a:solidFill>
                        <a:effectLst/>
                        <a:latin typeface="Arial Narrow" panose="020B0606020202030204" pitchFamily="34" charset="0"/>
                      </a:endParaRP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endParaRPr lang="en-US" sz="1000" b="0" i="1" u="none" strike="noStrike">
                        <a:solidFill>
                          <a:srgbClr val="FF0000"/>
                        </a:solidFill>
                        <a:effectLst/>
                        <a:latin typeface="Arial Narrow" panose="020B0606020202030204" pitchFamily="34" charset="0"/>
                      </a:endParaRPr>
                    </a:p>
                  </a:txBody>
                  <a:tcPr marL="9525" marR="9525" marT="9525" marB="0" anchor="ctr">
                    <a:lnL w="6350" cap="flat" cmpd="sng" algn="ctr">
                      <a:no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algn="ctr" rtl="0" fontAlgn="ctr">
                        <a:buNone/>
                      </a:pPr>
                      <a:endParaRPr lang="en-US" sz="1000" b="0" i="1" u="none" strike="noStrike">
                        <a:solidFill>
                          <a:srgbClr val="FF0000"/>
                        </a:solidFill>
                        <a:effectLst/>
                        <a:latin typeface="Arial Narrow" panose="020B0606020202030204" pitchFamily="34" charset="0"/>
                      </a:endParaRPr>
                    </a:p>
                  </a:txBody>
                  <a:tcPr marL="9525" marR="9525" marT="9525" marB="0" anchor="ctr">
                    <a:lnL w="6350" cap="flat" cmpd="sng" algn="ctr">
                      <a:solidFill>
                        <a:srgbClr val="0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D9D9"/>
                    </a:solidFill>
                  </a:tcPr>
                </a:tc>
                <a:tc>
                  <a:txBody>
                    <a:bodyPr/>
                    <a:lstStyle/>
                    <a:p>
                      <a:pPr algn="ctr" rtl="0" fontAlgn="ctr">
                        <a:buNone/>
                      </a:pPr>
                      <a:endParaRPr lang="en-US" sz="1000" b="0" i="1" u="none" strike="noStrike">
                        <a:solidFill>
                          <a:srgbClr val="FF0000"/>
                        </a:solidFill>
                        <a:effectLst/>
                        <a:latin typeface="Arial Narrow" panose="020B060602020203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endParaRPr lang="en-US" sz="1000" b="0" i="1" u="none" strike="noStrike">
                        <a:solidFill>
                          <a:srgbClr val="FF0000"/>
                        </a:solidFill>
                        <a:effectLst/>
                        <a:latin typeface="Arial Narrow" panose="020B060602020203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endParaRPr lang="en-US" sz="1000" b="0" i="1" u="none" strike="noStrike">
                        <a:solidFill>
                          <a:srgbClr val="FF0000"/>
                        </a:solidFill>
                        <a:effectLst/>
                        <a:latin typeface="Arial Narrow" panose="020B060602020203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endParaRPr lang="en-US" sz="1000" b="0" i="1" u="none" strike="noStrike" dirty="0">
                        <a:solidFill>
                          <a:srgbClr val="FF0000"/>
                        </a:solidFill>
                        <a:effectLst/>
                        <a:latin typeface="Arial Narrow" panose="020B060602020203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endParaRPr lang="en-US" sz="1000" b="0" i="1" u="none" strike="noStrike" dirty="0">
                        <a:solidFill>
                          <a:srgbClr val="FF0000"/>
                        </a:solidFill>
                        <a:effectLst/>
                        <a:latin typeface="Arial Narrow" panose="020B060602020203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endParaRPr lang="en-US" sz="1000" b="0" i="1" u="none" strike="noStrike">
                        <a:solidFill>
                          <a:srgbClr val="FF0000"/>
                        </a:solidFill>
                        <a:effectLst/>
                        <a:latin typeface="Arial Narrow" panose="020B060602020203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endParaRPr lang="en-US" sz="1000" b="0" i="1" u="none" strike="noStrike">
                        <a:solidFill>
                          <a:srgbClr val="FF0000"/>
                        </a:solidFill>
                        <a:effectLst/>
                        <a:latin typeface="Arial Narrow" panose="020B0606020202030204" pitchFamily="34" charset="0"/>
                      </a:endParaRPr>
                    </a:p>
                  </a:txBody>
                  <a:tcPr marL="9525"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3247300250"/>
                  </a:ext>
                </a:extLst>
              </a:tr>
              <a:tr h="274869">
                <a:tc>
                  <a:txBody>
                    <a:bodyPr/>
                    <a:lstStyle/>
                    <a:p>
                      <a:pPr algn="l" rtl="0" fontAlgn="ctr">
                        <a:buNone/>
                      </a:pPr>
                      <a:endParaRPr lang="en-US" sz="1000" b="0" i="1" u="none" strike="noStrike">
                        <a:solidFill>
                          <a:srgbClr val="FF0000"/>
                        </a:solidFill>
                        <a:effectLst/>
                        <a:latin typeface="Arial Narrow" panose="020B0606020202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ctr" rtl="0" fontAlgn="ctr">
                        <a:buNone/>
                      </a:pPr>
                      <a:endParaRPr lang="en-US" sz="1000" b="0" i="1" u="none" strike="noStrike" dirty="0">
                        <a:solidFill>
                          <a:srgbClr val="FF0000"/>
                        </a:solidFill>
                        <a:effectLst/>
                        <a:latin typeface="Arial Narrow" panose="020B0606020202030204" pitchFamily="34" charset="0"/>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ctr" rtl="0" fontAlgn="ctr">
                        <a:buNone/>
                      </a:pPr>
                      <a:endParaRPr lang="en-US" sz="1000" b="0" i="1" u="none" strike="noStrike" dirty="0">
                        <a:solidFill>
                          <a:srgbClr val="FF0000"/>
                        </a:solidFill>
                        <a:effectLst/>
                        <a:latin typeface="Arial Narrow" panose="020B0606020202030204" pitchFamily="34" charset="0"/>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ctr" rtl="0" fontAlgn="ctr">
                        <a:buNone/>
                      </a:pPr>
                      <a:endParaRPr lang="en-US" sz="1000" b="0" i="1" u="none" strike="noStrike">
                        <a:solidFill>
                          <a:srgbClr val="FF0000"/>
                        </a:solidFill>
                        <a:effectLst/>
                        <a:latin typeface="Arial Narrow" panose="020B0606020202030204" pitchFamily="34" charset="0"/>
                      </a:endParaRPr>
                    </a:p>
                  </a:txBody>
                  <a:tcPr marL="9525" marR="9525" marT="9525" marB="0" anchor="ctr">
                    <a:lnL w="12700" cap="flat" cmpd="sng" algn="ctr">
                      <a:solidFill>
                        <a:srgbClr val="FFFFFF"/>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ctr" rtl="0" fontAlgn="ctr">
                        <a:buNone/>
                      </a:pPr>
                      <a:endParaRPr lang="en-US" sz="1000" b="0" i="1" u="none" strike="noStrike">
                        <a:solidFill>
                          <a:srgbClr val="FF0000"/>
                        </a:solidFill>
                        <a:effectLst/>
                        <a:latin typeface="Arial Narrow" panose="020B0606020202030204" pitchFamily="34" charset="0"/>
                      </a:endParaRPr>
                    </a:p>
                  </a:txBody>
                  <a:tcPr marL="9525" marR="9525" marT="9525" marB="0" anchor="ctr">
                    <a:lnL w="6350" cap="flat" cmpd="sng" algn="ctr">
                      <a:solidFill>
                        <a:srgbClr val="0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ctr" rtl="0" fontAlgn="ctr">
                        <a:buNone/>
                      </a:pPr>
                      <a:endParaRPr lang="en-US" sz="1000" b="0" i="1" u="none" strike="noStrike" dirty="0">
                        <a:solidFill>
                          <a:srgbClr val="FF0000"/>
                        </a:solidFill>
                        <a:effectLst/>
                        <a:latin typeface="Arial Narrow" panose="020B060602020203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endParaRPr lang="en-US" sz="1000" b="0" i="1" u="none" strike="noStrike">
                        <a:solidFill>
                          <a:srgbClr val="FF0000"/>
                        </a:solidFill>
                        <a:effectLst/>
                        <a:latin typeface="Arial Narrow" panose="020B060602020203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endParaRPr lang="en-US" sz="1000" b="0" i="1" u="none" strike="noStrike" dirty="0">
                        <a:solidFill>
                          <a:srgbClr val="FF0000"/>
                        </a:solidFill>
                        <a:effectLst/>
                        <a:latin typeface="Arial Narrow" panose="020B0606020202030204" pitchFamily="34" charset="0"/>
                      </a:endParaRPr>
                    </a:p>
                  </a:txBody>
                  <a:tcPr marL="9525" marR="9525" marT="9525" marB="0"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endParaRPr lang="en-US" sz="1000" b="0" i="1" u="none" strike="noStrike">
                        <a:solidFill>
                          <a:srgbClr val="FF0000"/>
                        </a:solidFill>
                        <a:effectLst/>
                        <a:latin typeface="Arial Narrow" panose="020B0606020202030204" pitchFamily="34" charset="0"/>
                      </a:endParaRP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endParaRPr lang="en-US" sz="1000" b="0" i="1" u="none" strike="noStrike" dirty="0">
                        <a:solidFill>
                          <a:srgbClr val="FF0000"/>
                        </a:solidFill>
                        <a:effectLst/>
                        <a:latin typeface="Arial Narrow" panose="020B0606020202030204" pitchFamily="34" charset="0"/>
                      </a:endParaRP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endParaRPr lang="en-US" sz="1000" b="0" i="1" u="none" strike="noStrike">
                        <a:solidFill>
                          <a:srgbClr val="FF0000"/>
                        </a:solidFill>
                        <a:effectLst/>
                        <a:latin typeface="Arial Narrow" panose="020B0606020202030204" pitchFamily="34" charset="0"/>
                      </a:endParaRP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endParaRPr lang="en-US" sz="1000" b="0" i="1" u="none" strike="noStrike">
                        <a:solidFill>
                          <a:srgbClr val="FF0000"/>
                        </a:solidFill>
                        <a:effectLst/>
                        <a:latin typeface="Arial Narrow" panose="020B0606020202030204" pitchFamily="34" charset="0"/>
                      </a:endParaRPr>
                    </a:p>
                  </a:txBody>
                  <a:tcPr marL="9525" marR="9525" marT="9525" marB="0" anchor="ctr">
                    <a:lnL w="6350" cap="flat" cmpd="sng" algn="ctr">
                      <a:no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ctr" rtl="0" fontAlgn="ctr">
                        <a:buNone/>
                      </a:pPr>
                      <a:endParaRPr lang="en-US" sz="1000" b="0" i="1" u="none" strike="noStrike">
                        <a:solidFill>
                          <a:srgbClr val="FF0000"/>
                        </a:solidFill>
                        <a:effectLst/>
                        <a:latin typeface="Arial Narrow" panose="020B0606020202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no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ctr" rtl="0" fontAlgn="ctr">
                        <a:buNone/>
                      </a:pPr>
                      <a:endParaRPr lang="en-US" sz="1000" b="0" i="1" u="none" strike="noStrike">
                        <a:solidFill>
                          <a:srgbClr val="FF0000"/>
                        </a:solidFill>
                        <a:effectLst/>
                        <a:latin typeface="Arial Narrow" panose="020B0606020202030204" pitchFamily="34" charset="0"/>
                      </a:endParaRP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endParaRPr lang="en-US" sz="1000" b="0" i="1" u="none" strike="noStrike">
                        <a:solidFill>
                          <a:srgbClr val="FF0000"/>
                        </a:solidFill>
                        <a:effectLst/>
                        <a:latin typeface="Arial Narrow" panose="020B0606020202030204" pitchFamily="34" charset="0"/>
                      </a:endParaRPr>
                    </a:p>
                  </a:txBody>
                  <a:tcPr marL="9525" marR="9525" marT="9525" marB="0"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endParaRPr lang="en-US" sz="1000" b="0" i="1" u="none" strike="noStrike">
                        <a:solidFill>
                          <a:srgbClr val="FF0000"/>
                        </a:solidFill>
                        <a:effectLst/>
                        <a:latin typeface="Arial Narrow" panose="020B060602020203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endParaRPr lang="en-US" sz="1000" b="0" i="1" u="none" strike="noStrike">
                        <a:solidFill>
                          <a:srgbClr val="FF0000"/>
                        </a:solidFill>
                        <a:effectLst/>
                        <a:latin typeface="Arial Narrow" panose="020B060602020203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endParaRPr lang="en-US" sz="1000" b="0" i="1" u="none" strike="noStrike">
                        <a:solidFill>
                          <a:srgbClr val="FF0000"/>
                        </a:solidFill>
                        <a:effectLst/>
                        <a:latin typeface="Arial Narrow" panose="020B060602020203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endParaRPr lang="en-US" sz="1000" b="0" i="1" u="none" strike="noStrike">
                        <a:solidFill>
                          <a:srgbClr val="FF0000"/>
                        </a:solidFill>
                        <a:effectLst/>
                        <a:latin typeface="Arial Narrow" panose="020B060602020203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endParaRPr lang="en-US" sz="1000" b="0" i="1" u="none" strike="noStrike">
                        <a:solidFill>
                          <a:srgbClr val="FF0000"/>
                        </a:solidFill>
                        <a:effectLst/>
                        <a:latin typeface="Arial Narrow" panose="020B0606020202030204" pitchFamily="34" charset="0"/>
                      </a:endParaRPr>
                    </a:p>
                  </a:txBody>
                  <a:tcPr marL="9525"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8540829"/>
                  </a:ext>
                </a:extLst>
              </a:tr>
              <a:tr h="260402">
                <a:tc>
                  <a:txBody>
                    <a:bodyPr/>
                    <a:lstStyle/>
                    <a:p>
                      <a:pPr algn="l" rtl="0" fontAlgn="ctr">
                        <a:buNone/>
                      </a:pPr>
                      <a:endParaRPr lang="en-US" sz="1000" b="0" i="1" u="none" strike="noStrike">
                        <a:solidFill>
                          <a:srgbClr val="FF0000"/>
                        </a:solidFill>
                        <a:effectLst/>
                        <a:latin typeface="Arial Narrow" panose="020B0606020202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algn="ctr" rtl="0" fontAlgn="ctr">
                        <a:buNone/>
                      </a:pPr>
                      <a:endParaRPr lang="en-US" sz="1000" b="0" i="1" u="none" strike="noStrike">
                        <a:solidFill>
                          <a:srgbClr val="FF0000"/>
                        </a:solidFill>
                        <a:effectLst/>
                        <a:latin typeface="Arial Narrow" panose="020B0606020202030204" pitchFamily="34" charset="0"/>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algn="ctr" rtl="0" fontAlgn="ctr">
                        <a:buNone/>
                      </a:pPr>
                      <a:endParaRPr lang="en-US" sz="1000" b="0" i="1" u="none" strike="noStrike" dirty="0">
                        <a:solidFill>
                          <a:srgbClr val="FF0000"/>
                        </a:solidFill>
                        <a:effectLst/>
                        <a:latin typeface="Arial Narrow" panose="020B0606020202030204" pitchFamily="34" charset="0"/>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algn="ctr" rtl="0" fontAlgn="ctr">
                        <a:buNone/>
                      </a:pPr>
                      <a:endParaRPr lang="en-US" sz="1000" b="0" i="1" u="none" strike="noStrike" dirty="0">
                        <a:solidFill>
                          <a:srgbClr val="FF0000"/>
                        </a:solidFill>
                        <a:effectLst/>
                        <a:latin typeface="Arial Narrow" panose="020B0606020202030204" pitchFamily="34" charset="0"/>
                      </a:endParaRPr>
                    </a:p>
                  </a:txBody>
                  <a:tcPr marL="9525" marR="9525" marT="9525" marB="0" anchor="ctr">
                    <a:lnL w="12700" cap="flat" cmpd="sng" algn="ctr">
                      <a:solidFill>
                        <a:srgbClr val="FFFFFF"/>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algn="ctr" rtl="0" fontAlgn="ctr">
                        <a:buNone/>
                      </a:pPr>
                      <a:endParaRPr lang="en-US" sz="1000" b="0" i="1" u="none" strike="noStrike">
                        <a:solidFill>
                          <a:srgbClr val="FF0000"/>
                        </a:solidFill>
                        <a:effectLst/>
                        <a:latin typeface="Arial Narrow" panose="020B0606020202030204" pitchFamily="34" charset="0"/>
                      </a:endParaRPr>
                    </a:p>
                  </a:txBody>
                  <a:tcPr marL="9525" marR="9525" marT="9525" marB="0" anchor="ctr">
                    <a:lnL w="6350" cap="flat" cmpd="sng" algn="ctr">
                      <a:solidFill>
                        <a:srgbClr val="0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algn="ctr" rtl="0" fontAlgn="ctr">
                        <a:buNone/>
                      </a:pPr>
                      <a:endParaRPr lang="en-US" sz="1000" b="0" i="1" u="none" strike="noStrike">
                        <a:solidFill>
                          <a:srgbClr val="FF0000"/>
                        </a:solidFill>
                        <a:effectLst/>
                        <a:latin typeface="Arial Narrow" panose="020B060602020203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endParaRPr lang="en-US" sz="1000" b="0" i="1" u="none" strike="noStrike">
                        <a:solidFill>
                          <a:srgbClr val="FF0000"/>
                        </a:solidFill>
                        <a:effectLst/>
                        <a:latin typeface="Arial Narrow" panose="020B060602020203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endParaRPr lang="en-US" sz="1000" b="0" i="1" u="none" strike="noStrike">
                        <a:solidFill>
                          <a:srgbClr val="FF0000"/>
                        </a:solidFill>
                        <a:effectLst/>
                        <a:latin typeface="Arial Narrow" panose="020B0606020202030204" pitchFamily="34" charset="0"/>
                      </a:endParaRPr>
                    </a:p>
                  </a:txBody>
                  <a:tcPr marL="9525" marR="9525" marT="9525" marB="0"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endParaRPr lang="en-US" sz="1000" b="0" i="1" u="none" strike="noStrike">
                        <a:solidFill>
                          <a:srgbClr val="FF0000"/>
                        </a:solidFill>
                        <a:effectLst/>
                        <a:latin typeface="Arial Narrow" panose="020B0606020202030204" pitchFamily="34" charset="0"/>
                      </a:endParaRP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endParaRPr lang="en-US" sz="1000" b="0" i="1" u="none" strike="noStrike">
                        <a:solidFill>
                          <a:srgbClr val="FF0000"/>
                        </a:solidFill>
                        <a:effectLst/>
                        <a:latin typeface="Arial Narrow" panose="020B0606020202030204" pitchFamily="34" charset="0"/>
                      </a:endParaRP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endParaRPr lang="en-US" sz="1000" b="0" i="1" u="none" strike="noStrike" dirty="0">
                        <a:solidFill>
                          <a:srgbClr val="FF0000"/>
                        </a:solidFill>
                        <a:effectLst/>
                        <a:latin typeface="Arial Narrow" panose="020B0606020202030204" pitchFamily="34" charset="0"/>
                      </a:endParaRP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endParaRPr lang="en-US" sz="1000" b="0" i="1" u="none" strike="noStrike">
                        <a:solidFill>
                          <a:srgbClr val="FF0000"/>
                        </a:solidFill>
                        <a:effectLst/>
                        <a:latin typeface="Arial Narrow" panose="020B0606020202030204" pitchFamily="34" charset="0"/>
                      </a:endParaRPr>
                    </a:p>
                  </a:txBody>
                  <a:tcPr marL="9525" marR="9525" marT="9525" marB="0" anchor="ctr">
                    <a:lnL w="6350" cap="flat" cmpd="sng" algn="ctr">
                      <a:no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algn="ctr" rtl="0" fontAlgn="ctr">
                        <a:buNone/>
                      </a:pPr>
                      <a:endParaRPr lang="en-US" sz="1000" b="0" i="1" u="none" strike="noStrike">
                        <a:solidFill>
                          <a:srgbClr val="FF0000"/>
                        </a:solidFill>
                        <a:effectLst/>
                        <a:latin typeface="Arial Narrow" panose="020B0606020202030204" pitchFamily="34" charset="0"/>
                      </a:endParaRPr>
                    </a:p>
                  </a:txBody>
                  <a:tcPr marL="9525" marR="9525" marT="9525" marB="0" anchor="ctr">
                    <a:lnL w="6350" cap="flat" cmpd="sng" algn="ctr">
                      <a:solidFill>
                        <a:srgbClr val="0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D9D9"/>
                    </a:solidFill>
                  </a:tcPr>
                </a:tc>
                <a:tc>
                  <a:txBody>
                    <a:bodyPr/>
                    <a:lstStyle/>
                    <a:p>
                      <a:pPr algn="ctr" rtl="0" fontAlgn="ctr">
                        <a:buNone/>
                      </a:pPr>
                      <a:endParaRPr lang="en-US" sz="1000" b="0" i="1" u="none" strike="noStrike">
                        <a:solidFill>
                          <a:srgbClr val="FF0000"/>
                        </a:solidFill>
                        <a:effectLst/>
                        <a:latin typeface="Arial Narrow" panose="020B060602020203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endParaRPr lang="en-US" sz="1000" b="0" i="1" u="none" strike="noStrike">
                        <a:solidFill>
                          <a:srgbClr val="FF0000"/>
                        </a:solidFill>
                        <a:effectLst/>
                        <a:latin typeface="Arial Narrow" panose="020B060602020203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endParaRPr lang="en-US" sz="1000" b="0" i="1" u="none" strike="noStrike">
                        <a:solidFill>
                          <a:srgbClr val="FF0000"/>
                        </a:solidFill>
                        <a:effectLst/>
                        <a:latin typeface="Arial Narrow" panose="020B060602020203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endParaRPr lang="en-US" sz="1000" b="0" i="1" u="none" strike="noStrike">
                        <a:solidFill>
                          <a:srgbClr val="FF0000"/>
                        </a:solidFill>
                        <a:effectLst/>
                        <a:latin typeface="Arial Narrow" panose="020B060602020203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endParaRPr lang="en-US" sz="1000" b="0" i="1" u="none" strike="noStrike">
                        <a:solidFill>
                          <a:srgbClr val="FF0000"/>
                        </a:solidFill>
                        <a:effectLst/>
                        <a:latin typeface="Arial Narrow" panose="020B060602020203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endParaRPr lang="en-US" sz="1000" b="0" i="1" u="none" strike="noStrike">
                        <a:solidFill>
                          <a:srgbClr val="FF0000"/>
                        </a:solidFill>
                        <a:effectLst/>
                        <a:latin typeface="Arial Narrow" panose="020B060602020203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endParaRPr lang="en-US" sz="1000" b="0" i="1" u="none" strike="noStrike">
                        <a:solidFill>
                          <a:srgbClr val="FF0000"/>
                        </a:solidFill>
                        <a:effectLst/>
                        <a:latin typeface="Arial Narrow" panose="020B0606020202030204" pitchFamily="34" charset="0"/>
                      </a:endParaRPr>
                    </a:p>
                  </a:txBody>
                  <a:tcPr marL="9525"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3987526680"/>
                  </a:ext>
                </a:extLst>
              </a:tr>
              <a:tr h="298312">
                <a:tc>
                  <a:txBody>
                    <a:bodyPr/>
                    <a:lstStyle/>
                    <a:p>
                      <a:pPr algn="l" rtl="0" fontAlgn="ctr">
                        <a:buNone/>
                      </a:pPr>
                      <a:endParaRPr lang="en-US" sz="1000" b="0" i="1" u="none" strike="noStrike">
                        <a:solidFill>
                          <a:srgbClr val="FF0000"/>
                        </a:solidFill>
                        <a:effectLst/>
                        <a:latin typeface="Arial Narrow" panose="020B0606020202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rtl="0" fontAlgn="ctr">
                        <a:buNone/>
                      </a:pPr>
                      <a:endParaRPr lang="en-US" sz="1000" b="0" i="1" u="none" strike="noStrike">
                        <a:solidFill>
                          <a:srgbClr val="FF0000"/>
                        </a:solidFill>
                        <a:effectLst/>
                        <a:latin typeface="Arial Narrow" panose="020B0606020202030204" pitchFamily="34" charset="0"/>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rtl="0" fontAlgn="ctr">
                        <a:buNone/>
                      </a:pPr>
                      <a:endParaRPr lang="en-US" sz="1000" b="0" i="1" u="none" strike="noStrike" dirty="0">
                        <a:solidFill>
                          <a:srgbClr val="FF0000"/>
                        </a:solidFill>
                        <a:effectLst/>
                        <a:latin typeface="Arial Narrow" panose="020B0606020202030204" pitchFamily="34" charset="0"/>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rtl="0" fontAlgn="ctr">
                        <a:buNone/>
                      </a:pPr>
                      <a:endParaRPr lang="en-US" sz="1000" b="0" i="1" u="none" strike="noStrike" dirty="0">
                        <a:solidFill>
                          <a:srgbClr val="FF0000"/>
                        </a:solidFill>
                        <a:effectLst/>
                        <a:latin typeface="Arial Narrow" panose="020B0606020202030204" pitchFamily="34" charset="0"/>
                      </a:endParaRPr>
                    </a:p>
                  </a:txBody>
                  <a:tcPr marL="9525" marR="9525" marT="9525" marB="0" anchor="ctr">
                    <a:lnL w="12700" cap="flat" cmpd="sng" algn="ctr">
                      <a:solidFill>
                        <a:srgbClr val="FFFFFF"/>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rtl="0" fontAlgn="ctr">
                        <a:buNone/>
                      </a:pPr>
                      <a:endParaRPr lang="en-US" sz="1000" b="0" i="1" u="none" strike="noStrike" dirty="0">
                        <a:solidFill>
                          <a:srgbClr val="FF0000"/>
                        </a:solidFill>
                        <a:effectLst/>
                        <a:latin typeface="Arial Narrow" panose="020B0606020202030204" pitchFamily="34" charset="0"/>
                      </a:endParaRPr>
                    </a:p>
                  </a:txBody>
                  <a:tcPr marL="9525" marR="9525" marT="9525" marB="0" anchor="ctr">
                    <a:lnL w="6350" cap="flat" cmpd="sng" algn="ctr">
                      <a:solidFill>
                        <a:srgbClr val="0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ctr" rtl="0" fontAlgn="ctr">
                        <a:buNone/>
                      </a:pPr>
                      <a:endParaRPr lang="en-US" sz="1000" b="0" i="1" u="none" strike="noStrike">
                        <a:solidFill>
                          <a:srgbClr val="FF0000"/>
                        </a:solidFill>
                        <a:effectLst/>
                        <a:latin typeface="Arial Narrow" panose="020B060602020203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endParaRPr lang="en-US" sz="1000" b="0" i="1" u="none" strike="noStrike">
                        <a:solidFill>
                          <a:srgbClr val="FF0000"/>
                        </a:solidFill>
                        <a:effectLst/>
                        <a:latin typeface="Arial Narrow" panose="020B060602020203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endParaRPr lang="en-US" sz="1000" b="0" i="1" u="none" strike="noStrike">
                        <a:solidFill>
                          <a:srgbClr val="FF0000"/>
                        </a:solidFill>
                        <a:effectLst/>
                        <a:latin typeface="Arial Narrow" panose="020B0606020202030204" pitchFamily="34" charset="0"/>
                      </a:endParaRPr>
                    </a:p>
                  </a:txBody>
                  <a:tcPr marL="9525" marR="9525" marT="9525" marB="0"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endParaRPr lang="en-US" sz="1000" b="0" i="1" u="none" strike="noStrike">
                        <a:solidFill>
                          <a:srgbClr val="FF0000"/>
                        </a:solidFill>
                        <a:effectLst/>
                        <a:latin typeface="Arial Narrow" panose="020B0606020202030204" pitchFamily="34" charset="0"/>
                      </a:endParaRP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endParaRPr lang="en-US" sz="1000" b="0" i="1" u="none" strike="noStrike">
                        <a:solidFill>
                          <a:srgbClr val="FF0000"/>
                        </a:solidFill>
                        <a:effectLst/>
                        <a:latin typeface="Arial Narrow" panose="020B0606020202030204" pitchFamily="34" charset="0"/>
                      </a:endParaRP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endParaRPr lang="en-US" sz="1000" b="0" i="1" u="none" strike="noStrike">
                        <a:solidFill>
                          <a:srgbClr val="FF0000"/>
                        </a:solidFill>
                        <a:effectLst/>
                        <a:latin typeface="Arial Narrow" panose="020B0606020202030204" pitchFamily="34" charset="0"/>
                      </a:endParaRP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endParaRPr lang="en-US" sz="1000" b="0" i="1" u="none" strike="noStrike">
                        <a:solidFill>
                          <a:srgbClr val="FF0000"/>
                        </a:solidFill>
                        <a:effectLst/>
                        <a:latin typeface="Arial Narrow" panose="020B0606020202030204" pitchFamily="34" charset="0"/>
                      </a:endParaRPr>
                    </a:p>
                  </a:txBody>
                  <a:tcPr marL="9525" marR="9525" marT="9525" marB="0" anchor="ctr">
                    <a:lnL w="6350" cap="flat" cmpd="sng" algn="ctr">
                      <a:no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ctr" rtl="0" fontAlgn="ctr">
                        <a:buNone/>
                      </a:pPr>
                      <a:endParaRPr lang="en-US" sz="1000" b="0" i="1" u="none" strike="noStrike" dirty="0">
                        <a:solidFill>
                          <a:srgbClr val="FF0000"/>
                        </a:solidFill>
                        <a:effectLst/>
                        <a:latin typeface="Arial Narrow" panose="020B0606020202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no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ctr" rtl="0" fontAlgn="ctr">
                        <a:buNone/>
                      </a:pPr>
                      <a:endParaRPr lang="en-US" sz="1000" b="0" i="1" u="none" strike="noStrike" dirty="0">
                        <a:solidFill>
                          <a:srgbClr val="FF0000"/>
                        </a:solidFill>
                        <a:effectLst/>
                        <a:latin typeface="Arial Narrow" panose="020B0606020202030204" pitchFamily="34" charset="0"/>
                      </a:endParaRP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endParaRPr lang="en-US" sz="1000" b="0" i="1" u="none" strike="noStrike">
                        <a:solidFill>
                          <a:srgbClr val="FF0000"/>
                        </a:solidFill>
                        <a:effectLst/>
                        <a:latin typeface="Arial Narrow" panose="020B0606020202030204" pitchFamily="34" charset="0"/>
                      </a:endParaRPr>
                    </a:p>
                  </a:txBody>
                  <a:tcPr marL="9525" marR="9525" marT="9525" marB="0"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endParaRPr lang="en-US" sz="1000" b="0" i="1" u="none" strike="noStrike">
                        <a:solidFill>
                          <a:srgbClr val="FF0000"/>
                        </a:solidFill>
                        <a:effectLst/>
                        <a:latin typeface="Arial Narrow" panose="020B060602020203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endParaRPr lang="en-US" sz="1000" b="0" i="1" u="none" strike="noStrike">
                        <a:solidFill>
                          <a:srgbClr val="FF0000"/>
                        </a:solidFill>
                        <a:effectLst/>
                        <a:latin typeface="Arial Narrow" panose="020B060602020203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endParaRPr lang="en-US" sz="1000" b="0" i="1" u="none" strike="noStrike">
                        <a:solidFill>
                          <a:srgbClr val="FF0000"/>
                        </a:solidFill>
                        <a:effectLst/>
                        <a:latin typeface="Arial Narrow" panose="020B060602020203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endParaRPr lang="en-US" sz="1000" b="0" i="1" u="none" strike="noStrike">
                        <a:solidFill>
                          <a:srgbClr val="FF0000"/>
                        </a:solidFill>
                        <a:effectLst/>
                        <a:latin typeface="Arial Narrow" panose="020B060602020203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endParaRPr lang="en-US" sz="1000" b="0" i="1" u="none" strike="noStrike" dirty="0">
                        <a:solidFill>
                          <a:srgbClr val="FF0000"/>
                        </a:solidFill>
                        <a:effectLst/>
                        <a:latin typeface="Arial Narrow" panose="020B0606020202030204" pitchFamily="34" charset="0"/>
                      </a:endParaRPr>
                    </a:p>
                  </a:txBody>
                  <a:tcPr marL="9525"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09119862"/>
                  </a:ext>
                </a:extLst>
              </a:tr>
              <a:tr h="260402">
                <a:tc>
                  <a:txBody>
                    <a:bodyPr/>
                    <a:lstStyle/>
                    <a:p>
                      <a:pPr algn="l" rtl="0" fontAlgn="ctr">
                        <a:buNone/>
                      </a:pPr>
                      <a:r>
                        <a:rPr lang="en-US" sz="1000" b="1" i="0" u="none" strike="noStrike" dirty="0">
                          <a:solidFill>
                            <a:srgbClr val="000000"/>
                          </a:solidFill>
                          <a:effectLst/>
                          <a:latin typeface="Arial Narrow" panose="020B0606020202030204" pitchFamily="34" charset="0"/>
                        </a:rPr>
                        <a:t>Average</a:t>
                      </a:r>
                    </a:p>
                  </a:txBody>
                  <a:tcPr marL="0" marR="0" marT="0"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sz="1000" b="1" i="0" u="none" strike="noStrike" dirty="0">
                          <a:solidFill>
                            <a:srgbClr val="0070C0"/>
                          </a:solidFill>
                          <a:effectLst/>
                          <a:latin typeface="Arial Narrow" panose="020B0606020202030204" pitchFamily="34" charset="0"/>
                        </a:rPr>
                        <a:t> </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sz="1000" b="1" i="0" u="none" strike="noStrike" dirty="0">
                          <a:solidFill>
                            <a:srgbClr val="0070C0"/>
                          </a:solidFill>
                          <a:effectLst/>
                          <a:latin typeface="Arial Narrow" panose="020B0606020202030204" pitchFamily="34" charset="0"/>
                        </a:rPr>
                        <a:t> </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sz="1000" b="1" i="0" u="none" strike="noStrike" dirty="0">
                          <a:solidFill>
                            <a:srgbClr val="0070C0"/>
                          </a:solidFill>
                          <a:effectLst/>
                          <a:latin typeface="Arial Narrow" panose="020B0606020202030204" pitchFamily="34" charset="0"/>
                        </a:rPr>
                        <a:t> </a:t>
                      </a:r>
                    </a:p>
                  </a:txBody>
                  <a:tcPr marL="0" marR="0" marT="0"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endParaRPr lang="en-US" sz="1000" b="0" i="1" u="none" strike="noStrike" dirty="0">
                        <a:solidFill>
                          <a:srgbClr val="FF0000"/>
                        </a:solidFill>
                        <a:effectLst/>
                        <a:latin typeface="Arial Narrow" panose="020B0606020202030204" pitchFamily="34" charset="0"/>
                      </a:endParaRPr>
                    </a:p>
                  </a:txBody>
                  <a:tcPr marL="9525" marR="9525" marT="9525" marB="0"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rtl="0" fontAlgn="ctr">
                        <a:buNone/>
                      </a:pPr>
                      <a:endParaRPr lang="en-US" sz="1000" b="0" i="1" u="none" strike="noStrike">
                        <a:solidFill>
                          <a:srgbClr val="FF0000"/>
                        </a:solidFill>
                        <a:effectLst/>
                        <a:latin typeface="Arial Narrow" panose="020B0606020202030204" pitchFamily="34" charset="0"/>
                      </a:endParaRP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endParaRPr lang="en-US" sz="1000" b="0" i="1" u="none" strike="noStrike">
                        <a:solidFill>
                          <a:srgbClr val="FF0000"/>
                        </a:solidFill>
                        <a:effectLst/>
                        <a:latin typeface="Arial Narrow" panose="020B0606020202030204" pitchFamily="34" charset="0"/>
                      </a:endParaRP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endParaRPr lang="en-US" sz="1000" b="0" i="1" u="none" strike="noStrike">
                        <a:solidFill>
                          <a:srgbClr val="FF0000"/>
                        </a:solidFill>
                        <a:effectLst/>
                        <a:latin typeface="Arial Narrow" panose="020B0606020202030204" pitchFamily="34" charset="0"/>
                      </a:endParaRP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endParaRPr lang="en-US" sz="1000" b="0" i="1" u="none" strike="noStrike">
                        <a:solidFill>
                          <a:srgbClr val="FF0000"/>
                        </a:solidFill>
                        <a:effectLst/>
                        <a:latin typeface="Arial Narrow" panose="020B0606020202030204" pitchFamily="34" charset="0"/>
                      </a:endParaRP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endParaRPr lang="en-US" sz="1000" b="0" i="1" u="none" strike="noStrike" dirty="0">
                        <a:solidFill>
                          <a:srgbClr val="FF0000"/>
                        </a:solidFill>
                        <a:effectLst/>
                        <a:latin typeface="Arial Narrow" panose="020B0606020202030204" pitchFamily="34" charset="0"/>
                      </a:endParaRP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endParaRPr lang="en-US" sz="1000" b="0" i="1" u="none" strike="noStrike">
                        <a:solidFill>
                          <a:srgbClr val="FF0000"/>
                        </a:solidFill>
                        <a:effectLst/>
                        <a:latin typeface="Arial Narrow" panose="020B0606020202030204" pitchFamily="34" charset="0"/>
                      </a:endParaRP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endParaRPr lang="en-US" sz="1000" b="0" i="1" u="none" strike="noStrike">
                        <a:solidFill>
                          <a:srgbClr val="FF0000"/>
                        </a:solidFill>
                        <a:effectLst/>
                        <a:latin typeface="Arial Narrow" panose="020B0606020202030204" pitchFamily="34" charset="0"/>
                      </a:endParaRPr>
                    </a:p>
                  </a:txBody>
                  <a:tcPr marL="9525" marR="9525" marT="9525" marB="0" anchor="ctr">
                    <a:lnL w="6350" cap="flat" cmpd="sng" algn="ctr">
                      <a:no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rtl="0" fontAlgn="ctr">
                        <a:buNone/>
                      </a:pPr>
                      <a:endParaRPr lang="en-US" sz="1000" b="0" i="1" u="none" strike="noStrike">
                        <a:solidFill>
                          <a:srgbClr val="FF0000"/>
                        </a:solidFill>
                        <a:effectLst/>
                        <a:latin typeface="Arial Narrow" panose="020B0606020202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no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rtl="0" fontAlgn="ctr">
                        <a:buNone/>
                      </a:pPr>
                      <a:endParaRPr lang="en-US" sz="1000" b="0" i="1" u="none" strike="noStrike">
                        <a:solidFill>
                          <a:srgbClr val="FF0000"/>
                        </a:solidFill>
                        <a:effectLst/>
                        <a:latin typeface="Arial Narrow" panose="020B0606020202030204" pitchFamily="34" charset="0"/>
                      </a:endParaRP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endParaRPr lang="en-US" sz="1000" b="0" i="1" u="none" strike="noStrike">
                        <a:solidFill>
                          <a:srgbClr val="FF0000"/>
                        </a:solidFill>
                        <a:effectLst/>
                        <a:latin typeface="Arial Narrow" panose="020B0606020202030204" pitchFamily="34" charset="0"/>
                      </a:endParaRP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endParaRPr lang="en-US" sz="1000" b="0" i="1" u="none" strike="noStrike" dirty="0">
                        <a:solidFill>
                          <a:srgbClr val="FF0000"/>
                        </a:solidFill>
                        <a:effectLst/>
                        <a:latin typeface="Arial Narrow" panose="020B0606020202030204" pitchFamily="34" charset="0"/>
                      </a:endParaRP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endParaRPr lang="en-US" sz="1000" b="0" i="1" u="none" strike="noStrike" dirty="0">
                        <a:solidFill>
                          <a:srgbClr val="FF0000"/>
                        </a:solidFill>
                        <a:effectLst/>
                        <a:latin typeface="Arial Narrow" panose="020B0606020202030204" pitchFamily="34" charset="0"/>
                      </a:endParaRP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endParaRPr lang="en-US" sz="1000" b="0" i="1" u="none" strike="noStrike">
                        <a:solidFill>
                          <a:srgbClr val="FF0000"/>
                        </a:solidFill>
                        <a:effectLst/>
                        <a:latin typeface="Arial Narrow" panose="020B0606020202030204" pitchFamily="34" charset="0"/>
                      </a:endParaRP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endParaRPr lang="en-US" sz="1000" b="0" i="1" u="none" strike="noStrike">
                        <a:solidFill>
                          <a:srgbClr val="FF0000"/>
                        </a:solidFill>
                        <a:effectLst/>
                        <a:latin typeface="Arial Narrow" panose="020B0606020202030204" pitchFamily="34" charset="0"/>
                      </a:endParaRP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endParaRPr lang="en-US" sz="1000" b="0" i="1" u="none" strike="noStrike">
                        <a:solidFill>
                          <a:srgbClr val="FF0000"/>
                        </a:solidFill>
                        <a:effectLst/>
                        <a:latin typeface="Arial Narrow" panose="020B0606020202030204" pitchFamily="34" charset="0"/>
                      </a:endParaRPr>
                    </a:p>
                  </a:txBody>
                  <a:tcPr marL="9525" marR="9525" marT="9525" marB="0" anchor="ctr">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3720584179"/>
                  </a:ext>
                </a:extLst>
              </a:tr>
              <a:tr h="260402">
                <a:tc>
                  <a:txBody>
                    <a:bodyPr/>
                    <a:lstStyle/>
                    <a:p>
                      <a:pPr algn="l" rtl="0" fontAlgn="ctr">
                        <a:buNone/>
                      </a:pPr>
                      <a:endParaRPr lang="en-US" sz="1000" b="1" i="0" u="none" strike="noStrike" dirty="0">
                        <a:solidFill>
                          <a:srgbClr val="000000"/>
                        </a:solidFill>
                        <a:effectLst/>
                        <a:latin typeface="Arial Narrow" panose="020B0606020202030204" pitchFamily="34" charset="0"/>
                      </a:endParaRPr>
                    </a:p>
                  </a:txBody>
                  <a:tcPr marL="0" marR="0" marT="0"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000" b="0" i="0" u="none" strike="noStrike">
                          <a:solidFill>
                            <a:srgbClr val="000000"/>
                          </a:solidFill>
                          <a:effectLst/>
                          <a:latin typeface="Arial Narrow" panose="020B0606020202030204" pitchFamily="34" charset="0"/>
                        </a:rPr>
                        <a:t> </a:t>
                      </a:r>
                    </a:p>
                  </a:txBody>
                  <a:tcPr marL="0" marR="0" marT="0" marB="0" anchor="ctr">
                    <a:lnL>
                      <a:noFill/>
                    </a:lnL>
                    <a:lnR>
                      <a:noFill/>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000" b="0" i="0" u="none" strike="noStrike">
                          <a:solidFill>
                            <a:srgbClr val="000000"/>
                          </a:solidFill>
                          <a:effectLst/>
                          <a:latin typeface="Arial Narrow" panose="020B0606020202030204" pitchFamily="34" charset="0"/>
                        </a:rPr>
                        <a:t> </a:t>
                      </a:r>
                    </a:p>
                  </a:txBody>
                  <a:tcPr marL="0" marR="0" marT="0" marB="0" anchor="ctr">
                    <a:lnL>
                      <a:noFill/>
                    </a:lnL>
                    <a:lnR>
                      <a:noFill/>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sz="1000" b="0" i="0" u="none" strike="noStrike">
                          <a:solidFill>
                            <a:srgbClr val="000000"/>
                          </a:solidFill>
                          <a:effectLst/>
                          <a:latin typeface="Arial Narrow" panose="020B0606020202030204" pitchFamily="34" charset="0"/>
                        </a:rPr>
                        <a:t> </a:t>
                      </a:r>
                    </a:p>
                  </a:txBody>
                  <a:tcPr marL="0" marR="0" marT="0" marB="0" anchor="ctr">
                    <a:lnL>
                      <a:noFill/>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endParaRPr lang="en-US" sz="1000" b="0" i="1" u="none" strike="noStrike" dirty="0">
                        <a:solidFill>
                          <a:srgbClr val="FF0000"/>
                        </a:solidFill>
                        <a:effectLst/>
                        <a:latin typeface="Arial Narrow" panose="020B0606020202030204" pitchFamily="34" charset="0"/>
                      </a:endParaRPr>
                    </a:p>
                  </a:txBody>
                  <a:tcPr marL="9525" marR="9525" marT="9525" marB="0" anchor="ctr">
                    <a:lnL w="635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endParaRPr lang="en-US" sz="1000" b="0" i="1" u="none" strike="noStrike">
                        <a:solidFill>
                          <a:srgbClr val="FF0000"/>
                        </a:solidFill>
                        <a:effectLst/>
                        <a:latin typeface="Arial Narrow" panose="020B0606020202030204" pitchFamily="34" charset="0"/>
                      </a:endParaRPr>
                    </a:p>
                  </a:txBody>
                  <a:tcPr marL="9525" marR="9525" marT="9525" marB="0" anchor="ctr">
                    <a:lnL>
                      <a:noFill/>
                    </a:lnL>
                    <a:lnR>
                      <a:noFill/>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endParaRPr lang="en-US" sz="1000" b="0" i="1" u="none" strike="noStrike">
                        <a:solidFill>
                          <a:srgbClr val="FF0000"/>
                        </a:solidFill>
                        <a:effectLst/>
                        <a:latin typeface="Arial Narrow" panose="020B0606020202030204" pitchFamily="34" charset="0"/>
                      </a:endParaRPr>
                    </a:p>
                  </a:txBody>
                  <a:tcPr marL="9525" marR="9525" marT="9525" marB="0" anchor="ctr">
                    <a:lnL>
                      <a:noFill/>
                    </a:lnL>
                    <a:lnR>
                      <a:noFill/>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endParaRPr lang="en-US" sz="1000" b="0" i="1" u="none" strike="noStrike">
                        <a:solidFill>
                          <a:srgbClr val="FF0000"/>
                        </a:solidFill>
                        <a:effectLst/>
                        <a:latin typeface="Arial Narrow" panose="020B0606020202030204" pitchFamily="34" charset="0"/>
                      </a:endParaRPr>
                    </a:p>
                  </a:txBody>
                  <a:tcPr marL="9525" marR="9525" marT="9525" marB="0" anchor="ctr">
                    <a:lnL>
                      <a:noFill/>
                    </a:lnL>
                    <a:lnR>
                      <a:noFill/>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endParaRPr lang="en-US" sz="1000" b="0" i="1" u="none" strike="noStrike">
                        <a:solidFill>
                          <a:srgbClr val="FF0000"/>
                        </a:solidFill>
                        <a:effectLst/>
                        <a:latin typeface="Arial Narrow" panose="020B0606020202030204" pitchFamily="34" charset="0"/>
                      </a:endParaRPr>
                    </a:p>
                  </a:txBody>
                  <a:tcPr marL="9525" marR="9525" marT="9525" marB="0" anchor="ctr">
                    <a:lnL>
                      <a:noFill/>
                    </a:lnL>
                    <a:lnR>
                      <a:noFill/>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endParaRPr lang="en-US" sz="1000" b="0" i="1" u="none" strike="noStrike">
                        <a:solidFill>
                          <a:srgbClr val="FF0000"/>
                        </a:solidFill>
                        <a:effectLst/>
                        <a:latin typeface="Arial Narrow" panose="020B0606020202030204" pitchFamily="34" charset="0"/>
                      </a:endParaRPr>
                    </a:p>
                  </a:txBody>
                  <a:tcPr marL="9525" marR="9525" marT="9525" marB="0" anchor="ctr">
                    <a:lnL>
                      <a:noFill/>
                    </a:lnL>
                    <a:lnR>
                      <a:noFill/>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endParaRPr lang="en-US" sz="1000" b="0" i="1" u="none" strike="noStrike">
                        <a:solidFill>
                          <a:srgbClr val="FF0000"/>
                        </a:solidFill>
                        <a:effectLst/>
                        <a:latin typeface="Arial Narrow" panose="020B0606020202030204" pitchFamily="34" charset="0"/>
                      </a:endParaRPr>
                    </a:p>
                  </a:txBody>
                  <a:tcPr marL="9525" marR="9525" marT="9525" marB="0" anchor="ctr">
                    <a:lnL>
                      <a:noFill/>
                    </a:lnL>
                    <a:lnR>
                      <a:noFill/>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endParaRPr lang="en-US" sz="1000" b="0" i="1" u="none" strike="noStrike">
                        <a:solidFill>
                          <a:srgbClr val="FF0000"/>
                        </a:solidFill>
                        <a:effectLst/>
                        <a:latin typeface="Arial Narrow" panose="020B0606020202030204" pitchFamily="34" charset="0"/>
                      </a:endParaRPr>
                    </a:p>
                  </a:txBody>
                  <a:tcPr marL="9525" marR="9525" marT="952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endParaRPr lang="en-US" sz="1000" b="0" i="1" u="none" strike="noStrike" dirty="0">
                        <a:solidFill>
                          <a:srgbClr val="FF0000"/>
                        </a:solidFill>
                        <a:effectLst/>
                        <a:latin typeface="Arial Narrow" panose="020B0606020202030204" pitchFamily="34" charset="0"/>
                      </a:endParaRPr>
                    </a:p>
                  </a:txBody>
                  <a:tcPr marL="9525" marR="9525" marT="952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endParaRPr lang="en-US" sz="1000" b="0" i="1" u="none" strike="noStrike" dirty="0">
                        <a:solidFill>
                          <a:srgbClr val="FF0000"/>
                        </a:solidFill>
                        <a:effectLst/>
                        <a:latin typeface="Arial Narrow" panose="020B0606020202030204" pitchFamily="34" charset="0"/>
                      </a:endParaRPr>
                    </a:p>
                  </a:txBody>
                  <a:tcPr marL="9525" marR="9525" marT="9525" marB="0" anchor="ctr">
                    <a:lnL>
                      <a:noFill/>
                    </a:lnL>
                    <a:lnR>
                      <a:noFill/>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endParaRPr lang="en-US" sz="1000" b="0" i="1" u="none" strike="noStrike" dirty="0">
                        <a:solidFill>
                          <a:srgbClr val="FF0000"/>
                        </a:solidFill>
                        <a:effectLst/>
                        <a:latin typeface="Arial Narrow" panose="020B0606020202030204" pitchFamily="34" charset="0"/>
                      </a:endParaRPr>
                    </a:p>
                  </a:txBody>
                  <a:tcPr marL="9525" marR="9525" marT="9525" marB="0" anchor="ctr">
                    <a:lnL>
                      <a:noFill/>
                    </a:lnL>
                    <a:lnR>
                      <a:noFill/>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endParaRPr lang="en-US" sz="1000" b="0" i="1" u="none" strike="noStrike" dirty="0">
                        <a:solidFill>
                          <a:srgbClr val="FF0000"/>
                        </a:solidFill>
                        <a:effectLst/>
                        <a:latin typeface="Arial Narrow" panose="020B0606020202030204" pitchFamily="34" charset="0"/>
                      </a:endParaRPr>
                    </a:p>
                  </a:txBody>
                  <a:tcPr marL="9525" marR="9525" marT="9525" marB="0" anchor="ctr">
                    <a:lnL>
                      <a:noFill/>
                    </a:lnL>
                    <a:lnR>
                      <a:noFill/>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endParaRPr lang="en-US" sz="1000" b="0" i="1" u="none" strike="noStrike" dirty="0">
                        <a:solidFill>
                          <a:srgbClr val="FF0000"/>
                        </a:solidFill>
                        <a:effectLst/>
                        <a:latin typeface="Arial Narrow" panose="020B0606020202030204" pitchFamily="34" charset="0"/>
                      </a:endParaRPr>
                    </a:p>
                  </a:txBody>
                  <a:tcPr marL="9525" marR="9525" marT="9525" marB="0" anchor="ctr">
                    <a:lnL>
                      <a:noFill/>
                    </a:lnL>
                    <a:lnR>
                      <a:noFill/>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endParaRPr lang="en-US" sz="1000" b="0" i="1" u="none" strike="noStrike" dirty="0">
                        <a:solidFill>
                          <a:srgbClr val="FF0000"/>
                        </a:solidFill>
                        <a:effectLst/>
                        <a:latin typeface="Arial Narrow" panose="020B0606020202030204" pitchFamily="34" charset="0"/>
                      </a:endParaRPr>
                    </a:p>
                  </a:txBody>
                  <a:tcPr marL="9525" marR="9525" marT="9525" marB="0" anchor="ctr">
                    <a:lnL>
                      <a:noFill/>
                    </a:lnL>
                    <a:lnR>
                      <a:noFill/>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endParaRPr lang="en-US" sz="1000" b="0" i="1" u="none" strike="noStrike" dirty="0">
                        <a:solidFill>
                          <a:srgbClr val="FF0000"/>
                        </a:solidFill>
                        <a:effectLst/>
                        <a:latin typeface="Arial Narrow" panose="020B0606020202030204" pitchFamily="34" charset="0"/>
                      </a:endParaRPr>
                    </a:p>
                  </a:txBody>
                  <a:tcPr marL="9525" marR="9525" marT="9525" marB="0" anchor="ctr">
                    <a:lnL>
                      <a:noFill/>
                    </a:lnL>
                    <a:lnR>
                      <a:noFill/>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endParaRPr lang="en-US" sz="1000" b="0" i="1" u="none" strike="noStrike" dirty="0">
                        <a:solidFill>
                          <a:srgbClr val="FF0000"/>
                        </a:solidFill>
                        <a:effectLst/>
                        <a:latin typeface="Arial Narrow" panose="020B0606020202030204" pitchFamily="34" charset="0"/>
                      </a:endParaRPr>
                    </a:p>
                  </a:txBody>
                  <a:tcPr marL="9525" marR="9525" marT="9525"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7034700"/>
                  </a:ext>
                </a:extLst>
              </a:tr>
            </a:tbl>
          </a:graphicData>
        </a:graphic>
      </p:graphicFrame>
    </p:spTree>
    <p:extLst>
      <p:ext uri="{BB962C8B-B14F-4D97-AF65-F5344CB8AC3E}">
        <p14:creationId xmlns:p14="http://schemas.microsoft.com/office/powerpoint/2010/main" val="11720319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9">
            <a:extLst>
              <a:ext uri="{FF2B5EF4-FFF2-40B4-BE49-F238E27FC236}">
                <a16:creationId xmlns:a16="http://schemas.microsoft.com/office/drawing/2014/main" id="{1E8C3175-9B7A-3204-9890-9CAFF49A2FFC}"/>
              </a:ext>
            </a:extLst>
          </p:cNvPr>
          <p:cNvSpPr txBox="1"/>
          <p:nvPr/>
        </p:nvSpPr>
        <p:spPr>
          <a:xfrm>
            <a:off x="723899" y="404845"/>
            <a:ext cx="3854722" cy="248786"/>
          </a:xfrm>
          <a:prstGeom prst="rect">
            <a:avLst/>
          </a:prstGeom>
        </p:spPr>
        <p:txBody>
          <a:bodyPr wrap="square" lIns="0" tIns="0" rIns="0" bIns="0" rtlCol="0" anchor="t">
            <a:spAutoFit/>
          </a:bodyPr>
          <a:lstStyle/>
          <a:p>
            <a:pPr>
              <a:lnSpc>
                <a:spcPts val="2100"/>
              </a:lnSpc>
              <a:spcBef>
                <a:spcPct val="0"/>
              </a:spcBef>
            </a:pPr>
            <a:r>
              <a:rPr lang="en-US" sz="1500" spc="186">
                <a:solidFill>
                  <a:srgbClr val="FFFFFF"/>
                </a:solidFill>
                <a:latin typeface="Century Schoolbook" panose="02040604050505020304" pitchFamily="18" charset="0"/>
                <a:ea typeface="Verdana" panose="020B0604030504040204" pitchFamily="34" charset="0"/>
              </a:rPr>
              <a:t>EXECUTIVE SUMMARY</a:t>
            </a:r>
          </a:p>
        </p:txBody>
      </p:sp>
      <p:sp>
        <p:nvSpPr>
          <p:cNvPr id="3" name="TextBox 2">
            <a:extLst>
              <a:ext uri="{FF2B5EF4-FFF2-40B4-BE49-F238E27FC236}">
                <a16:creationId xmlns:a16="http://schemas.microsoft.com/office/drawing/2014/main" id="{A1C8354A-DE9A-437E-EFEB-A3AEA7652A4B}"/>
              </a:ext>
            </a:extLst>
          </p:cNvPr>
          <p:cNvSpPr txBox="1"/>
          <p:nvPr/>
        </p:nvSpPr>
        <p:spPr>
          <a:xfrm>
            <a:off x="723899" y="727518"/>
            <a:ext cx="8783226" cy="331757"/>
          </a:xfrm>
          <a:prstGeom prst="rect">
            <a:avLst/>
          </a:prstGeom>
        </p:spPr>
        <p:txBody>
          <a:bodyPr lIns="0" tIns="0" rIns="0" bIns="0" rtlCol="0" anchor="t">
            <a:spAutoFit/>
          </a:bodyPr>
          <a:lstStyle/>
          <a:p>
            <a:pPr>
              <a:lnSpc>
                <a:spcPts val="2800"/>
              </a:lnSpc>
              <a:spcBef>
                <a:spcPct val="0"/>
              </a:spcBef>
            </a:pPr>
            <a:r>
              <a:rPr lang="en-US" sz="2000" spc="248" dirty="0">
                <a:solidFill>
                  <a:srgbClr val="FFFFFF"/>
                </a:solidFill>
                <a:latin typeface="Century Schoolbook" panose="02040604050505020304" pitchFamily="18" charset="0"/>
                <a:ea typeface="Verdana" panose="020B0604030504040204" pitchFamily="34" charset="0"/>
              </a:rPr>
              <a:t>DEVELOPMENT BRIEF</a:t>
            </a:r>
          </a:p>
        </p:txBody>
      </p:sp>
      <p:sp>
        <p:nvSpPr>
          <p:cNvPr id="4" name="TextBox 11">
            <a:extLst>
              <a:ext uri="{FF2B5EF4-FFF2-40B4-BE49-F238E27FC236}">
                <a16:creationId xmlns:a16="http://schemas.microsoft.com/office/drawing/2014/main" id="{168A547A-480D-9115-AC8D-5547B1EF3CB4}"/>
              </a:ext>
            </a:extLst>
          </p:cNvPr>
          <p:cNvSpPr txBox="1"/>
          <p:nvPr/>
        </p:nvSpPr>
        <p:spPr>
          <a:xfrm>
            <a:off x="723900" y="1506538"/>
            <a:ext cx="17025579" cy="188962"/>
          </a:xfrm>
          <a:prstGeom prst="rect">
            <a:avLst/>
          </a:prstGeom>
        </p:spPr>
        <p:txBody>
          <a:bodyPr wrap="square" lIns="0" tIns="0" rIns="0" bIns="0" rtlCol="0" anchor="t">
            <a:spAutoFit/>
          </a:bodyPr>
          <a:lstStyle/>
          <a:p>
            <a:pPr marL="237489" lvl="1" indent="-118744" algn="just">
              <a:lnSpc>
                <a:spcPts val="1649"/>
              </a:lnSpc>
              <a:spcAft>
                <a:spcPts val="600"/>
              </a:spcAft>
              <a:buClr>
                <a:schemeClr val="tx1"/>
              </a:buClr>
              <a:buSzPts val="1000"/>
              <a:buFont typeface="Arial"/>
              <a:buChar char="•"/>
            </a:pPr>
            <a:r>
              <a:rPr lang="en-US" sz="1200" dirty="0" err="1">
                <a:solidFill>
                  <a:srgbClr val="000000"/>
                </a:solidFill>
                <a:latin typeface="Arial" panose="020B0604020202020204" pitchFamily="34" charset="0"/>
                <a:ea typeface="Verdana" panose="020B0604030504040204" pitchFamily="34" charset="0"/>
                <a:cs typeface="Arial" panose="020B0604020202020204" pitchFamily="34" charset="0"/>
              </a:rPr>
              <a:t>jjjjijij</a:t>
            </a:r>
            <a:endParaRPr lang="en-US" sz="1200" dirty="0">
              <a:solidFill>
                <a:srgbClr val="000000"/>
              </a:solidFill>
              <a:latin typeface="Arial" panose="020B0604020202020204" pitchFamily="34" charset="0"/>
              <a:ea typeface="Verdana" panose="020B0604030504040204" pitchFamily="34" charset="0"/>
              <a:cs typeface="Arial" panose="020B0604020202020204" pitchFamily="34" charset="0"/>
            </a:endParaRPr>
          </a:p>
        </p:txBody>
      </p:sp>
      <p:sp>
        <p:nvSpPr>
          <p:cNvPr id="9" name="TextBox 8">
            <a:extLst>
              <a:ext uri="{FF2B5EF4-FFF2-40B4-BE49-F238E27FC236}">
                <a16:creationId xmlns:a16="http://schemas.microsoft.com/office/drawing/2014/main" id="{EFC1EB3C-D0D4-EBA6-8B78-070701EFC78E}"/>
              </a:ext>
            </a:extLst>
          </p:cNvPr>
          <p:cNvSpPr txBox="1"/>
          <p:nvPr/>
        </p:nvSpPr>
        <p:spPr>
          <a:xfrm>
            <a:off x="723900" y="6314422"/>
            <a:ext cx="1451652" cy="215444"/>
          </a:xfrm>
          <a:prstGeom prst="rect">
            <a:avLst/>
          </a:prstGeom>
          <a:noFill/>
        </p:spPr>
        <p:txBody>
          <a:bodyPr wrap="square" lIns="0" rIns="0" rtlCol="0">
            <a:spAutoFit/>
          </a:bodyPr>
          <a:lstStyle/>
          <a:p>
            <a:r>
              <a:rPr lang="en-ZA" sz="800" i="1" dirty="0">
                <a:latin typeface="Arial" panose="020B0604020202020204" pitchFamily="34" charset="0"/>
                <a:cs typeface="Arial" panose="020B0604020202020204" pitchFamily="34" charset="0"/>
              </a:rPr>
              <a:t>Source: Client, AIRE</a:t>
            </a:r>
          </a:p>
        </p:txBody>
      </p:sp>
      <p:sp>
        <p:nvSpPr>
          <p:cNvPr id="10" name="TextBox 11">
            <a:extLst>
              <a:ext uri="{FF2B5EF4-FFF2-40B4-BE49-F238E27FC236}">
                <a16:creationId xmlns:a16="http://schemas.microsoft.com/office/drawing/2014/main" id="{0A48B5CD-9184-A5D9-2A8D-532454EE6AED}"/>
              </a:ext>
            </a:extLst>
          </p:cNvPr>
          <p:cNvSpPr txBox="1"/>
          <p:nvPr/>
        </p:nvSpPr>
        <p:spPr>
          <a:xfrm>
            <a:off x="723898" y="6736536"/>
            <a:ext cx="17060865" cy="188962"/>
          </a:xfrm>
          <a:prstGeom prst="rect">
            <a:avLst/>
          </a:prstGeom>
        </p:spPr>
        <p:txBody>
          <a:bodyPr wrap="square" lIns="0" tIns="0" rIns="0" bIns="0" rtlCol="0" anchor="t">
            <a:spAutoFit/>
          </a:bodyPr>
          <a:lstStyle/>
          <a:p>
            <a:pPr marL="237489" lvl="1" indent="-118744" algn="just">
              <a:lnSpc>
                <a:spcPts val="1649"/>
              </a:lnSpc>
              <a:spcAft>
                <a:spcPts val="600"/>
              </a:spcAft>
              <a:buClr>
                <a:schemeClr val="tx1"/>
              </a:buClr>
              <a:buSzPts val="1000"/>
              <a:buFont typeface="Arial"/>
              <a:buChar char="•"/>
            </a:pPr>
            <a:r>
              <a:rPr lang="en-US" sz="1200" dirty="0" err="1">
                <a:solidFill>
                  <a:srgbClr val="000000"/>
                </a:solidFill>
                <a:latin typeface="Arial" panose="020B0604020202020204" pitchFamily="34" charset="0"/>
                <a:ea typeface="Verdana" panose="020B0604030504040204" pitchFamily="34" charset="0"/>
                <a:cs typeface="Arial" panose="020B0604020202020204" pitchFamily="34" charset="0"/>
              </a:rPr>
              <a:t>jijijijijkjoi</a:t>
            </a:r>
            <a:endParaRPr lang="en-US" sz="1200" dirty="0">
              <a:solidFill>
                <a:srgbClr val="000000"/>
              </a:solidFill>
              <a:latin typeface="Arial" panose="020B0604020202020204" pitchFamily="34" charset="0"/>
              <a:ea typeface="Verdana" panose="020B0604030504040204" pitchFamily="34" charset="0"/>
              <a:cs typeface="Arial" panose="020B0604020202020204" pitchFamily="34" charset="0"/>
            </a:endParaRPr>
          </a:p>
        </p:txBody>
      </p:sp>
      <p:graphicFrame>
        <p:nvGraphicFramePr>
          <p:cNvPr id="11" name="Table 10">
            <a:extLst>
              <a:ext uri="{FF2B5EF4-FFF2-40B4-BE49-F238E27FC236}">
                <a16:creationId xmlns:a16="http://schemas.microsoft.com/office/drawing/2014/main" id="{166C5F53-58D8-0CA0-FF32-62B09DC5EC36}"/>
              </a:ext>
            </a:extLst>
          </p:cNvPr>
          <p:cNvGraphicFramePr>
            <a:graphicFrameLocks noGrp="1"/>
          </p:cNvGraphicFramePr>
          <p:nvPr>
            <p:extLst>
              <p:ext uri="{D42A27DB-BD31-4B8C-83A1-F6EECF244321}">
                <p14:modId xmlns:p14="http://schemas.microsoft.com/office/powerpoint/2010/main" val="2034668335"/>
              </p:ext>
            </p:extLst>
          </p:nvPr>
        </p:nvGraphicFramePr>
        <p:xfrm>
          <a:off x="723900" y="1814732"/>
          <a:ext cx="17060867" cy="4536644"/>
        </p:xfrm>
        <a:graphic>
          <a:graphicData uri="http://schemas.openxmlformats.org/drawingml/2006/table">
            <a:tbl>
              <a:tblPr/>
              <a:tblGrid>
                <a:gridCol w="1053705">
                  <a:extLst>
                    <a:ext uri="{9D8B030D-6E8A-4147-A177-3AD203B41FA5}">
                      <a16:colId xmlns:a16="http://schemas.microsoft.com/office/drawing/2014/main" val="2484721092"/>
                    </a:ext>
                  </a:extLst>
                </a:gridCol>
                <a:gridCol w="610843">
                  <a:extLst>
                    <a:ext uri="{9D8B030D-6E8A-4147-A177-3AD203B41FA5}">
                      <a16:colId xmlns:a16="http://schemas.microsoft.com/office/drawing/2014/main" val="3312567820"/>
                    </a:ext>
                  </a:extLst>
                </a:gridCol>
                <a:gridCol w="1185038">
                  <a:extLst>
                    <a:ext uri="{9D8B030D-6E8A-4147-A177-3AD203B41FA5}">
                      <a16:colId xmlns:a16="http://schemas.microsoft.com/office/drawing/2014/main" val="2239979178"/>
                    </a:ext>
                  </a:extLst>
                </a:gridCol>
                <a:gridCol w="1383561">
                  <a:extLst>
                    <a:ext uri="{9D8B030D-6E8A-4147-A177-3AD203B41FA5}">
                      <a16:colId xmlns:a16="http://schemas.microsoft.com/office/drawing/2014/main" val="1775546864"/>
                    </a:ext>
                  </a:extLst>
                </a:gridCol>
                <a:gridCol w="1294989">
                  <a:extLst>
                    <a:ext uri="{9D8B030D-6E8A-4147-A177-3AD203B41FA5}">
                      <a16:colId xmlns:a16="http://schemas.microsoft.com/office/drawing/2014/main" val="2388831737"/>
                    </a:ext>
                  </a:extLst>
                </a:gridCol>
                <a:gridCol w="977351">
                  <a:extLst>
                    <a:ext uri="{9D8B030D-6E8A-4147-A177-3AD203B41FA5}">
                      <a16:colId xmlns:a16="http://schemas.microsoft.com/office/drawing/2014/main" val="2125348990"/>
                    </a:ext>
                  </a:extLst>
                </a:gridCol>
                <a:gridCol w="586410">
                  <a:extLst>
                    <a:ext uri="{9D8B030D-6E8A-4147-A177-3AD203B41FA5}">
                      <a16:colId xmlns:a16="http://schemas.microsoft.com/office/drawing/2014/main" val="2928333757"/>
                    </a:ext>
                  </a:extLst>
                </a:gridCol>
                <a:gridCol w="586410">
                  <a:extLst>
                    <a:ext uri="{9D8B030D-6E8A-4147-A177-3AD203B41FA5}">
                      <a16:colId xmlns:a16="http://schemas.microsoft.com/office/drawing/2014/main" val="2984074025"/>
                    </a:ext>
                  </a:extLst>
                </a:gridCol>
                <a:gridCol w="586410">
                  <a:extLst>
                    <a:ext uri="{9D8B030D-6E8A-4147-A177-3AD203B41FA5}">
                      <a16:colId xmlns:a16="http://schemas.microsoft.com/office/drawing/2014/main" val="640564873"/>
                    </a:ext>
                  </a:extLst>
                </a:gridCol>
                <a:gridCol w="586410">
                  <a:extLst>
                    <a:ext uri="{9D8B030D-6E8A-4147-A177-3AD203B41FA5}">
                      <a16:colId xmlns:a16="http://schemas.microsoft.com/office/drawing/2014/main" val="3932152590"/>
                    </a:ext>
                  </a:extLst>
                </a:gridCol>
                <a:gridCol w="586410">
                  <a:extLst>
                    <a:ext uri="{9D8B030D-6E8A-4147-A177-3AD203B41FA5}">
                      <a16:colId xmlns:a16="http://schemas.microsoft.com/office/drawing/2014/main" val="1344960600"/>
                    </a:ext>
                  </a:extLst>
                </a:gridCol>
                <a:gridCol w="586410">
                  <a:extLst>
                    <a:ext uri="{9D8B030D-6E8A-4147-A177-3AD203B41FA5}">
                      <a16:colId xmlns:a16="http://schemas.microsoft.com/office/drawing/2014/main" val="1441174328"/>
                    </a:ext>
                  </a:extLst>
                </a:gridCol>
                <a:gridCol w="586410">
                  <a:extLst>
                    <a:ext uri="{9D8B030D-6E8A-4147-A177-3AD203B41FA5}">
                      <a16:colId xmlns:a16="http://schemas.microsoft.com/office/drawing/2014/main" val="1615344898"/>
                    </a:ext>
                  </a:extLst>
                </a:gridCol>
                <a:gridCol w="586410">
                  <a:extLst>
                    <a:ext uri="{9D8B030D-6E8A-4147-A177-3AD203B41FA5}">
                      <a16:colId xmlns:a16="http://schemas.microsoft.com/office/drawing/2014/main" val="117814261"/>
                    </a:ext>
                  </a:extLst>
                </a:gridCol>
                <a:gridCol w="586410">
                  <a:extLst>
                    <a:ext uri="{9D8B030D-6E8A-4147-A177-3AD203B41FA5}">
                      <a16:colId xmlns:a16="http://schemas.microsoft.com/office/drawing/2014/main" val="1004577864"/>
                    </a:ext>
                  </a:extLst>
                </a:gridCol>
                <a:gridCol w="586410">
                  <a:extLst>
                    <a:ext uri="{9D8B030D-6E8A-4147-A177-3AD203B41FA5}">
                      <a16:colId xmlns:a16="http://schemas.microsoft.com/office/drawing/2014/main" val="716446710"/>
                    </a:ext>
                  </a:extLst>
                </a:gridCol>
                <a:gridCol w="586410">
                  <a:extLst>
                    <a:ext uri="{9D8B030D-6E8A-4147-A177-3AD203B41FA5}">
                      <a16:colId xmlns:a16="http://schemas.microsoft.com/office/drawing/2014/main" val="2802105650"/>
                    </a:ext>
                  </a:extLst>
                </a:gridCol>
                <a:gridCol w="586410">
                  <a:extLst>
                    <a:ext uri="{9D8B030D-6E8A-4147-A177-3AD203B41FA5}">
                      <a16:colId xmlns:a16="http://schemas.microsoft.com/office/drawing/2014/main" val="3305229192"/>
                    </a:ext>
                  </a:extLst>
                </a:gridCol>
                <a:gridCol w="586410">
                  <a:extLst>
                    <a:ext uri="{9D8B030D-6E8A-4147-A177-3AD203B41FA5}">
                      <a16:colId xmlns:a16="http://schemas.microsoft.com/office/drawing/2014/main" val="578022779"/>
                    </a:ext>
                  </a:extLst>
                </a:gridCol>
                <a:gridCol w="586410">
                  <a:extLst>
                    <a:ext uri="{9D8B030D-6E8A-4147-A177-3AD203B41FA5}">
                      <a16:colId xmlns:a16="http://schemas.microsoft.com/office/drawing/2014/main" val="2152211420"/>
                    </a:ext>
                  </a:extLst>
                </a:gridCol>
                <a:gridCol w="586410">
                  <a:extLst>
                    <a:ext uri="{9D8B030D-6E8A-4147-A177-3AD203B41FA5}">
                      <a16:colId xmlns:a16="http://schemas.microsoft.com/office/drawing/2014/main" val="1869653396"/>
                    </a:ext>
                  </a:extLst>
                </a:gridCol>
                <a:gridCol w="586410">
                  <a:extLst>
                    <a:ext uri="{9D8B030D-6E8A-4147-A177-3AD203B41FA5}">
                      <a16:colId xmlns:a16="http://schemas.microsoft.com/office/drawing/2014/main" val="3965476926"/>
                    </a:ext>
                  </a:extLst>
                </a:gridCol>
                <a:gridCol w="586410">
                  <a:extLst>
                    <a:ext uri="{9D8B030D-6E8A-4147-A177-3AD203B41FA5}">
                      <a16:colId xmlns:a16="http://schemas.microsoft.com/office/drawing/2014/main" val="3559347548"/>
                    </a:ext>
                  </a:extLst>
                </a:gridCol>
                <a:gridCol w="586410">
                  <a:extLst>
                    <a:ext uri="{9D8B030D-6E8A-4147-A177-3AD203B41FA5}">
                      <a16:colId xmlns:a16="http://schemas.microsoft.com/office/drawing/2014/main" val="3323398092"/>
                    </a:ext>
                  </a:extLst>
                </a:gridCol>
              </a:tblGrid>
              <a:tr h="256293">
                <a:tc>
                  <a:txBody>
                    <a:bodyPr/>
                    <a:lstStyle/>
                    <a:p>
                      <a:pPr algn="ctr" fontAlgn="b">
                        <a:buNone/>
                      </a:pPr>
                      <a:r>
                        <a:rPr lang="en-US" sz="1100" b="1" i="0" u="none" strike="noStrike" dirty="0">
                          <a:solidFill>
                            <a:srgbClr val="FFFFFF"/>
                          </a:solidFill>
                          <a:effectLst/>
                          <a:latin typeface="Arial Narrow" panose="020B0606020202030204" pitchFamily="34" charset="0"/>
                        </a:rPr>
                        <a:t>Asset Type</a:t>
                      </a:r>
                    </a:p>
                  </a:txBody>
                  <a:tcPr marL="0" marR="0" marT="0" marB="0" anchor="b">
                    <a:lnL>
                      <a:noFill/>
                    </a:lnL>
                    <a:lnR>
                      <a:noFill/>
                    </a:lnR>
                    <a:lnT>
                      <a:noFill/>
                    </a:lnT>
                    <a:lnB>
                      <a:noFill/>
                    </a:lnB>
                    <a:solidFill>
                      <a:srgbClr val="002060"/>
                    </a:solidFill>
                  </a:tcPr>
                </a:tc>
                <a:tc>
                  <a:txBody>
                    <a:bodyPr/>
                    <a:lstStyle/>
                    <a:p>
                      <a:pPr algn="ctr" fontAlgn="b">
                        <a:buNone/>
                      </a:pPr>
                      <a:r>
                        <a:rPr lang="en-US" sz="1100" b="1" i="0" u="none" strike="noStrike" dirty="0">
                          <a:solidFill>
                            <a:srgbClr val="FFFFFF"/>
                          </a:solidFill>
                          <a:effectLst/>
                          <a:latin typeface="Arial Narrow" panose="020B0606020202030204" pitchFamily="34" charset="0"/>
                        </a:rPr>
                        <a:t>Category</a:t>
                      </a:r>
                    </a:p>
                  </a:txBody>
                  <a:tcPr marL="0" marR="0" marT="0" marB="0" anchor="b">
                    <a:lnL>
                      <a:noFill/>
                    </a:lnL>
                    <a:lnR>
                      <a:noFill/>
                    </a:lnR>
                    <a:lnT>
                      <a:noFill/>
                    </a:lnT>
                    <a:lnB>
                      <a:noFill/>
                    </a:lnB>
                    <a:solidFill>
                      <a:srgbClr val="002060"/>
                    </a:solidFill>
                  </a:tcPr>
                </a:tc>
                <a:tc>
                  <a:txBody>
                    <a:bodyPr/>
                    <a:lstStyle/>
                    <a:p>
                      <a:pPr algn="ctr" fontAlgn="b">
                        <a:buNone/>
                      </a:pPr>
                      <a:r>
                        <a:rPr lang="en-US" sz="1100" b="1" i="0" u="none" strike="noStrike">
                          <a:solidFill>
                            <a:srgbClr val="FFFFFF"/>
                          </a:solidFill>
                          <a:effectLst/>
                          <a:latin typeface="Arial Narrow" panose="020B0606020202030204" pitchFamily="34" charset="0"/>
                        </a:rPr>
                        <a:t>Specifications</a:t>
                      </a:r>
                    </a:p>
                  </a:txBody>
                  <a:tcPr marL="0" marR="0" marT="0" marB="0" anchor="b">
                    <a:lnL>
                      <a:noFill/>
                    </a:lnL>
                    <a:lnR>
                      <a:noFill/>
                    </a:lnR>
                    <a:lnT>
                      <a:noFill/>
                    </a:lnT>
                    <a:lnB>
                      <a:noFill/>
                    </a:lnB>
                    <a:solidFill>
                      <a:srgbClr val="002060"/>
                    </a:solidFill>
                  </a:tcPr>
                </a:tc>
                <a:tc>
                  <a:txBody>
                    <a:bodyPr/>
                    <a:lstStyle/>
                    <a:p>
                      <a:pPr algn="ctr" fontAlgn="b">
                        <a:buNone/>
                      </a:pPr>
                      <a:r>
                        <a:rPr lang="en-US" sz="1100" b="1" i="0" u="none" strike="noStrike">
                          <a:solidFill>
                            <a:srgbClr val="FFFFFF"/>
                          </a:solidFill>
                          <a:effectLst/>
                          <a:latin typeface="Arial Narrow" panose="020B0606020202030204" pitchFamily="34" charset="0"/>
                        </a:rPr>
                        <a:t>Asset segment</a:t>
                      </a:r>
                    </a:p>
                  </a:txBody>
                  <a:tcPr marL="0" marR="0" marT="0" marB="0" anchor="b">
                    <a:lnL>
                      <a:noFill/>
                    </a:lnL>
                    <a:lnR>
                      <a:noFill/>
                    </a:lnR>
                    <a:lnT>
                      <a:noFill/>
                    </a:lnT>
                    <a:lnB>
                      <a:noFill/>
                    </a:lnB>
                    <a:solidFill>
                      <a:srgbClr val="002060"/>
                    </a:solidFill>
                  </a:tcPr>
                </a:tc>
                <a:tc>
                  <a:txBody>
                    <a:bodyPr/>
                    <a:lstStyle/>
                    <a:p>
                      <a:pPr algn="ctr" fontAlgn="b">
                        <a:buNone/>
                      </a:pPr>
                      <a:endParaRPr lang="en-US" sz="1100" b="1" i="0" u="none" strike="noStrike" dirty="0">
                        <a:solidFill>
                          <a:srgbClr val="FFFFFF"/>
                        </a:solidFill>
                        <a:effectLst/>
                        <a:latin typeface="Arial Narrow" panose="020B0606020202030204" pitchFamily="34" charset="0"/>
                      </a:endParaRPr>
                    </a:p>
                  </a:txBody>
                  <a:tcPr marL="0" marR="0" marT="0" marB="0" anchor="b">
                    <a:lnL>
                      <a:noFill/>
                    </a:lnL>
                    <a:lnR>
                      <a:noFill/>
                    </a:lnR>
                    <a:lnT>
                      <a:noFill/>
                    </a:lnT>
                    <a:lnB>
                      <a:noFill/>
                    </a:lnB>
                    <a:solidFill>
                      <a:srgbClr val="002060"/>
                    </a:solidFill>
                  </a:tcPr>
                </a:tc>
                <a:tc>
                  <a:txBody>
                    <a:bodyPr/>
                    <a:lstStyle/>
                    <a:p>
                      <a:pPr algn="ctr" fontAlgn="b">
                        <a:buNone/>
                      </a:pPr>
                      <a:endParaRPr lang="en-US" sz="1100" b="1" i="0" u="none" strike="noStrike">
                        <a:solidFill>
                          <a:srgbClr val="FFFFFF"/>
                        </a:solidFill>
                        <a:effectLst/>
                        <a:latin typeface="Arial Narrow" panose="020B0606020202030204" pitchFamily="34" charset="0"/>
                      </a:endParaRPr>
                    </a:p>
                  </a:txBody>
                  <a:tcPr marL="0" marR="0" marT="0" marB="0" anchor="b">
                    <a:lnL>
                      <a:noFill/>
                    </a:lnL>
                    <a:lnR>
                      <a:noFill/>
                    </a:lnR>
                    <a:lnT>
                      <a:noFill/>
                    </a:lnT>
                    <a:lnB>
                      <a:noFill/>
                    </a:lnB>
                    <a:solidFill>
                      <a:srgbClr val="002060"/>
                    </a:solidFill>
                  </a:tcPr>
                </a:tc>
                <a:tc>
                  <a:txBody>
                    <a:bodyPr/>
                    <a:lstStyle/>
                    <a:p>
                      <a:pPr algn="ctr" fontAlgn="b">
                        <a:buNone/>
                      </a:pPr>
                      <a:endParaRPr lang="en-US" sz="1100" b="1" i="0" u="none" strike="noStrike">
                        <a:solidFill>
                          <a:srgbClr val="FFFFFF"/>
                        </a:solidFill>
                        <a:effectLst/>
                        <a:latin typeface="Arial Narrow" panose="020B0606020202030204" pitchFamily="34" charset="0"/>
                      </a:endParaRPr>
                    </a:p>
                  </a:txBody>
                  <a:tcPr marL="0" marR="0" marT="0" marB="0" anchor="b">
                    <a:lnL>
                      <a:noFill/>
                    </a:lnL>
                    <a:lnR>
                      <a:noFill/>
                    </a:lnR>
                    <a:lnT>
                      <a:noFill/>
                    </a:lnT>
                    <a:lnB>
                      <a:noFill/>
                    </a:lnB>
                    <a:solidFill>
                      <a:srgbClr val="002060"/>
                    </a:solidFill>
                  </a:tcPr>
                </a:tc>
                <a:tc>
                  <a:txBody>
                    <a:bodyPr/>
                    <a:lstStyle/>
                    <a:p>
                      <a:pPr algn="ctr" fontAlgn="b">
                        <a:buNone/>
                      </a:pPr>
                      <a:endParaRPr lang="en-US" sz="1100" b="1" i="0" u="none" strike="noStrike" dirty="0">
                        <a:solidFill>
                          <a:srgbClr val="FFFFFF"/>
                        </a:solidFill>
                        <a:effectLst/>
                        <a:latin typeface="Arial Narrow" panose="020B0606020202030204" pitchFamily="34" charset="0"/>
                      </a:endParaRPr>
                    </a:p>
                  </a:txBody>
                  <a:tcPr marL="0" marR="0" marT="0" marB="0" anchor="b">
                    <a:lnL>
                      <a:noFill/>
                    </a:lnL>
                    <a:lnR>
                      <a:noFill/>
                    </a:lnR>
                    <a:lnT>
                      <a:noFill/>
                    </a:lnT>
                    <a:lnB>
                      <a:noFill/>
                    </a:lnB>
                    <a:solidFill>
                      <a:srgbClr val="002060"/>
                    </a:solidFill>
                  </a:tcPr>
                </a:tc>
                <a:tc>
                  <a:txBody>
                    <a:bodyPr/>
                    <a:lstStyle/>
                    <a:p>
                      <a:pPr algn="ctr" fontAlgn="b">
                        <a:buNone/>
                      </a:pPr>
                      <a:endParaRPr lang="en-US" sz="1100" b="1" i="0" u="none" strike="noStrike">
                        <a:solidFill>
                          <a:srgbClr val="FFFFFF"/>
                        </a:solidFill>
                        <a:effectLst/>
                        <a:latin typeface="Arial Narrow" panose="020B0606020202030204" pitchFamily="34" charset="0"/>
                      </a:endParaRPr>
                    </a:p>
                  </a:txBody>
                  <a:tcPr marL="0" marR="0" marT="0" marB="0" anchor="b">
                    <a:lnL>
                      <a:noFill/>
                    </a:lnL>
                    <a:lnR>
                      <a:noFill/>
                    </a:lnR>
                    <a:lnT>
                      <a:noFill/>
                    </a:lnT>
                    <a:lnB>
                      <a:noFill/>
                    </a:lnB>
                    <a:solidFill>
                      <a:srgbClr val="002060"/>
                    </a:solidFill>
                  </a:tcPr>
                </a:tc>
                <a:tc>
                  <a:txBody>
                    <a:bodyPr/>
                    <a:lstStyle/>
                    <a:p>
                      <a:pPr algn="ctr" fontAlgn="b">
                        <a:buNone/>
                      </a:pPr>
                      <a:endParaRPr lang="en-US" sz="1100" b="1" i="0" u="none" strike="noStrike">
                        <a:solidFill>
                          <a:srgbClr val="FFFFFF"/>
                        </a:solidFill>
                        <a:effectLst/>
                        <a:latin typeface="Arial Narrow" panose="020B0606020202030204" pitchFamily="34" charset="0"/>
                      </a:endParaRPr>
                    </a:p>
                  </a:txBody>
                  <a:tcPr marL="0" marR="0" marT="0" marB="0" anchor="b">
                    <a:lnL>
                      <a:noFill/>
                    </a:lnL>
                    <a:lnR>
                      <a:noFill/>
                    </a:lnR>
                    <a:lnT>
                      <a:noFill/>
                    </a:lnT>
                    <a:lnB>
                      <a:noFill/>
                    </a:lnB>
                    <a:solidFill>
                      <a:srgbClr val="002060"/>
                    </a:solidFill>
                  </a:tcPr>
                </a:tc>
                <a:tc>
                  <a:txBody>
                    <a:bodyPr/>
                    <a:lstStyle/>
                    <a:p>
                      <a:pPr algn="ctr" fontAlgn="b">
                        <a:buNone/>
                      </a:pPr>
                      <a:endParaRPr lang="en-US" sz="1100" b="1" i="0" u="none" strike="noStrike">
                        <a:solidFill>
                          <a:srgbClr val="FFFFFF"/>
                        </a:solidFill>
                        <a:effectLst/>
                        <a:latin typeface="Arial Narrow" panose="020B0606020202030204" pitchFamily="34" charset="0"/>
                      </a:endParaRPr>
                    </a:p>
                  </a:txBody>
                  <a:tcPr marL="0" marR="0" marT="0" marB="0" anchor="b">
                    <a:lnL>
                      <a:noFill/>
                    </a:lnL>
                    <a:lnR>
                      <a:noFill/>
                    </a:lnR>
                    <a:lnT>
                      <a:noFill/>
                    </a:lnT>
                    <a:lnB>
                      <a:noFill/>
                    </a:lnB>
                    <a:solidFill>
                      <a:srgbClr val="002060"/>
                    </a:solidFill>
                  </a:tcPr>
                </a:tc>
                <a:tc>
                  <a:txBody>
                    <a:bodyPr/>
                    <a:lstStyle/>
                    <a:p>
                      <a:pPr algn="ctr" fontAlgn="b">
                        <a:buNone/>
                      </a:pPr>
                      <a:endParaRPr lang="en-US" sz="1100" b="1" i="0" u="none" strike="noStrike">
                        <a:solidFill>
                          <a:srgbClr val="FFFFFF"/>
                        </a:solidFill>
                        <a:effectLst/>
                        <a:latin typeface="Arial Narrow" panose="020B0606020202030204" pitchFamily="34" charset="0"/>
                      </a:endParaRPr>
                    </a:p>
                  </a:txBody>
                  <a:tcPr marL="0" marR="0" marT="0" marB="0" anchor="b">
                    <a:lnL>
                      <a:noFill/>
                    </a:lnL>
                    <a:lnR>
                      <a:noFill/>
                    </a:lnR>
                    <a:lnT>
                      <a:noFill/>
                    </a:lnT>
                    <a:lnB>
                      <a:noFill/>
                    </a:lnB>
                    <a:solidFill>
                      <a:srgbClr val="002060"/>
                    </a:solidFill>
                  </a:tcPr>
                </a:tc>
                <a:tc>
                  <a:txBody>
                    <a:bodyPr/>
                    <a:lstStyle/>
                    <a:p>
                      <a:pPr algn="ctr" fontAlgn="b">
                        <a:buNone/>
                      </a:pPr>
                      <a:endParaRPr lang="en-US" sz="1100" b="1" i="0" u="none" strike="noStrike">
                        <a:solidFill>
                          <a:srgbClr val="FFFFFF"/>
                        </a:solidFill>
                        <a:effectLst/>
                        <a:latin typeface="Arial Narrow" panose="020B0606020202030204" pitchFamily="34" charset="0"/>
                      </a:endParaRPr>
                    </a:p>
                  </a:txBody>
                  <a:tcPr marL="0" marR="0" marT="0" marB="0" anchor="b">
                    <a:lnL>
                      <a:noFill/>
                    </a:lnL>
                    <a:lnR>
                      <a:noFill/>
                    </a:lnR>
                    <a:lnT>
                      <a:noFill/>
                    </a:lnT>
                    <a:lnB>
                      <a:noFill/>
                    </a:lnB>
                    <a:solidFill>
                      <a:srgbClr val="002060"/>
                    </a:solidFill>
                  </a:tcPr>
                </a:tc>
                <a:tc>
                  <a:txBody>
                    <a:bodyPr/>
                    <a:lstStyle/>
                    <a:p>
                      <a:pPr algn="ctr" fontAlgn="b">
                        <a:buNone/>
                      </a:pPr>
                      <a:endParaRPr lang="en-US" sz="1100" b="1" i="0" u="none" strike="noStrike">
                        <a:solidFill>
                          <a:srgbClr val="FFFFFF"/>
                        </a:solidFill>
                        <a:effectLst/>
                        <a:latin typeface="Arial Narrow" panose="020B0606020202030204" pitchFamily="34" charset="0"/>
                      </a:endParaRPr>
                    </a:p>
                  </a:txBody>
                  <a:tcPr marL="0" marR="0" marT="0" marB="0" anchor="b">
                    <a:lnL>
                      <a:noFill/>
                    </a:lnL>
                    <a:lnR>
                      <a:noFill/>
                    </a:lnR>
                    <a:lnT>
                      <a:noFill/>
                    </a:lnT>
                    <a:lnB>
                      <a:noFill/>
                    </a:lnB>
                    <a:solidFill>
                      <a:srgbClr val="002060"/>
                    </a:solidFill>
                  </a:tcPr>
                </a:tc>
                <a:tc>
                  <a:txBody>
                    <a:bodyPr/>
                    <a:lstStyle/>
                    <a:p>
                      <a:pPr algn="ctr" fontAlgn="b">
                        <a:buNone/>
                      </a:pPr>
                      <a:endParaRPr lang="en-US" sz="1100" b="1" i="0" u="none" strike="noStrike">
                        <a:solidFill>
                          <a:srgbClr val="FFFFFF"/>
                        </a:solidFill>
                        <a:effectLst/>
                        <a:latin typeface="Arial Narrow" panose="020B0606020202030204" pitchFamily="34" charset="0"/>
                      </a:endParaRPr>
                    </a:p>
                  </a:txBody>
                  <a:tcPr marL="0" marR="0" marT="0" marB="0" anchor="b">
                    <a:lnL>
                      <a:noFill/>
                    </a:lnL>
                    <a:lnR>
                      <a:noFill/>
                    </a:lnR>
                    <a:lnT>
                      <a:noFill/>
                    </a:lnT>
                    <a:lnB>
                      <a:noFill/>
                    </a:lnB>
                    <a:solidFill>
                      <a:srgbClr val="002060"/>
                    </a:solidFill>
                  </a:tcPr>
                </a:tc>
                <a:tc>
                  <a:txBody>
                    <a:bodyPr/>
                    <a:lstStyle/>
                    <a:p>
                      <a:pPr algn="ctr" fontAlgn="b">
                        <a:buNone/>
                      </a:pPr>
                      <a:endParaRPr lang="en-US" sz="1100" b="1" i="0" u="none" strike="noStrike">
                        <a:solidFill>
                          <a:srgbClr val="FFFFFF"/>
                        </a:solidFill>
                        <a:effectLst/>
                        <a:latin typeface="Arial Narrow" panose="020B0606020202030204" pitchFamily="34" charset="0"/>
                      </a:endParaRPr>
                    </a:p>
                  </a:txBody>
                  <a:tcPr marL="0" marR="0" marT="0" marB="0" anchor="b">
                    <a:lnL>
                      <a:noFill/>
                    </a:lnL>
                    <a:lnR>
                      <a:noFill/>
                    </a:lnR>
                    <a:lnT>
                      <a:noFill/>
                    </a:lnT>
                    <a:lnB>
                      <a:noFill/>
                    </a:lnB>
                    <a:solidFill>
                      <a:srgbClr val="002060"/>
                    </a:solidFill>
                  </a:tcPr>
                </a:tc>
                <a:tc>
                  <a:txBody>
                    <a:bodyPr/>
                    <a:lstStyle/>
                    <a:p>
                      <a:pPr algn="ctr" fontAlgn="b">
                        <a:buNone/>
                      </a:pPr>
                      <a:endParaRPr lang="en-US" sz="1100" b="1" i="0" u="none" strike="noStrike">
                        <a:solidFill>
                          <a:srgbClr val="FFFFFF"/>
                        </a:solidFill>
                        <a:effectLst/>
                        <a:latin typeface="Arial Narrow" panose="020B0606020202030204" pitchFamily="34" charset="0"/>
                      </a:endParaRPr>
                    </a:p>
                  </a:txBody>
                  <a:tcPr marL="0" marR="0" marT="0" marB="0" anchor="b">
                    <a:lnL>
                      <a:noFill/>
                    </a:lnL>
                    <a:lnR>
                      <a:noFill/>
                    </a:lnR>
                    <a:lnT>
                      <a:noFill/>
                    </a:lnT>
                    <a:lnB>
                      <a:noFill/>
                    </a:lnB>
                    <a:solidFill>
                      <a:srgbClr val="002060"/>
                    </a:solidFill>
                  </a:tcPr>
                </a:tc>
                <a:tc>
                  <a:txBody>
                    <a:bodyPr/>
                    <a:lstStyle/>
                    <a:p>
                      <a:pPr algn="ctr" fontAlgn="b">
                        <a:buNone/>
                      </a:pPr>
                      <a:endParaRPr lang="en-US" sz="1100" b="1" i="0" u="none" strike="noStrike">
                        <a:solidFill>
                          <a:srgbClr val="FFFFFF"/>
                        </a:solidFill>
                        <a:effectLst/>
                        <a:latin typeface="Arial Narrow" panose="020B0606020202030204" pitchFamily="34" charset="0"/>
                      </a:endParaRPr>
                    </a:p>
                  </a:txBody>
                  <a:tcPr marL="0" marR="0" marT="0" marB="0" anchor="b">
                    <a:lnL>
                      <a:noFill/>
                    </a:lnL>
                    <a:lnR>
                      <a:noFill/>
                    </a:lnR>
                    <a:lnT>
                      <a:noFill/>
                    </a:lnT>
                    <a:lnB>
                      <a:noFill/>
                    </a:lnB>
                    <a:solidFill>
                      <a:srgbClr val="002060"/>
                    </a:solidFill>
                  </a:tcPr>
                </a:tc>
                <a:tc>
                  <a:txBody>
                    <a:bodyPr/>
                    <a:lstStyle/>
                    <a:p>
                      <a:pPr algn="ctr" fontAlgn="b">
                        <a:buNone/>
                      </a:pPr>
                      <a:endParaRPr lang="en-US" sz="1100" b="1" i="0" u="none" strike="noStrike">
                        <a:solidFill>
                          <a:srgbClr val="FFFFFF"/>
                        </a:solidFill>
                        <a:effectLst/>
                        <a:latin typeface="Arial Narrow" panose="020B0606020202030204" pitchFamily="34" charset="0"/>
                      </a:endParaRPr>
                    </a:p>
                  </a:txBody>
                  <a:tcPr marL="0" marR="0" marT="0" marB="0" anchor="b">
                    <a:lnL>
                      <a:noFill/>
                    </a:lnL>
                    <a:lnR>
                      <a:noFill/>
                    </a:lnR>
                    <a:lnT>
                      <a:noFill/>
                    </a:lnT>
                    <a:lnB>
                      <a:noFill/>
                    </a:lnB>
                    <a:solidFill>
                      <a:srgbClr val="002060"/>
                    </a:solidFill>
                  </a:tcPr>
                </a:tc>
                <a:tc>
                  <a:txBody>
                    <a:bodyPr/>
                    <a:lstStyle/>
                    <a:p>
                      <a:pPr algn="ctr" fontAlgn="b">
                        <a:buNone/>
                      </a:pPr>
                      <a:endParaRPr lang="en-US" sz="1100" b="1" i="0" u="none" strike="noStrike">
                        <a:solidFill>
                          <a:srgbClr val="FFFFFF"/>
                        </a:solidFill>
                        <a:effectLst/>
                        <a:latin typeface="Arial Narrow" panose="020B0606020202030204" pitchFamily="34" charset="0"/>
                      </a:endParaRPr>
                    </a:p>
                  </a:txBody>
                  <a:tcPr marL="0" marR="0" marT="0" marB="0" anchor="b">
                    <a:lnL>
                      <a:noFill/>
                    </a:lnL>
                    <a:lnR>
                      <a:noFill/>
                    </a:lnR>
                    <a:lnT>
                      <a:noFill/>
                    </a:lnT>
                    <a:lnB>
                      <a:noFill/>
                    </a:lnB>
                    <a:solidFill>
                      <a:srgbClr val="002060"/>
                    </a:solidFill>
                  </a:tcPr>
                </a:tc>
                <a:tc>
                  <a:txBody>
                    <a:bodyPr/>
                    <a:lstStyle/>
                    <a:p>
                      <a:pPr algn="ctr" fontAlgn="b">
                        <a:buNone/>
                      </a:pPr>
                      <a:endParaRPr lang="en-US" sz="1100" b="1" i="0" u="none" strike="noStrike">
                        <a:solidFill>
                          <a:srgbClr val="FFFFFF"/>
                        </a:solidFill>
                        <a:effectLst/>
                        <a:latin typeface="Arial Narrow" panose="020B0606020202030204" pitchFamily="34" charset="0"/>
                      </a:endParaRPr>
                    </a:p>
                  </a:txBody>
                  <a:tcPr marL="0" marR="0" marT="0" marB="0" anchor="b">
                    <a:lnL>
                      <a:noFill/>
                    </a:lnL>
                    <a:lnR>
                      <a:noFill/>
                    </a:lnR>
                    <a:lnT>
                      <a:noFill/>
                    </a:lnT>
                    <a:lnB>
                      <a:noFill/>
                    </a:lnB>
                    <a:solidFill>
                      <a:srgbClr val="002060"/>
                    </a:solidFill>
                  </a:tcPr>
                </a:tc>
                <a:tc>
                  <a:txBody>
                    <a:bodyPr/>
                    <a:lstStyle/>
                    <a:p>
                      <a:pPr algn="ctr" fontAlgn="b">
                        <a:buNone/>
                      </a:pPr>
                      <a:endParaRPr lang="en-US" sz="1100" b="1" i="0" u="none" strike="noStrike">
                        <a:solidFill>
                          <a:srgbClr val="FFFFFF"/>
                        </a:solidFill>
                        <a:effectLst/>
                        <a:latin typeface="Arial Narrow" panose="020B0606020202030204" pitchFamily="34" charset="0"/>
                      </a:endParaRPr>
                    </a:p>
                  </a:txBody>
                  <a:tcPr marL="0" marR="0" marT="0" marB="0" anchor="b">
                    <a:lnL>
                      <a:noFill/>
                    </a:lnL>
                    <a:lnR>
                      <a:noFill/>
                    </a:lnR>
                    <a:lnT>
                      <a:noFill/>
                    </a:lnT>
                    <a:lnB>
                      <a:noFill/>
                    </a:lnB>
                    <a:solidFill>
                      <a:srgbClr val="002060"/>
                    </a:solidFill>
                  </a:tcPr>
                </a:tc>
                <a:tc>
                  <a:txBody>
                    <a:bodyPr/>
                    <a:lstStyle/>
                    <a:p>
                      <a:pPr algn="ctr" fontAlgn="b">
                        <a:buNone/>
                      </a:pPr>
                      <a:endParaRPr lang="en-US" sz="1100" b="1" i="0" u="none" strike="noStrike">
                        <a:solidFill>
                          <a:srgbClr val="FFFFFF"/>
                        </a:solidFill>
                        <a:effectLst/>
                        <a:latin typeface="Arial Narrow" panose="020B0606020202030204" pitchFamily="34" charset="0"/>
                      </a:endParaRPr>
                    </a:p>
                  </a:txBody>
                  <a:tcPr marL="0" marR="0" marT="0" marB="0" anchor="b">
                    <a:lnL>
                      <a:noFill/>
                    </a:lnL>
                    <a:lnR>
                      <a:noFill/>
                    </a:lnR>
                    <a:lnT>
                      <a:noFill/>
                    </a:lnT>
                    <a:lnB>
                      <a:noFill/>
                    </a:lnB>
                    <a:solidFill>
                      <a:srgbClr val="002060"/>
                    </a:solidFill>
                  </a:tcPr>
                </a:tc>
                <a:tc>
                  <a:txBody>
                    <a:bodyPr/>
                    <a:lstStyle/>
                    <a:p>
                      <a:pPr algn="ctr" fontAlgn="b">
                        <a:buNone/>
                      </a:pPr>
                      <a:endParaRPr lang="en-US" sz="1100" b="1" i="0" u="none" strike="noStrike" dirty="0">
                        <a:solidFill>
                          <a:srgbClr val="FFFFFF"/>
                        </a:solidFill>
                        <a:effectLst/>
                        <a:latin typeface="Arial Narrow" panose="020B0606020202030204" pitchFamily="34" charset="0"/>
                      </a:endParaRPr>
                    </a:p>
                  </a:txBody>
                  <a:tcPr marL="0" marR="0" marT="0" marB="0" anchor="b">
                    <a:lnL>
                      <a:noFill/>
                    </a:lnL>
                    <a:lnR>
                      <a:noFill/>
                    </a:lnR>
                    <a:lnT>
                      <a:noFill/>
                    </a:lnT>
                    <a:lnB>
                      <a:noFill/>
                    </a:lnB>
                    <a:solidFill>
                      <a:srgbClr val="002060"/>
                    </a:solidFill>
                  </a:tcPr>
                </a:tc>
                <a:extLst>
                  <a:ext uri="{0D108BD9-81ED-4DB2-BD59-A6C34878D82A}">
                    <a16:rowId xmlns:a16="http://schemas.microsoft.com/office/drawing/2014/main" val="871040026"/>
                  </a:ext>
                </a:extLst>
              </a:tr>
              <a:tr h="244643">
                <a:tc>
                  <a:txBody>
                    <a:bodyPr/>
                    <a:lstStyle/>
                    <a:p>
                      <a:pPr algn="l" fontAlgn="ctr">
                        <a:buNone/>
                      </a:pPr>
                      <a:r>
                        <a:rPr lang="en-US" sz="1050" b="0" i="1" u="none" strike="noStrike" dirty="0">
                          <a:effectLst/>
                          <a:latin typeface="Arial Narrow" panose="020B0606020202030204" pitchFamily="34" charset="0"/>
                        </a:rPr>
                        <a:t> </a:t>
                      </a:r>
                    </a:p>
                  </a:txBody>
                  <a:tcPr marL="0" marR="0" marT="0" marB="0" anchor="ctr">
                    <a:lnL>
                      <a:noFill/>
                    </a:lnL>
                    <a:lnR>
                      <a:noFill/>
                    </a:lnR>
                    <a:lnT>
                      <a:noFill/>
                    </a:lnT>
                    <a:lnB>
                      <a:noFill/>
                    </a:lnB>
                    <a:solidFill>
                      <a:schemeClr val="accent1">
                        <a:lumMod val="40000"/>
                        <a:lumOff val="60000"/>
                      </a:schemeClr>
                    </a:solidFill>
                  </a:tcPr>
                </a:tc>
                <a:tc>
                  <a:txBody>
                    <a:bodyPr/>
                    <a:lstStyle/>
                    <a:p>
                      <a:pPr algn="ctr" fontAlgn="ctr">
                        <a:buNone/>
                      </a:pPr>
                      <a:r>
                        <a:rPr lang="en-US" sz="1050" b="0" i="1" u="none" strike="noStrike" dirty="0">
                          <a:effectLst/>
                          <a:latin typeface="Arial Narrow" panose="020B0606020202030204" pitchFamily="34" charset="0"/>
                        </a:rPr>
                        <a:t> </a:t>
                      </a:r>
                    </a:p>
                  </a:txBody>
                  <a:tcPr marL="0" marR="0" marT="0" marB="0" anchor="ctr">
                    <a:lnL>
                      <a:noFill/>
                    </a:lnL>
                    <a:lnR>
                      <a:noFill/>
                    </a:lnR>
                    <a:lnT>
                      <a:noFill/>
                    </a:lnT>
                    <a:lnB>
                      <a:noFill/>
                    </a:lnB>
                    <a:solidFill>
                      <a:schemeClr val="accent1">
                        <a:lumMod val="40000"/>
                        <a:lumOff val="60000"/>
                      </a:schemeClr>
                    </a:solidFill>
                  </a:tcPr>
                </a:tc>
                <a:tc>
                  <a:txBody>
                    <a:bodyPr/>
                    <a:lstStyle/>
                    <a:p>
                      <a:pPr algn="ctr" fontAlgn="ctr">
                        <a:buNone/>
                      </a:pPr>
                      <a:r>
                        <a:rPr lang="en-US" sz="1050" b="0" i="1" u="none" strike="noStrike" dirty="0">
                          <a:effectLst/>
                          <a:latin typeface="Arial Narrow" panose="020B0606020202030204" pitchFamily="34" charset="0"/>
                        </a:rPr>
                        <a:t> </a:t>
                      </a:r>
                    </a:p>
                  </a:txBody>
                  <a:tcPr marL="0" marR="0" marT="0" marB="0" anchor="ctr">
                    <a:lnL>
                      <a:noFill/>
                    </a:lnL>
                    <a:lnR>
                      <a:noFill/>
                    </a:lnR>
                    <a:lnT>
                      <a:noFill/>
                    </a:lnT>
                    <a:lnB>
                      <a:noFill/>
                    </a:lnB>
                    <a:solidFill>
                      <a:schemeClr val="accent1">
                        <a:lumMod val="40000"/>
                        <a:lumOff val="60000"/>
                      </a:schemeClr>
                    </a:solidFill>
                  </a:tcPr>
                </a:tc>
                <a:tc>
                  <a:txBody>
                    <a:bodyPr/>
                    <a:lstStyle/>
                    <a:p>
                      <a:pPr algn="ctr" fontAlgn="ctr">
                        <a:buNone/>
                      </a:pPr>
                      <a:r>
                        <a:rPr lang="en-US" sz="1050" b="0" i="1" u="none" strike="noStrike" dirty="0">
                          <a:effectLst/>
                          <a:latin typeface="Arial Narrow" panose="020B0606020202030204" pitchFamily="34" charset="0"/>
                        </a:rPr>
                        <a:t> </a:t>
                      </a:r>
                    </a:p>
                  </a:txBody>
                  <a:tcPr marL="0" marR="0" marT="0" marB="0" anchor="ctr">
                    <a:lnL>
                      <a:noFill/>
                    </a:lnL>
                    <a:lnR>
                      <a:noFill/>
                    </a:lnR>
                    <a:lnT>
                      <a:noFill/>
                    </a:lnT>
                    <a:lnB>
                      <a:noFill/>
                    </a:lnB>
                    <a:solidFill>
                      <a:schemeClr val="accent1">
                        <a:lumMod val="40000"/>
                        <a:lumOff val="60000"/>
                      </a:schemeClr>
                    </a:solidFill>
                  </a:tcPr>
                </a:tc>
                <a:tc>
                  <a:txBody>
                    <a:bodyPr/>
                    <a:lstStyle/>
                    <a:p>
                      <a:pPr algn="l" fontAlgn="ctr">
                        <a:buNone/>
                      </a:pPr>
                      <a:endParaRPr lang="en-US" sz="1050" b="0" i="1" u="none" strike="noStrike" dirty="0">
                        <a:effectLst/>
                        <a:latin typeface="Arial Narrow" panose="020B0606020202030204" pitchFamily="34" charset="0"/>
                      </a:endParaRPr>
                    </a:p>
                  </a:txBody>
                  <a:tcPr marL="0" marR="0" marT="0" marB="0" anchor="ctr">
                    <a:lnL>
                      <a:noFill/>
                    </a:lnL>
                    <a:lnR>
                      <a:noFill/>
                    </a:lnR>
                    <a:lnT>
                      <a:noFill/>
                    </a:lnT>
                    <a:lnB>
                      <a:noFill/>
                    </a:lnB>
                    <a:solidFill>
                      <a:schemeClr val="accent1">
                        <a:lumMod val="40000"/>
                        <a:lumOff val="60000"/>
                      </a:schemeClr>
                    </a:solidFill>
                  </a:tcPr>
                </a:tc>
                <a:tc>
                  <a:txBody>
                    <a:bodyPr/>
                    <a:lstStyle/>
                    <a:p>
                      <a:pPr algn="l" fontAlgn="ctr">
                        <a:buNone/>
                      </a:pPr>
                      <a:endParaRPr lang="en-US" sz="1050" b="0" i="1" u="none" strike="noStrike" dirty="0">
                        <a:effectLst/>
                        <a:latin typeface="Arial Narrow" panose="020B0606020202030204" pitchFamily="34" charset="0"/>
                      </a:endParaRPr>
                    </a:p>
                  </a:txBody>
                  <a:tcPr marL="0" marR="0" marT="0" marB="0" anchor="ctr">
                    <a:lnL>
                      <a:noFill/>
                    </a:lnL>
                    <a:lnR>
                      <a:noFill/>
                    </a:lnR>
                    <a:lnT>
                      <a:noFill/>
                    </a:lnT>
                    <a:lnB>
                      <a:noFill/>
                    </a:lnB>
                    <a:solidFill>
                      <a:schemeClr val="accent1">
                        <a:lumMod val="40000"/>
                        <a:lumOff val="60000"/>
                      </a:schemeClr>
                    </a:solidFill>
                  </a:tcPr>
                </a:tc>
                <a:tc>
                  <a:txBody>
                    <a:bodyPr/>
                    <a:lstStyle/>
                    <a:p>
                      <a:pPr algn="r" fontAlgn="ctr">
                        <a:buNone/>
                      </a:pPr>
                      <a:endParaRPr lang="en-US" sz="1050" b="0" i="1" u="none" strike="noStrike" dirty="0">
                        <a:effectLst/>
                        <a:latin typeface="Arial Narrow" panose="020B0606020202030204" pitchFamily="34" charset="0"/>
                      </a:endParaRPr>
                    </a:p>
                  </a:txBody>
                  <a:tcPr marL="0" marR="0" marT="0" marB="0" anchor="ctr">
                    <a:lnL>
                      <a:noFill/>
                    </a:lnL>
                    <a:lnR>
                      <a:noFill/>
                    </a:lnR>
                    <a:lnT>
                      <a:noFill/>
                    </a:lnT>
                    <a:lnB>
                      <a:noFill/>
                    </a:lnB>
                    <a:solidFill>
                      <a:schemeClr val="accent1">
                        <a:lumMod val="40000"/>
                        <a:lumOff val="60000"/>
                      </a:schemeClr>
                    </a:solidFill>
                  </a:tcPr>
                </a:tc>
                <a:tc>
                  <a:txBody>
                    <a:bodyPr/>
                    <a:lstStyle/>
                    <a:p>
                      <a:pPr algn="ctr" fontAlgn="ctr">
                        <a:buNone/>
                      </a:pPr>
                      <a:endParaRPr lang="en-US" sz="1000" b="1" i="1" u="none" strike="noStrike" dirty="0">
                        <a:effectLst/>
                        <a:latin typeface="Arial Narrow" panose="020B0606020202030204" pitchFamily="34" charset="0"/>
                      </a:endParaRPr>
                    </a:p>
                  </a:txBody>
                  <a:tcPr marL="0" marR="0" marT="0" marB="0" anchor="ctr">
                    <a:lnL>
                      <a:noFill/>
                    </a:lnL>
                    <a:lnR>
                      <a:noFill/>
                    </a:lnR>
                    <a:lnT>
                      <a:noFill/>
                    </a:lnT>
                    <a:lnB>
                      <a:noFill/>
                    </a:lnB>
                    <a:solidFill>
                      <a:schemeClr val="accent1">
                        <a:lumMod val="40000"/>
                        <a:lumOff val="60000"/>
                      </a:schemeClr>
                    </a:solidFill>
                  </a:tcPr>
                </a:tc>
                <a:tc>
                  <a:txBody>
                    <a:bodyPr/>
                    <a:lstStyle/>
                    <a:p>
                      <a:pPr algn="ctr" fontAlgn="ctr">
                        <a:buNone/>
                      </a:pPr>
                      <a:endParaRPr lang="en-US" sz="1000" b="1" i="1" u="none" strike="noStrike" dirty="0">
                        <a:effectLst/>
                        <a:latin typeface="Arial Narrow" panose="020B0606020202030204" pitchFamily="34" charset="0"/>
                      </a:endParaRPr>
                    </a:p>
                  </a:txBody>
                  <a:tcPr marL="0" marR="0" marT="0" marB="0" anchor="ctr">
                    <a:lnL>
                      <a:noFill/>
                    </a:lnL>
                    <a:lnR>
                      <a:noFill/>
                    </a:lnR>
                    <a:lnT>
                      <a:noFill/>
                    </a:lnT>
                    <a:lnB>
                      <a:noFill/>
                    </a:lnB>
                    <a:solidFill>
                      <a:schemeClr val="accent1">
                        <a:lumMod val="40000"/>
                        <a:lumOff val="60000"/>
                      </a:schemeClr>
                    </a:solidFill>
                  </a:tcPr>
                </a:tc>
                <a:tc>
                  <a:txBody>
                    <a:bodyPr/>
                    <a:lstStyle/>
                    <a:p>
                      <a:pPr algn="ctr" fontAlgn="ctr">
                        <a:buNone/>
                      </a:pPr>
                      <a:endParaRPr lang="en-US" sz="1000" b="1" i="1" u="none" strike="noStrike">
                        <a:effectLst/>
                        <a:latin typeface="Arial Narrow" panose="020B0606020202030204" pitchFamily="34" charset="0"/>
                      </a:endParaRPr>
                    </a:p>
                  </a:txBody>
                  <a:tcPr marL="0" marR="0" marT="0" marB="0" anchor="ctr">
                    <a:lnL>
                      <a:noFill/>
                    </a:lnL>
                    <a:lnR>
                      <a:noFill/>
                    </a:lnR>
                    <a:lnT>
                      <a:noFill/>
                    </a:lnT>
                    <a:lnB>
                      <a:noFill/>
                    </a:lnB>
                    <a:solidFill>
                      <a:schemeClr val="accent1">
                        <a:lumMod val="40000"/>
                        <a:lumOff val="60000"/>
                      </a:schemeClr>
                    </a:solidFill>
                  </a:tcPr>
                </a:tc>
                <a:tc>
                  <a:txBody>
                    <a:bodyPr/>
                    <a:lstStyle/>
                    <a:p>
                      <a:pPr algn="ctr" fontAlgn="ctr">
                        <a:buNone/>
                      </a:pPr>
                      <a:endParaRPr lang="en-US" sz="1000" b="1" i="1" u="none" strike="noStrike" dirty="0">
                        <a:effectLst/>
                        <a:latin typeface="Arial Narrow" panose="020B0606020202030204" pitchFamily="34" charset="0"/>
                      </a:endParaRPr>
                    </a:p>
                  </a:txBody>
                  <a:tcPr marL="0" marR="0" marT="0" marB="0" anchor="ctr">
                    <a:lnL>
                      <a:noFill/>
                    </a:lnL>
                    <a:lnR>
                      <a:noFill/>
                    </a:lnR>
                    <a:lnT>
                      <a:noFill/>
                    </a:lnT>
                    <a:lnB>
                      <a:noFill/>
                    </a:lnB>
                    <a:solidFill>
                      <a:schemeClr val="accent1">
                        <a:lumMod val="40000"/>
                        <a:lumOff val="60000"/>
                      </a:schemeClr>
                    </a:solidFill>
                  </a:tcPr>
                </a:tc>
                <a:tc>
                  <a:txBody>
                    <a:bodyPr/>
                    <a:lstStyle/>
                    <a:p>
                      <a:pPr algn="ctr" fontAlgn="ctr">
                        <a:buNone/>
                      </a:pPr>
                      <a:endParaRPr lang="en-US" sz="1000" b="1" i="1" u="none" strike="noStrike" dirty="0">
                        <a:effectLst/>
                        <a:latin typeface="Arial Narrow" panose="020B0606020202030204" pitchFamily="34" charset="0"/>
                      </a:endParaRPr>
                    </a:p>
                  </a:txBody>
                  <a:tcPr marL="0" marR="0" marT="0" marB="0" anchor="ctr">
                    <a:lnL>
                      <a:noFill/>
                    </a:lnL>
                    <a:lnR>
                      <a:noFill/>
                    </a:lnR>
                    <a:lnT>
                      <a:noFill/>
                    </a:lnT>
                    <a:lnB>
                      <a:noFill/>
                    </a:lnB>
                    <a:solidFill>
                      <a:schemeClr val="accent1">
                        <a:lumMod val="40000"/>
                        <a:lumOff val="60000"/>
                      </a:schemeClr>
                    </a:solidFill>
                  </a:tcPr>
                </a:tc>
                <a:tc>
                  <a:txBody>
                    <a:bodyPr/>
                    <a:lstStyle/>
                    <a:p>
                      <a:pPr algn="ctr" fontAlgn="ctr">
                        <a:buNone/>
                      </a:pPr>
                      <a:endParaRPr lang="en-US" sz="1000" b="1" i="1" u="none" strike="noStrike" dirty="0">
                        <a:effectLst/>
                        <a:latin typeface="Arial Narrow" panose="020B0606020202030204" pitchFamily="34" charset="0"/>
                      </a:endParaRPr>
                    </a:p>
                  </a:txBody>
                  <a:tcPr marL="0" marR="0" marT="0" marB="0" anchor="ctr">
                    <a:lnL>
                      <a:noFill/>
                    </a:lnL>
                    <a:lnR>
                      <a:noFill/>
                    </a:lnR>
                    <a:lnT>
                      <a:noFill/>
                    </a:lnT>
                    <a:lnB>
                      <a:noFill/>
                    </a:lnB>
                    <a:solidFill>
                      <a:schemeClr val="accent1">
                        <a:lumMod val="40000"/>
                        <a:lumOff val="60000"/>
                      </a:schemeClr>
                    </a:solidFill>
                  </a:tcPr>
                </a:tc>
                <a:tc>
                  <a:txBody>
                    <a:bodyPr/>
                    <a:lstStyle/>
                    <a:p>
                      <a:pPr algn="ctr" fontAlgn="ctr">
                        <a:buNone/>
                      </a:pPr>
                      <a:endParaRPr lang="en-US" sz="1000" b="1" i="1" u="none" strike="noStrike">
                        <a:effectLst/>
                        <a:latin typeface="Arial Narrow" panose="020B0606020202030204" pitchFamily="34" charset="0"/>
                      </a:endParaRPr>
                    </a:p>
                  </a:txBody>
                  <a:tcPr marL="0" marR="0" marT="0" marB="0" anchor="ctr">
                    <a:lnL>
                      <a:noFill/>
                    </a:lnL>
                    <a:lnR>
                      <a:noFill/>
                    </a:lnR>
                    <a:lnT>
                      <a:noFill/>
                    </a:lnT>
                    <a:lnB>
                      <a:noFill/>
                    </a:lnB>
                    <a:solidFill>
                      <a:schemeClr val="accent1">
                        <a:lumMod val="40000"/>
                        <a:lumOff val="60000"/>
                      </a:schemeClr>
                    </a:solidFill>
                  </a:tcPr>
                </a:tc>
                <a:tc>
                  <a:txBody>
                    <a:bodyPr/>
                    <a:lstStyle/>
                    <a:p>
                      <a:pPr algn="ctr" fontAlgn="ctr">
                        <a:buNone/>
                      </a:pPr>
                      <a:endParaRPr lang="en-US" sz="1000" b="1" i="0" u="none" strike="noStrike" dirty="0">
                        <a:effectLst/>
                        <a:latin typeface="Arial Narrow" panose="020B0606020202030204" pitchFamily="34" charset="0"/>
                      </a:endParaRPr>
                    </a:p>
                  </a:txBody>
                  <a:tcPr marL="0" marR="0" marT="0" marB="0" anchor="ctr">
                    <a:lnL>
                      <a:noFill/>
                    </a:lnL>
                    <a:lnR>
                      <a:noFill/>
                    </a:lnR>
                    <a:lnT>
                      <a:noFill/>
                    </a:lnT>
                    <a:lnB>
                      <a:noFill/>
                    </a:lnB>
                    <a:solidFill>
                      <a:schemeClr val="accent1">
                        <a:lumMod val="40000"/>
                        <a:lumOff val="60000"/>
                      </a:schemeClr>
                    </a:solidFill>
                  </a:tcPr>
                </a:tc>
                <a:tc>
                  <a:txBody>
                    <a:bodyPr/>
                    <a:lstStyle/>
                    <a:p>
                      <a:pPr algn="ctr" fontAlgn="ctr">
                        <a:buNone/>
                      </a:pPr>
                      <a:endParaRPr lang="en-US" sz="1000" b="1" i="1" u="none" strike="noStrike" dirty="0">
                        <a:effectLst/>
                        <a:latin typeface="Arial Narrow" panose="020B0606020202030204" pitchFamily="34" charset="0"/>
                      </a:endParaRPr>
                    </a:p>
                  </a:txBody>
                  <a:tcPr marL="0" marR="0" marT="0" marB="0" anchor="ctr">
                    <a:lnL>
                      <a:noFill/>
                    </a:lnL>
                    <a:lnR>
                      <a:noFill/>
                    </a:lnR>
                    <a:lnT>
                      <a:noFill/>
                    </a:lnT>
                    <a:lnB>
                      <a:noFill/>
                    </a:lnB>
                    <a:solidFill>
                      <a:schemeClr val="accent1">
                        <a:lumMod val="40000"/>
                        <a:lumOff val="60000"/>
                      </a:schemeClr>
                    </a:solidFill>
                  </a:tcPr>
                </a:tc>
                <a:tc>
                  <a:txBody>
                    <a:bodyPr/>
                    <a:lstStyle/>
                    <a:p>
                      <a:pPr algn="ctr" fontAlgn="ctr">
                        <a:buNone/>
                      </a:pPr>
                      <a:endParaRPr lang="en-US" sz="1000" b="1" i="1" u="none" strike="noStrike" dirty="0">
                        <a:effectLst/>
                        <a:latin typeface="Arial Narrow" panose="020B0606020202030204" pitchFamily="34" charset="0"/>
                      </a:endParaRPr>
                    </a:p>
                  </a:txBody>
                  <a:tcPr marL="0" marR="0" marT="0" marB="0" anchor="ctr">
                    <a:lnL>
                      <a:noFill/>
                    </a:lnL>
                    <a:lnR>
                      <a:noFill/>
                    </a:lnR>
                    <a:lnT>
                      <a:noFill/>
                    </a:lnT>
                    <a:lnB>
                      <a:noFill/>
                    </a:lnB>
                    <a:solidFill>
                      <a:schemeClr val="accent1">
                        <a:lumMod val="40000"/>
                        <a:lumOff val="60000"/>
                      </a:schemeClr>
                    </a:solidFill>
                  </a:tcPr>
                </a:tc>
                <a:tc>
                  <a:txBody>
                    <a:bodyPr/>
                    <a:lstStyle/>
                    <a:p>
                      <a:pPr algn="ctr" fontAlgn="ctr">
                        <a:buNone/>
                      </a:pPr>
                      <a:endParaRPr lang="en-US" sz="1000" b="1" i="1" u="none" strike="noStrike" dirty="0">
                        <a:effectLst/>
                        <a:latin typeface="Arial Narrow" panose="020B0606020202030204" pitchFamily="34" charset="0"/>
                      </a:endParaRPr>
                    </a:p>
                  </a:txBody>
                  <a:tcPr marL="0" marR="0" marT="0" marB="0" anchor="ctr">
                    <a:lnL>
                      <a:noFill/>
                    </a:lnL>
                    <a:lnR>
                      <a:noFill/>
                    </a:lnR>
                    <a:lnT>
                      <a:noFill/>
                    </a:lnT>
                    <a:lnB>
                      <a:noFill/>
                    </a:lnB>
                    <a:solidFill>
                      <a:schemeClr val="accent1">
                        <a:lumMod val="40000"/>
                        <a:lumOff val="60000"/>
                      </a:schemeClr>
                    </a:solidFill>
                  </a:tcPr>
                </a:tc>
                <a:tc>
                  <a:txBody>
                    <a:bodyPr/>
                    <a:lstStyle/>
                    <a:p>
                      <a:pPr algn="ctr" fontAlgn="ctr">
                        <a:buNone/>
                      </a:pPr>
                      <a:endParaRPr lang="en-US" sz="1000" b="1" i="1" u="none" strike="noStrike" dirty="0">
                        <a:effectLst/>
                        <a:latin typeface="Arial Narrow" panose="020B0606020202030204" pitchFamily="34" charset="0"/>
                      </a:endParaRPr>
                    </a:p>
                  </a:txBody>
                  <a:tcPr marL="0" marR="0" marT="0" marB="0" anchor="ctr">
                    <a:lnL>
                      <a:noFill/>
                    </a:lnL>
                    <a:lnR>
                      <a:noFill/>
                    </a:lnR>
                    <a:lnT>
                      <a:noFill/>
                    </a:lnT>
                    <a:lnB>
                      <a:noFill/>
                    </a:lnB>
                    <a:solidFill>
                      <a:schemeClr val="accent1">
                        <a:lumMod val="40000"/>
                        <a:lumOff val="60000"/>
                      </a:schemeClr>
                    </a:solidFill>
                  </a:tcPr>
                </a:tc>
                <a:tc>
                  <a:txBody>
                    <a:bodyPr/>
                    <a:lstStyle/>
                    <a:p>
                      <a:pPr algn="ctr" fontAlgn="ctr">
                        <a:buNone/>
                      </a:pPr>
                      <a:endParaRPr lang="en-US" sz="1000" b="1" i="1" u="none" strike="noStrike" dirty="0">
                        <a:effectLst/>
                        <a:latin typeface="Arial Narrow" panose="020B0606020202030204" pitchFamily="34" charset="0"/>
                      </a:endParaRPr>
                    </a:p>
                  </a:txBody>
                  <a:tcPr marL="0" marR="0" marT="0" marB="0" anchor="ctr">
                    <a:lnL>
                      <a:noFill/>
                    </a:lnL>
                    <a:lnR>
                      <a:noFill/>
                    </a:lnR>
                    <a:lnT>
                      <a:noFill/>
                    </a:lnT>
                    <a:lnB>
                      <a:noFill/>
                    </a:lnB>
                    <a:solidFill>
                      <a:schemeClr val="accent1">
                        <a:lumMod val="40000"/>
                        <a:lumOff val="60000"/>
                      </a:schemeClr>
                    </a:solidFill>
                  </a:tcPr>
                </a:tc>
                <a:tc>
                  <a:txBody>
                    <a:bodyPr/>
                    <a:lstStyle/>
                    <a:p>
                      <a:pPr algn="ctr" fontAlgn="ctr">
                        <a:buNone/>
                      </a:pPr>
                      <a:endParaRPr lang="en-US" sz="1000" b="1" i="1" u="none" strike="noStrike" dirty="0">
                        <a:effectLst/>
                        <a:latin typeface="Arial Narrow" panose="020B0606020202030204" pitchFamily="34" charset="0"/>
                      </a:endParaRPr>
                    </a:p>
                  </a:txBody>
                  <a:tcPr marL="0" marR="0" marT="0" marB="0" anchor="ctr">
                    <a:lnL>
                      <a:noFill/>
                    </a:lnL>
                    <a:lnR>
                      <a:noFill/>
                    </a:lnR>
                    <a:lnT>
                      <a:noFill/>
                    </a:lnT>
                    <a:lnB>
                      <a:noFill/>
                    </a:lnB>
                    <a:solidFill>
                      <a:schemeClr val="accent1">
                        <a:lumMod val="40000"/>
                        <a:lumOff val="60000"/>
                      </a:schemeClr>
                    </a:solidFill>
                  </a:tcPr>
                </a:tc>
                <a:tc>
                  <a:txBody>
                    <a:bodyPr/>
                    <a:lstStyle/>
                    <a:p>
                      <a:pPr algn="ctr" fontAlgn="ctr">
                        <a:buNone/>
                      </a:pPr>
                      <a:endParaRPr lang="en-US" sz="1000" b="1" i="1" u="none" strike="noStrike" dirty="0">
                        <a:effectLst/>
                        <a:latin typeface="Arial Narrow" panose="020B0606020202030204" pitchFamily="34" charset="0"/>
                      </a:endParaRPr>
                    </a:p>
                  </a:txBody>
                  <a:tcPr marL="0" marR="0" marT="0" marB="0" anchor="ctr">
                    <a:lnL>
                      <a:noFill/>
                    </a:lnL>
                    <a:lnR>
                      <a:noFill/>
                    </a:lnR>
                    <a:lnT>
                      <a:noFill/>
                    </a:lnT>
                    <a:lnB>
                      <a:noFill/>
                    </a:lnB>
                    <a:solidFill>
                      <a:schemeClr val="accent1">
                        <a:lumMod val="40000"/>
                        <a:lumOff val="60000"/>
                      </a:schemeClr>
                    </a:solidFill>
                  </a:tcPr>
                </a:tc>
                <a:tc>
                  <a:txBody>
                    <a:bodyPr/>
                    <a:lstStyle/>
                    <a:p>
                      <a:pPr algn="ctr" fontAlgn="ctr">
                        <a:buNone/>
                      </a:pPr>
                      <a:endParaRPr lang="en-US" sz="1000" b="1" i="0" u="none" strike="noStrike" dirty="0">
                        <a:effectLst/>
                        <a:latin typeface="Arial Narrow" panose="020B0606020202030204" pitchFamily="34" charset="0"/>
                      </a:endParaRPr>
                    </a:p>
                  </a:txBody>
                  <a:tcPr marL="0" marR="0" marT="0" marB="0" anchor="ctr">
                    <a:lnL>
                      <a:noFill/>
                    </a:lnL>
                    <a:lnR>
                      <a:noFill/>
                    </a:lnR>
                    <a:lnT>
                      <a:noFill/>
                    </a:lnT>
                    <a:lnB>
                      <a:noFill/>
                    </a:lnB>
                    <a:solidFill>
                      <a:schemeClr val="accent1">
                        <a:lumMod val="40000"/>
                        <a:lumOff val="60000"/>
                      </a:schemeClr>
                    </a:solidFill>
                  </a:tcPr>
                </a:tc>
                <a:tc>
                  <a:txBody>
                    <a:bodyPr/>
                    <a:lstStyle/>
                    <a:p>
                      <a:pPr algn="ctr" fontAlgn="ctr">
                        <a:buNone/>
                      </a:pPr>
                      <a:endParaRPr lang="en-US" sz="1000" b="1" i="1" u="none" strike="noStrike" dirty="0">
                        <a:effectLst/>
                        <a:latin typeface="Arial Narrow" panose="020B0606020202030204" pitchFamily="34" charset="0"/>
                      </a:endParaRPr>
                    </a:p>
                  </a:txBody>
                  <a:tcPr marL="0" marR="0" marT="0" marB="0" anchor="ctr">
                    <a:lnL>
                      <a:noFill/>
                    </a:lnL>
                    <a:lnR>
                      <a:noFill/>
                    </a:lnR>
                    <a:lnT>
                      <a:noFill/>
                    </a:lnT>
                    <a:lnB>
                      <a:noFill/>
                    </a:lnB>
                    <a:solidFill>
                      <a:schemeClr val="accent1">
                        <a:lumMod val="40000"/>
                        <a:lumOff val="60000"/>
                      </a:schemeClr>
                    </a:solidFill>
                  </a:tcPr>
                </a:tc>
                <a:extLst>
                  <a:ext uri="{0D108BD9-81ED-4DB2-BD59-A6C34878D82A}">
                    <a16:rowId xmlns:a16="http://schemas.microsoft.com/office/drawing/2014/main" val="3977886289"/>
                  </a:ext>
                </a:extLst>
              </a:tr>
              <a:tr h="139796">
                <a:tc>
                  <a:txBody>
                    <a:bodyPr/>
                    <a:lstStyle/>
                    <a:p>
                      <a:pPr algn="l" fontAlgn="ctr">
                        <a:buNone/>
                      </a:pPr>
                      <a:endParaRPr lang="en-US" sz="600" b="0" i="1" u="none" strike="noStrike" dirty="0">
                        <a:solidFill>
                          <a:srgbClr val="FF0000"/>
                        </a:solidFill>
                        <a:effectLst/>
                        <a:latin typeface="Arial Narrow" panose="020B0606020202030204" pitchFamily="34" charset="0"/>
                      </a:endParaRPr>
                    </a:p>
                  </a:txBody>
                  <a:tcPr marL="0" marR="0" marT="0" marB="0" anchor="ctr">
                    <a:lnL>
                      <a:noFill/>
                    </a:lnL>
                    <a:lnR>
                      <a:noFill/>
                    </a:lnR>
                    <a:lnT>
                      <a:noFill/>
                    </a:lnT>
                    <a:lnB>
                      <a:noFill/>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600" b="0" i="1" u="none" strike="noStrike" dirty="0">
                        <a:solidFill>
                          <a:srgbClr val="FF0000"/>
                        </a:solidFill>
                        <a:effectLst/>
                        <a:latin typeface="Arial Narrow" panose="020B0606020202030204" pitchFamily="34" charset="0"/>
                      </a:endParaRPr>
                    </a:p>
                  </a:txBody>
                  <a:tcPr marL="0" marR="0" marT="0" marB="0" anchor="ctr">
                    <a:lnL>
                      <a:noFill/>
                    </a:lnL>
                    <a:lnR>
                      <a:noFill/>
                    </a:lnR>
                    <a:lnT>
                      <a:noFill/>
                    </a:lnT>
                    <a:lnB>
                      <a:noFill/>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600" b="0" i="1" u="none" strike="noStrike" dirty="0">
                        <a:solidFill>
                          <a:srgbClr val="FF0000"/>
                        </a:solidFill>
                        <a:effectLst/>
                        <a:latin typeface="Arial Narrow" panose="020B0606020202030204" pitchFamily="34" charset="0"/>
                      </a:endParaRPr>
                    </a:p>
                  </a:txBody>
                  <a:tcPr marL="0" marR="0" marT="0" marB="0" anchor="ctr">
                    <a:lnL>
                      <a:noFill/>
                    </a:lnL>
                    <a:lnR>
                      <a:noFill/>
                    </a:lnR>
                    <a:lnT>
                      <a:noFill/>
                    </a:lnT>
                    <a:lnB>
                      <a:noFill/>
                    </a:lnB>
                    <a:solidFill>
                      <a:schemeClr val="bg1"/>
                    </a:solidFill>
                  </a:tcPr>
                </a:tc>
                <a:tc>
                  <a:txBody>
                    <a:bodyPr/>
                    <a:lstStyle/>
                    <a:p>
                      <a:pPr algn="l" fontAlgn="ctr">
                        <a:buNone/>
                      </a:pPr>
                      <a:endParaRPr lang="en-US" sz="600" b="0" i="1" u="none" strike="noStrike" dirty="0">
                        <a:solidFill>
                          <a:srgbClr val="FF0000"/>
                        </a:solidFill>
                        <a:effectLst/>
                        <a:latin typeface="Arial Narrow" panose="020B0606020202030204" pitchFamily="34" charset="0"/>
                      </a:endParaRPr>
                    </a:p>
                  </a:txBody>
                  <a:tcPr marL="0" marR="0" marT="0" marB="0" anchor="ctr">
                    <a:lnL>
                      <a:noFill/>
                    </a:lnL>
                    <a:lnR>
                      <a:noFill/>
                    </a:lnR>
                    <a:lnT>
                      <a:noFill/>
                    </a:lnT>
                    <a:lnB>
                      <a:noFill/>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600" b="0" i="1" u="none" strike="noStrike" dirty="0">
                        <a:solidFill>
                          <a:srgbClr val="FF0000"/>
                        </a:solidFill>
                        <a:effectLst/>
                        <a:latin typeface="Arial Narrow" panose="020B0606020202030204" pitchFamily="34" charset="0"/>
                      </a:endParaRPr>
                    </a:p>
                  </a:txBody>
                  <a:tcPr marL="0" marR="0" marT="0" marB="0" anchor="ctr">
                    <a:lnL>
                      <a:noFill/>
                    </a:lnL>
                    <a:lnR>
                      <a:noFill/>
                    </a:lnR>
                    <a:lnT>
                      <a:noFill/>
                    </a:lnT>
                    <a:lnB>
                      <a:noFill/>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600" b="0" i="1" u="none" strike="noStrike" dirty="0">
                        <a:solidFill>
                          <a:srgbClr val="FF0000"/>
                        </a:solidFill>
                        <a:effectLst/>
                        <a:latin typeface="Arial Narrow" panose="020B0606020202030204" pitchFamily="34" charset="0"/>
                      </a:endParaRPr>
                    </a:p>
                  </a:txBody>
                  <a:tcPr marL="0" marR="0" marT="0" marB="0" anchor="ctr">
                    <a:lnL>
                      <a:noFill/>
                    </a:lnL>
                    <a:lnR>
                      <a:noFill/>
                    </a:lnR>
                    <a:lnT>
                      <a:noFill/>
                    </a:lnT>
                    <a:lnB>
                      <a:noFill/>
                    </a:lnB>
                    <a:solidFill>
                      <a:schemeClr val="bg1"/>
                    </a:solidFill>
                  </a:tcPr>
                </a:tc>
                <a:tc>
                  <a:txBody>
                    <a:bodyPr/>
                    <a:lstStyle/>
                    <a:p>
                      <a:pPr algn="l" fontAlgn="ctr">
                        <a:buNone/>
                      </a:pPr>
                      <a:endParaRPr lang="en-US" sz="600" b="0" i="1" u="none" strike="noStrike" dirty="0">
                        <a:solidFill>
                          <a:srgbClr val="FF0000"/>
                        </a:solidFill>
                        <a:effectLst/>
                        <a:latin typeface="Arial Narrow" panose="020B0606020202030204" pitchFamily="34" charset="0"/>
                      </a:endParaRPr>
                    </a:p>
                  </a:txBody>
                  <a:tcPr marL="0" marR="0" marT="0" marB="0" anchor="ctr">
                    <a:lnL>
                      <a:noFill/>
                    </a:lnL>
                    <a:lnR>
                      <a:noFill/>
                    </a:lnR>
                    <a:lnT>
                      <a:noFill/>
                    </a:lnT>
                    <a:lnB>
                      <a:noFill/>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600" b="0" i="1" u="none" strike="noStrike" dirty="0">
                        <a:solidFill>
                          <a:srgbClr val="FF0000"/>
                        </a:solidFill>
                        <a:effectLst/>
                        <a:latin typeface="Arial Narrow" panose="020B0606020202030204" pitchFamily="34" charset="0"/>
                      </a:endParaRPr>
                    </a:p>
                  </a:txBody>
                  <a:tcPr marL="0" marR="0" marT="0" marB="0" anchor="ctr">
                    <a:lnL>
                      <a:noFill/>
                    </a:lnL>
                    <a:lnR>
                      <a:noFill/>
                    </a:lnR>
                    <a:lnT>
                      <a:noFill/>
                    </a:lnT>
                    <a:lnB>
                      <a:noFill/>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600" b="0" i="1" u="none" strike="noStrike" dirty="0">
                        <a:solidFill>
                          <a:srgbClr val="FF0000"/>
                        </a:solidFill>
                        <a:effectLst/>
                        <a:latin typeface="Arial Narrow" panose="020B0606020202030204" pitchFamily="34" charset="0"/>
                      </a:endParaRPr>
                    </a:p>
                  </a:txBody>
                  <a:tcPr marL="0" marR="0" marT="0" marB="0" anchor="ctr">
                    <a:lnL>
                      <a:noFill/>
                    </a:lnL>
                    <a:lnR>
                      <a:noFill/>
                    </a:lnR>
                    <a:lnT>
                      <a:noFill/>
                    </a:lnT>
                    <a:lnB>
                      <a:noFill/>
                    </a:lnB>
                    <a:solidFill>
                      <a:schemeClr val="bg1"/>
                    </a:solidFill>
                  </a:tcPr>
                </a:tc>
                <a:tc>
                  <a:txBody>
                    <a:bodyPr/>
                    <a:lstStyle/>
                    <a:p>
                      <a:pPr algn="l" fontAlgn="ctr">
                        <a:buNone/>
                      </a:pPr>
                      <a:endParaRPr lang="en-US" sz="600" b="0" i="1" u="none" strike="noStrike" dirty="0">
                        <a:solidFill>
                          <a:srgbClr val="FF0000"/>
                        </a:solidFill>
                        <a:effectLst/>
                        <a:latin typeface="Arial Narrow" panose="020B0606020202030204" pitchFamily="34" charset="0"/>
                      </a:endParaRPr>
                    </a:p>
                  </a:txBody>
                  <a:tcPr marL="0" marR="0" marT="0" marB="0" anchor="ctr">
                    <a:lnL>
                      <a:noFill/>
                    </a:lnL>
                    <a:lnR>
                      <a:noFill/>
                    </a:lnR>
                    <a:lnT>
                      <a:noFill/>
                    </a:lnT>
                    <a:lnB>
                      <a:noFill/>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600" b="0" i="1" u="none" strike="noStrike" dirty="0">
                        <a:solidFill>
                          <a:srgbClr val="FF0000"/>
                        </a:solidFill>
                        <a:effectLst/>
                        <a:latin typeface="Arial Narrow" panose="020B0606020202030204" pitchFamily="34" charset="0"/>
                      </a:endParaRPr>
                    </a:p>
                  </a:txBody>
                  <a:tcPr marL="0" marR="0" marT="0" marB="0" anchor="ctr">
                    <a:lnL>
                      <a:noFill/>
                    </a:lnL>
                    <a:lnR>
                      <a:noFill/>
                    </a:lnR>
                    <a:lnT>
                      <a:noFill/>
                    </a:lnT>
                    <a:lnB>
                      <a:noFill/>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600" b="0" i="1" u="none" strike="noStrike" dirty="0">
                        <a:solidFill>
                          <a:srgbClr val="FF0000"/>
                        </a:solidFill>
                        <a:effectLst/>
                        <a:latin typeface="Arial Narrow" panose="020B0606020202030204" pitchFamily="34" charset="0"/>
                      </a:endParaRPr>
                    </a:p>
                  </a:txBody>
                  <a:tcPr marL="0" marR="0" marT="0" marB="0" anchor="ctr">
                    <a:lnL>
                      <a:noFill/>
                    </a:lnL>
                    <a:lnR>
                      <a:noFill/>
                    </a:lnR>
                    <a:lnT>
                      <a:noFill/>
                    </a:lnT>
                    <a:lnB>
                      <a:noFill/>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600" b="0" i="1" u="none" strike="noStrike" dirty="0">
                        <a:solidFill>
                          <a:srgbClr val="FF0000"/>
                        </a:solidFill>
                        <a:effectLst/>
                        <a:latin typeface="Arial Narrow" panose="020B0606020202030204" pitchFamily="34" charset="0"/>
                      </a:endParaRPr>
                    </a:p>
                  </a:txBody>
                  <a:tcPr marL="0" marR="0" marT="0" marB="0" anchor="ctr">
                    <a:lnL>
                      <a:noFill/>
                    </a:lnL>
                    <a:lnR>
                      <a:noFill/>
                    </a:lnR>
                    <a:lnT>
                      <a:noFill/>
                    </a:lnT>
                    <a:lnB>
                      <a:noFill/>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600" b="0" i="1" u="none" strike="noStrike" dirty="0">
                        <a:solidFill>
                          <a:srgbClr val="FF0000"/>
                        </a:solidFill>
                        <a:effectLst/>
                        <a:latin typeface="Arial Narrow" panose="020B0606020202030204" pitchFamily="34" charset="0"/>
                      </a:endParaRPr>
                    </a:p>
                  </a:txBody>
                  <a:tcPr marL="0" marR="0" marT="0" marB="0" anchor="ctr">
                    <a:lnL>
                      <a:noFill/>
                    </a:lnL>
                    <a:lnR>
                      <a:noFill/>
                    </a:lnR>
                    <a:lnT>
                      <a:noFill/>
                    </a:lnT>
                    <a:lnB>
                      <a:noFill/>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600" b="0" i="1" u="none" strike="noStrike" dirty="0">
                        <a:solidFill>
                          <a:srgbClr val="FF0000"/>
                        </a:solidFill>
                        <a:effectLst/>
                        <a:latin typeface="Arial Narrow" panose="020B0606020202030204" pitchFamily="34" charset="0"/>
                      </a:endParaRPr>
                    </a:p>
                  </a:txBody>
                  <a:tcPr marL="0" marR="0" marT="0" marB="0" anchor="ctr">
                    <a:lnL>
                      <a:noFill/>
                    </a:lnL>
                    <a:lnR>
                      <a:noFill/>
                    </a:lnR>
                    <a:lnT>
                      <a:noFill/>
                    </a:lnT>
                    <a:lnB>
                      <a:noFill/>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600" b="0" i="1" u="none" strike="noStrike" dirty="0">
                        <a:solidFill>
                          <a:srgbClr val="FF0000"/>
                        </a:solidFill>
                        <a:effectLst/>
                        <a:latin typeface="Arial Narrow" panose="020B0606020202030204" pitchFamily="34" charset="0"/>
                      </a:endParaRPr>
                    </a:p>
                  </a:txBody>
                  <a:tcPr marL="0" marR="0" marT="0" marB="0" anchor="ctr">
                    <a:lnL>
                      <a:noFill/>
                    </a:lnL>
                    <a:lnR>
                      <a:noFill/>
                    </a:lnR>
                    <a:lnT>
                      <a:noFill/>
                    </a:lnT>
                    <a:lnB>
                      <a:noFill/>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600" b="0" i="1" u="none" strike="noStrike" dirty="0">
                        <a:solidFill>
                          <a:srgbClr val="FF0000"/>
                        </a:solidFill>
                        <a:effectLst/>
                        <a:latin typeface="Arial Narrow" panose="020B0606020202030204" pitchFamily="34" charset="0"/>
                      </a:endParaRPr>
                    </a:p>
                  </a:txBody>
                  <a:tcPr marL="0" marR="0" marT="0" marB="0" anchor="ctr">
                    <a:lnL>
                      <a:noFill/>
                    </a:lnL>
                    <a:lnR>
                      <a:noFill/>
                    </a:lnR>
                    <a:lnT>
                      <a:noFill/>
                    </a:lnT>
                    <a:lnB>
                      <a:noFill/>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600" b="0" i="1" u="none" strike="noStrike" dirty="0">
                        <a:solidFill>
                          <a:srgbClr val="FF0000"/>
                        </a:solidFill>
                        <a:effectLst/>
                        <a:latin typeface="Arial Narrow" panose="020B0606020202030204" pitchFamily="34" charset="0"/>
                      </a:endParaRPr>
                    </a:p>
                  </a:txBody>
                  <a:tcPr marL="0" marR="0" marT="0" marB="0" anchor="ctr">
                    <a:lnL>
                      <a:noFill/>
                    </a:lnL>
                    <a:lnR>
                      <a:noFill/>
                    </a:lnR>
                    <a:lnT>
                      <a:noFill/>
                    </a:lnT>
                    <a:lnB>
                      <a:noFill/>
                    </a:lnB>
                    <a:solidFill>
                      <a:schemeClr val="bg1"/>
                    </a:solidFill>
                  </a:tcPr>
                </a:tc>
                <a:tc>
                  <a:txBody>
                    <a:bodyPr/>
                    <a:lstStyle/>
                    <a:p>
                      <a:pPr algn="l" fontAlgn="ctr">
                        <a:buNone/>
                      </a:pPr>
                      <a:endParaRPr lang="en-US" sz="600" b="0" i="1" u="none" strike="noStrike" dirty="0">
                        <a:solidFill>
                          <a:srgbClr val="FF0000"/>
                        </a:solidFill>
                        <a:effectLst/>
                        <a:latin typeface="Arial Narrow" panose="020B0606020202030204" pitchFamily="34" charset="0"/>
                      </a:endParaRPr>
                    </a:p>
                  </a:txBody>
                  <a:tcPr marL="0" marR="0" marT="0" marB="0" anchor="ctr">
                    <a:lnL>
                      <a:noFill/>
                    </a:lnL>
                    <a:lnR>
                      <a:noFill/>
                    </a:lnR>
                    <a:lnT>
                      <a:noFill/>
                    </a:lnT>
                    <a:lnB>
                      <a:noFill/>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600" b="0" i="1" u="none" strike="noStrike" dirty="0">
                        <a:solidFill>
                          <a:srgbClr val="FF0000"/>
                        </a:solidFill>
                        <a:effectLst/>
                        <a:latin typeface="Arial Narrow" panose="020B0606020202030204" pitchFamily="34" charset="0"/>
                      </a:endParaRPr>
                    </a:p>
                  </a:txBody>
                  <a:tcPr marL="0" marR="0" marT="0" marB="0" anchor="ctr">
                    <a:lnL>
                      <a:noFill/>
                    </a:lnL>
                    <a:lnR>
                      <a:noFill/>
                    </a:lnR>
                    <a:lnT>
                      <a:noFill/>
                    </a:lnT>
                    <a:lnB>
                      <a:noFill/>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600" b="0" i="1" u="none" strike="noStrike" dirty="0">
                        <a:solidFill>
                          <a:srgbClr val="FF0000"/>
                        </a:solidFill>
                        <a:effectLst/>
                        <a:latin typeface="Arial Narrow" panose="020B0606020202030204" pitchFamily="34" charset="0"/>
                      </a:endParaRPr>
                    </a:p>
                  </a:txBody>
                  <a:tcPr marL="0" marR="0" marT="0" marB="0" anchor="ctr">
                    <a:lnL>
                      <a:noFill/>
                    </a:lnL>
                    <a:lnR>
                      <a:noFill/>
                    </a:lnR>
                    <a:lnT>
                      <a:noFill/>
                    </a:lnT>
                    <a:lnB>
                      <a:noFill/>
                    </a:lnB>
                    <a:solidFill>
                      <a:schemeClr val="bg1"/>
                    </a:solidFill>
                  </a:tcPr>
                </a:tc>
                <a:tc>
                  <a:txBody>
                    <a:bodyPr/>
                    <a:lstStyle/>
                    <a:p>
                      <a:pPr algn="l" fontAlgn="ctr">
                        <a:buNone/>
                      </a:pPr>
                      <a:endParaRPr lang="en-US" sz="600" b="0" i="1" u="none" strike="noStrike" dirty="0">
                        <a:solidFill>
                          <a:srgbClr val="FF0000"/>
                        </a:solidFill>
                        <a:effectLst/>
                        <a:latin typeface="Arial Narrow" panose="020B0606020202030204" pitchFamily="34" charset="0"/>
                      </a:endParaRPr>
                    </a:p>
                  </a:txBody>
                  <a:tcPr marL="0" marR="0" marT="0" marB="0" anchor="ctr">
                    <a:lnL>
                      <a:noFill/>
                    </a:lnL>
                    <a:lnR>
                      <a:noFill/>
                    </a:lnR>
                    <a:lnT>
                      <a:noFill/>
                    </a:lnT>
                    <a:lnB>
                      <a:noFill/>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600" b="0" i="1" u="none" strike="noStrike" dirty="0">
                        <a:solidFill>
                          <a:srgbClr val="FF0000"/>
                        </a:solidFill>
                        <a:effectLst/>
                        <a:latin typeface="Arial Narrow" panose="020B0606020202030204" pitchFamily="34" charset="0"/>
                      </a:endParaRPr>
                    </a:p>
                  </a:txBody>
                  <a:tcPr marL="0" marR="0" marT="0" marB="0" anchor="ctr">
                    <a:lnL>
                      <a:noFill/>
                    </a:lnL>
                    <a:lnR>
                      <a:noFill/>
                    </a:lnR>
                    <a:lnT>
                      <a:noFill/>
                    </a:lnT>
                    <a:lnB>
                      <a:noFill/>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600" b="0" i="1" u="none" strike="noStrike" dirty="0">
                        <a:solidFill>
                          <a:srgbClr val="FF0000"/>
                        </a:solidFill>
                        <a:effectLst/>
                        <a:latin typeface="Arial Narrow" panose="020B0606020202030204" pitchFamily="34" charset="0"/>
                      </a:endParaRPr>
                    </a:p>
                  </a:txBody>
                  <a:tcPr marL="0" marR="0" marT="0" marB="0" anchor="ctr">
                    <a:lnL>
                      <a:noFill/>
                    </a:lnL>
                    <a:lnR>
                      <a:noFill/>
                    </a:lnR>
                    <a:lnT>
                      <a:noFill/>
                    </a:lnT>
                    <a:lnB>
                      <a:noFill/>
                    </a:lnB>
                    <a:solidFill>
                      <a:schemeClr val="bg1"/>
                    </a:solidFill>
                  </a:tcPr>
                </a:tc>
                <a:extLst>
                  <a:ext uri="{0D108BD9-81ED-4DB2-BD59-A6C34878D82A}">
                    <a16:rowId xmlns:a16="http://schemas.microsoft.com/office/drawing/2014/main" val="2035467440"/>
                  </a:ext>
                </a:extLst>
              </a:tr>
              <a:tr h="154358">
                <a:tc>
                  <a:txBody>
                    <a:bodyPr/>
                    <a:lstStyle/>
                    <a:p>
                      <a:pPr algn="l" rtl="0" fontAlgn="ctr">
                        <a:buNone/>
                      </a:pPr>
                      <a:endParaRPr lang="en-US" sz="600" b="0" i="1" u="none" strike="noStrike" dirty="0">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dirty="0">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dirty="0">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extLst>
                  <a:ext uri="{0D108BD9-81ED-4DB2-BD59-A6C34878D82A}">
                    <a16:rowId xmlns:a16="http://schemas.microsoft.com/office/drawing/2014/main" val="2036607398"/>
                  </a:ext>
                </a:extLst>
              </a:tr>
              <a:tr h="154358">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dirty="0">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l" rtl="0" fontAlgn="ctr">
                        <a:buNone/>
                      </a:pPr>
                      <a:endParaRPr lang="en-US" sz="600" b="0" i="1" u="none" strike="noStrike" dirty="0">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extLst>
                  <a:ext uri="{0D108BD9-81ED-4DB2-BD59-A6C34878D82A}">
                    <a16:rowId xmlns:a16="http://schemas.microsoft.com/office/drawing/2014/main" val="3677379429"/>
                  </a:ext>
                </a:extLst>
              </a:tr>
              <a:tr h="154358">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l" rtl="0" fontAlgn="ctr">
                        <a:buNone/>
                      </a:pPr>
                      <a:endParaRPr lang="en-US" sz="600" b="0" i="1" u="none" strike="noStrike" dirty="0">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dirty="0">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extLst>
                  <a:ext uri="{0D108BD9-81ED-4DB2-BD59-A6C34878D82A}">
                    <a16:rowId xmlns:a16="http://schemas.microsoft.com/office/drawing/2014/main" val="2387349530"/>
                  </a:ext>
                </a:extLst>
              </a:tr>
              <a:tr h="154358">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extLst>
                  <a:ext uri="{0D108BD9-81ED-4DB2-BD59-A6C34878D82A}">
                    <a16:rowId xmlns:a16="http://schemas.microsoft.com/office/drawing/2014/main" val="3341419041"/>
                  </a:ext>
                </a:extLst>
              </a:tr>
              <a:tr h="154358">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l" rtl="0" fontAlgn="ctr">
                        <a:buNone/>
                      </a:pPr>
                      <a:endParaRPr lang="en-US" sz="600" b="0" i="1" u="none" strike="noStrike" dirty="0">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dirty="0">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extLst>
                  <a:ext uri="{0D108BD9-81ED-4DB2-BD59-A6C34878D82A}">
                    <a16:rowId xmlns:a16="http://schemas.microsoft.com/office/drawing/2014/main" val="277059250"/>
                  </a:ext>
                </a:extLst>
              </a:tr>
              <a:tr h="154358">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l" rtl="0" fontAlgn="ctr">
                        <a:buNone/>
                      </a:pPr>
                      <a:endParaRPr lang="en-US" sz="600" b="0" i="1" u="none" strike="noStrike" dirty="0">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dirty="0">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extLst>
                  <a:ext uri="{0D108BD9-81ED-4DB2-BD59-A6C34878D82A}">
                    <a16:rowId xmlns:a16="http://schemas.microsoft.com/office/drawing/2014/main" val="1766599033"/>
                  </a:ext>
                </a:extLst>
              </a:tr>
              <a:tr h="154358">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dirty="0">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extLst>
                  <a:ext uri="{0D108BD9-81ED-4DB2-BD59-A6C34878D82A}">
                    <a16:rowId xmlns:a16="http://schemas.microsoft.com/office/drawing/2014/main" val="3248084627"/>
                  </a:ext>
                </a:extLst>
              </a:tr>
              <a:tr h="154358">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dirty="0">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extLst>
                  <a:ext uri="{0D108BD9-81ED-4DB2-BD59-A6C34878D82A}">
                    <a16:rowId xmlns:a16="http://schemas.microsoft.com/office/drawing/2014/main" val="2453056191"/>
                  </a:ext>
                </a:extLst>
              </a:tr>
              <a:tr h="154358">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extLst>
                  <a:ext uri="{0D108BD9-81ED-4DB2-BD59-A6C34878D82A}">
                    <a16:rowId xmlns:a16="http://schemas.microsoft.com/office/drawing/2014/main" val="2157480163"/>
                  </a:ext>
                </a:extLst>
              </a:tr>
              <a:tr h="154358">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dirty="0">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dirty="0">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dirty="0">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extLst>
                  <a:ext uri="{0D108BD9-81ED-4DB2-BD59-A6C34878D82A}">
                    <a16:rowId xmlns:a16="http://schemas.microsoft.com/office/drawing/2014/main" val="3926225035"/>
                  </a:ext>
                </a:extLst>
              </a:tr>
              <a:tr h="154358">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dirty="0">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dirty="0">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extLst>
                  <a:ext uri="{0D108BD9-81ED-4DB2-BD59-A6C34878D82A}">
                    <a16:rowId xmlns:a16="http://schemas.microsoft.com/office/drawing/2014/main" val="1727797849"/>
                  </a:ext>
                </a:extLst>
              </a:tr>
              <a:tr h="154358">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extLst>
                  <a:ext uri="{0D108BD9-81ED-4DB2-BD59-A6C34878D82A}">
                    <a16:rowId xmlns:a16="http://schemas.microsoft.com/office/drawing/2014/main" val="464101148"/>
                  </a:ext>
                </a:extLst>
              </a:tr>
              <a:tr h="154358">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l" rtl="0" fontAlgn="ctr">
                        <a:buNone/>
                      </a:pPr>
                      <a:endParaRPr lang="en-US" sz="600" b="0" i="1" u="none" strike="noStrike" dirty="0">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extLst>
                  <a:ext uri="{0D108BD9-81ED-4DB2-BD59-A6C34878D82A}">
                    <a16:rowId xmlns:a16="http://schemas.microsoft.com/office/drawing/2014/main" val="406297223"/>
                  </a:ext>
                </a:extLst>
              </a:tr>
              <a:tr h="154358">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extLst>
                  <a:ext uri="{0D108BD9-81ED-4DB2-BD59-A6C34878D82A}">
                    <a16:rowId xmlns:a16="http://schemas.microsoft.com/office/drawing/2014/main" val="3176379466"/>
                  </a:ext>
                </a:extLst>
              </a:tr>
              <a:tr h="154358">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dirty="0">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dirty="0">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extLst>
                  <a:ext uri="{0D108BD9-81ED-4DB2-BD59-A6C34878D82A}">
                    <a16:rowId xmlns:a16="http://schemas.microsoft.com/office/drawing/2014/main" val="1225260174"/>
                  </a:ext>
                </a:extLst>
              </a:tr>
              <a:tr h="154358">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l" rtl="0" fontAlgn="ctr">
                        <a:buNone/>
                      </a:pPr>
                      <a:endParaRPr lang="en-US" sz="600" b="0" i="1" u="none" strike="noStrike" dirty="0">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dirty="0">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dirty="0">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extLst>
                  <a:ext uri="{0D108BD9-81ED-4DB2-BD59-A6C34878D82A}">
                    <a16:rowId xmlns:a16="http://schemas.microsoft.com/office/drawing/2014/main" val="3185083548"/>
                  </a:ext>
                </a:extLst>
              </a:tr>
              <a:tr h="154358">
                <a:tc>
                  <a:txBody>
                    <a:bodyPr/>
                    <a:lstStyle/>
                    <a:p>
                      <a:pPr algn="l" rtl="0" fontAlgn="ctr">
                        <a:buNone/>
                      </a:pPr>
                      <a:endParaRPr lang="en-US" sz="600" b="0" i="1" u="none" strike="noStrike" dirty="0">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dirty="0">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dirty="0">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extLst>
                  <a:ext uri="{0D108BD9-81ED-4DB2-BD59-A6C34878D82A}">
                    <a16:rowId xmlns:a16="http://schemas.microsoft.com/office/drawing/2014/main" val="3030161774"/>
                  </a:ext>
                </a:extLst>
              </a:tr>
              <a:tr h="154358">
                <a:tc>
                  <a:txBody>
                    <a:bodyPr/>
                    <a:lstStyle/>
                    <a:p>
                      <a:pPr algn="l" rtl="0" fontAlgn="ctr">
                        <a:buNone/>
                      </a:pPr>
                      <a:endParaRPr lang="en-US" sz="600" b="0" i="1" u="none" strike="noStrike" dirty="0">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dirty="0">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dirty="0">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l" rtl="0" fontAlgn="ctr">
                        <a:buNone/>
                      </a:pPr>
                      <a:endParaRPr lang="en-US" sz="600" b="0" i="1" u="none" strike="noStrike" dirty="0">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dirty="0">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extLst>
                  <a:ext uri="{0D108BD9-81ED-4DB2-BD59-A6C34878D82A}">
                    <a16:rowId xmlns:a16="http://schemas.microsoft.com/office/drawing/2014/main" val="461321598"/>
                  </a:ext>
                </a:extLst>
              </a:tr>
              <a:tr h="154358">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dirty="0">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dirty="0">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l" rtl="0" fontAlgn="ctr">
                        <a:buNone/>
                      </a:pPr>
                      <a:endParaRPr lang="en-US" sz="600" b="0" i="1" u="none" strike="noStrike" dirty="0">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dirty="0">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extLst>
                  <a:ext uri="{0D108BD9-81ED-4DB2-BD59-A6C34878D82A}">
                    <a16:rowId xmlns:a16="http://schemas.microsoft.com/office/drawing/2014/main" val="2936928405"/>
                  </a:ext>
                </a:extLst>
              </a:tr>
              <a:tr h="154358">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l" rtl="0" fontAlgn="ctr">
                        <a:buNone/>
                      </a:pPr>
                      <a:endParaRPr lang="en-US" sz="600" b="0" i="1" u="none" strike="noStrike" dirty="0">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dirty="0">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dirty="0">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dirty="0">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extLst>
                  <a:ext uri="{0D108BD9-81ED-4DB2-BD59-A6C34878D82A}">
                    <a16:rowId xmlns:a16="http://schemas.microsoft.com/office/drawing/2014/main" val="3757286195"/>
                  </a:ext>
                </a:extLst>
              </a:tr>
              <a:tr h="154358">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dirty="0">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l" rtl="0" fontAlgn="ctr">
                        <a:buNone/>
                      </a:pPr>
                      <a:endParaRPr lang="en-US" sz="600" b="0" i="1" u="none" strike="noStrike" dirty="0">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dirty="0">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extLst>
                  <a:ext uri="{0D108BD9-81ED-4DB2-BD59-A6C34878D82A}">
                    <a16:rowId xmlns:a16="http://schemas.microsoft.com/office/drawing/2014/main" val="1453439380"/>
                  </a:ext>
                </a:extLst>
              </a:tr>
              <a:tr h="154358">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dirty="0">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l" rtl="0" fontAlgn="ctr">
                        <a:buNone/>
                      </a:pPr>
                      <a:endParaRPr lang="en-US" sz="600" b="0" i="1" u="none" strike="noStrike" dirty="0">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dirty="0">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tc>
                  <a:txBody>
                    <a:bodyPr/>
                    <a:lstStyle/>
                    <a:p>
                      <a:pPr algn="ctr" rtl="0" fontAlgn="ctr">
                        <a:buNone/>
                      </a:pPr>
                      <a:endParaRPr lang="en-US" sz="600" b="0" i="1" u="none" strike="noStrike" dirty="0">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chemeClr val="bg1"/>
                    </a:solidFill>
                  </a:tcPr>
                </a:tc>
                <a:extLst>
                  <a:ext uri="{0D108BD9-81ED-4DB2-BD59-A6C34878D82A}">
                    <a16:rowId xmlns:a16="http://schemas.microsoft.com/office/drawing/2014/main" val="746271416"/>
                  </a:ext>
                </a:extLst>
              </a:tr>
              <a:tr h="191320">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l" rtl="0" fontAlgn="ctr">
                        <a:buNone/>
                      </a:pPr>
                      <a:endParaRPr lang="en-US" sz="600" b="0" i="1" u="none" strike="noStrike" dirty="0">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dirty="0">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dirty="0">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l" rtl="0" fontAlgn="ctr">
                        <a:buNone/>
                      </a:pPr>
                      <a:endParaRPr lang="en-US" sz="600" b="0" i="1" u="none" strike="noStrike" dirty="0">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dirty="0">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a:noFill/>
                    </a:lnB>
                    <a:solidFill>
                      <a:srgbClr val="D9D9D9"/>
                    </a:solidFill>
                  </a:tcPr>
                </a:tc>
                <a:extLst>
                  <a:ext uri="{0D108BD9-81ED-4DB2-BD59-A6C34878D82A}">
                    <a16:rowId xmlns:a16="http://schemas.microsoft.com/office/drawing/2014/main" val="1293103781"/>
                  </a:ext>
                </a:extLst>
              </a:tr>
              <a:tr h="154358">
                <a:tc>
                  <a:txBody>
                    <a:bodyPr/>
                    <a:lstStyle/>
                    <a:p>
                      <a:pPr algn="l" rtl="0" fontAlgn="ctr">
                        <a:buNone/>
                      </a:pPr>
                      <a:endParaRPr lang="en-US" sz="600" b="0" i="1" u="none" strike="noStrike" dirty="0">
                        <a:solidFill>
                          <a:srgbClr val="FF0000"/>
                        </a:solidFill>
                        <a:effectLst/>
                        <a:latin typeface="Arial Narrow" panose="020B0606020202030204" pitchFamily="34" charset="0"/>
                      </a:endParaRPr>
                    </a:p>
                  </a:txBody>
                  <a:tcPr marL="9525" marR="9525" marT="9525" marB="0" anchor="ctr">
                    <a:lnL>
                      <a:noFill/>
                    </a:lnL>
                    <a:lnR>
                      <a:noFill/>
                    </a:lnR>
                    <a:lnT>
                      <a:noFill/>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w="12700" cap="flat" cmpd="sng" algn="ctr">
                      <a:solidFill>
                        <a:schemeClr val="tx1"/>
                      </a:solidFill>
                      <a:prstDash val="solid"/>
                      <a:round/>
                      <a:headEnd type="none" w="med" len="med"/>
                      <a:tailEnd type="none" w="med" len="med"/>
                    </a:lnB>
                    <a:solidFill>
                      <a:schemeClr val="bg1"/>
                    </a:solidFill>
                  </a:tcPr>
                </a:tc>
                <a:tc>
                  <a:txBody>
                    <a:bodyPr/>
                    <a:lstStyle/>
                    <a:p>
                      <a:pPr algn="l" rtl="0" fontAlgn="ctr">
                        <a:buNone/>
                      </a:pPr>
                      <a:endParaRPr lang="en-US" sz="600" b="0" i="1" u="none" strike="noStrike" dirty="0">
                        <a:solidFill>
                          <a:srgbClr val="FF0000"/>
                        </a:solidFill>
                        <a:effectLst/>
                        <a:latin typeface="Arial Narrow" panose="020B0606020202030204" pitchFamily="34" charset="0"/>
                      </a:endParaRPr>
                    </a:p>
                  </a:txBody>
                  <a:tcPr marL="9525" marR="9525" marT="9525" marB="0" anchor="ctr">
                    <a:lnL>
                      <a:noFill/>
                    </a:lnL>
                    <a:lnR>
                      <a:noFill/>
                    </a:lnR>
                    <a:lnT>
                      <a:noFill/>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endParaRPr lang="en-US" sz="600" b="0" i="1" u="none" strike="noStrike" dirty="0">
                        <a:solidFill>
                          <a:srgbClr val="FF0000"/>
                        </a:solidFill>
                        <a:effectLst/>
                        <a:latin typeface="Arial Narrow" panose="020B0606020202030204" pitchFamily="34" charset="0"/>
                      </a:endParaRPr>
                    </a:p>
                  </a:txBody>
                  <a:tcPr marL="9525" marR="9525" marT="9525" marB="0" anchor="ctr">
                    <a:lnL>
                      <a:noFill/>
                    </a:lnL>
                    <a:lnR>
                      <a:noFill/>
                    </a:lnR>
                    <a:lnT>
                      <a:noFill/>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w="12700" cap="flat" cmpd="sng" algn="ctr">
                      <a:solidFill>
                        <a:schemeClr val="tx1"/>
                      </a:solidFill>
                      <a:prstDash val="solid"/>
                      <a:round/>
                      <a:headEnd type="none" w="med" len="med"/>
                      <a:tailEnd type="none" w="med" len="med"/>
                    </a:lnB>
                    <a:solidFill>
                      <a:schemeClr val="bg1"/>
                    </a:solidFill>
                  </a:tcPr>
                </a:tc>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w="12700" cap="flat" cmpd="sng" algn="ctr">
                      <a:solidFill>
                        <a:schemeClr val="tx1"/>
                      </a:solidFill>
                      <a:prstDash val="solid"/>
                      <a:round/>
                      <a:headEnd type="none" w="med" len="med"/>
                      <a:tailEnd type="none" w="med" len="med"/>
                    </a:lnB>
                    <a:solidFill>
                      <a:schemeClr val="bg1"/>
                    </a:solidFill>
                  </a:tcPr>
                </a:tc>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endParaRPr lang="en-US" sz="600" b="0" i="1" u="none" strike="noStrike" dirty="0">
                        <a:solidFill>
                          <a:srgbClr val="FF0000"/>
                        </a:solidFill>
                        <a:effectLst/>
                        <a:latin typeface="Arial Narrow" panose="020B0606020202030204" pitchFamily="34" charset="0"/>
                      </a:endParaRPr>
                    </a:p>
                  </a:txBody>
                  <a:tcPr marL="9525" marR="9525" marT="9525" marB="0" anchor="ctr">
                    <a:lnL>
                      <a:noFill/>
                    </a:lnL>
                    <a:lnR>
                      <a:noFill/>
                    </a:lnR>
                    <a:lnT>
                      <a:noFill/>
                    </a:lnT>
                    <a:lnB w="12700" cap="flat" cmpd="sng" algn="ctr">
                      <a:solidFill>
                        <a:schemeClr val="tx1"/>
                      </a:solidFill>
                      <a:prstDash val="solid"/>
                      <a:round/>
                      <a:headEnd type="none" w="med" len="med"/>
                      <a:tailEnd type="none" w="med" len="med"/>
                    </a:lnB>
                    <a:solidFill>
                      <a:schemeClr val="bg1"/>
                    </a:solidFill>
                  </a:tcPr>
                </a:tc>
                <a:tc>
                  <a:txBody>
                    <a:bodyPr/>
                    <a:lstStyle/>
                    <a:p>
                      <a:pPr algn="l" rtl="0" fontAlgn="ctr">
                        <a:buNone/>
                      </a:pPr>
                      <a:endParaRPr lang="en-US" sz="600" b="0" i="1" u="none" strike="noStrike">
                        <a:solidFill>
                          <a:srgbClr val="FF0000"/>
                        </a:solidFill>
                        <a:effectLst/>
                        <a:latin typeface="Arial Narrow" panose="020B0606020202030204" pitchFamily="34" charset="0"/>
                      </a:endParaRPr>
                    </a:p>
                  </a:txBody>
                  <a:tcPr marL="9525" marR="9525" marT="9525" marB="0" anchor="ctr">
                    <a:lnL>
                      <a:noFill/>
                    </a:lnL>
                    <a:lnR>
                      <a:noFill/>
                    </a:lnR>
                    <a:lnT>
                      <a:noFill/>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endParaRPr lang="en-US" sz="600" b="0" i="1" u="none" strike="noStrike" dirty="0">
                        <a:solidFill>
                          <a:srgbClr val="FF0000"/>
                        </a:solidFill>
                        <a:effectLst/>
                        <a:latin typeface="Arial Narrow" panose="020B0606020202030204" pitchFamily="34" charset="0"/>
                      </a:endParaRPr>
                    </a:p>
                  </a:txBody>
                  <a:tcPr marL="9525" marR="9525" marT="9525" marB="0" anchor="ctr">
                    <a:lnL>
                      <a:noFill/>
                    </a:lnL>
                    <a:lnR>
                      <a:noFill/>
                    </a:lnR>
                    <a:lnT>
                      <a:noFill/>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endParaRPr lang="en-US" sz="600" b="0" i="1" u="none" strike="noStrike" dirty="0">
                        <a:solidFill>
                          <a:srgbClr val="FF0000"/>
                        </a:solidFill>
                        <a:effectLst/>
                        <a:latin typeface="Arial Narrow" panose="020B0606020202030204" pitchFamily="34" charset="0"/>
                      </a:endParaRPr>
                    </a:p>
                  </a:txBody>
                  <a:tcPr marL="9525" marR="9525" marT="9525" marB="0" anchor="ctr">
                    <a:lnL>
                      <a:noFill/>
                    </a:lnL>
                    <a:lnR>
                      <a:noFill/>
                    </a:lnR>
                    <a:lnT>
                      <a:noFill/>
                    </a:lnT>
                    <a:lnB w="12700" cap="flat" cmpd="sng" algn="ctr">
                      <a:solidFill>
                        <a:schemeClr val="tx1"/>
                      </a:solidFill>
                      <a:prstDash val="solid"/>
                      <a:round/>
                      <a:headEnd type="none" w="med" len="med"/>
                      <a:tailEnd type="none" w="med" len="med"/>
                    </a:lnB>
                    <a:solidFill>
                      <a:schemeClr val="bg1"/>
                    </a:solidFill>
                  </a:tcPr>
                </a:tc>
                <a:tc>
                  <a:txBody>
                    <a:bodyPr/>
                    <a:lstStyle/>
                    <a:p>
                      <a:pPr algn="l" rtl="0" fontAlgn="ctr">
                        <a:buNone/>
                      </a:pPr>
                      <a:endParaRPr lang="en-US" sz="600" b="0" i="1" u="none" strike="noStrike" dirty="0">
                        <a:solidFill>
                          <a:srgbClr val="FF0000"/>
                        </a:solidFill>
                        <a:effectLst/>
                        <a:latin typeface="Arial Narrow" panose="020B0606020202030204" pitchFamily="34" charset="0"/>
                      </a:endParaRPr>
                    </a:p>
                  </a:txBody>
                  <a:tcPr marL="9525" marR="9525" marT="9525" marB="0" anchor="ctr">
                    <a:lnL>
                      <a:noFill/>
                    </a:lnL>
                    <a:lnR>
                      <a:noFill/>
                    </a:lnR>
                    <a:lnT>
                      <a:noFill/>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endParaRPr lang="en-US" sz="600" b="0" i="1" u="none" strike="noStrike" dirty="0">
                        <a:solidFill>
                          <a:srgbClr val="FF0000"/>
                        </a:solidFill>
                        <a:effectLst/>
                        <a:latin typeface="Arial Narrow" panose="020B0606020202030204" pitchFamily="34" charset="0"/>
                      </a:endParaRPr>
                    </a:p>
                  </a:txBody>
                  <a:tcPr marL="9525" marR="9525" marT="9525" marB="0" anchor="ctr">
                    <a:lnL>
                      <a:noFill/>
                    </a:lnL>
                    <a:lnR>
                      <a:noFill/>
                    </a:lnR>
                    <a:lnT>
                      <a:noFill/>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endParaRPr lang="en-US" sz="600" b="0" i="1" u="none" strike="noStrike" dirty="0">
                        <a:solidFill>
                          <a:srgbClr val="FF0000"/>
                        </a:solidFill>
                        <a:effectLst/>
                        <a:latin typeface="Arial Narrow" panose="020B0606020202030204" pitchFamily="34" charset="0"/>
                      </a:endParaRPr>
                    </a:p>
                  </a:txBody>
                  <a:tcPr marL="9525" marR="9525" marT="9525" marB="0" anchor="ctr">
                    <a:lnL>
                      <a:noFill/>
                    </a:lnL>
                    <a:lnR>
                      <a:noFill/>
                    </a:lnR>
                    <a:lnT>
                      <a:noFill/>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12216408"/>
                  </a:ext>
                </a:extLst>
              </a:tr>
              <a:tr h="154358">
                <a:tc>
                  <a:txBody>
                    <a:bodyPr/>
                    <a:lstStyle/>
                    <a:p>
                      <a:pPr algn="l" rtl="0" fontAlgn="ctr">
                        <a:buNone/>
                      </a:pPr>
                      <a:endParaRPr lang="en-US" sz="600" b="1" i="1" u="none" strike="noStrike" dirty="0">
                        <a:solidFill>
                          <a:srgbClr val="FF0000"/>
                        </a:solidFill>
                        <a:effectLst/>
                        <a:latin typeface="Arial Narrow" panose="020B0606020202030204" pitchFamily="34" charset="0"/>
                      </a:endParaRPr>
                    </a:p>
                  </a:txBody>
                  <a:tcPr marL="9525" marR="9525" marT="952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a:txBody>
                    <a:bodyPr/>
                    <a:lstStyle/>
                    <a:p>
                      <a:pPr algn="ctr" rtl="0" fontAlgn="ctr">
                        <a:buNone/>
                      </a:pPr>
                      <a:endParaRPr lang="en-US" sz="600" b="1" i="1" u="none" strike="noStrike" dirty="0">
                        <a:solidFill>
                          <a:srgbClr val="FF0000"/>
                        </a:solidFill>
                        <a:effectLst/>
                        <a:latin typeface="Arial Narrow" panose="020B0606020202030204" pitchFamily="34" charset="0"/>
                      </a:endParaRPr>
                    </a:p>
                  </a:txBody>
                  <a:tcPr marL="9525" marR="9525" marT="952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a:txBody>
                    <a:bodyPr/>
                    <a:lstStyle/>
                    <a:p>
                      <a:pPr algn="ctr" rtl="0" fontAlgn="ctr">
                        <a:buNone/>
                      </a:pPr>
                      <a:endParaRPr lang="en-US" sz="600" b="1" i="1" u="none" strike="noStrike" dirty="0">
                        <a:solidFill>
                          <a:srgbClr val="FF0000"/>
                        </a:solidFill>
                        <a:effectLst/>
                        <a:latin typeface="Arial Narrow" panose="020B0606020202030204" pitchFamily="34" charset="0"/>
                      </a:endParaRPr>
                    </a:p>
                  </a:txBody>
                  <a:tcPr marL="9525" marR="9525" marT="952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a:txBody>
                    <a:bodyPr/>
                    <a:lstStyle/>
                    <a:p>
                      <a:pPr algn="l" rtl="0" fontAlgn="ctr">
                        <a:buNone/>
                      </a:pPr>
                      <a:endParaRPr lang="en-US" sz="600" b="1" i="1" u="none" strike="noStrike" dirty="0">
                        <a:solidFill>
                          <a:srgbClr val="FF0000"/>
                        </a:solidFill>
                        <a:effectLst/>
                        <a:latin typeface="Arial Narrow" panose="020B0606020202030204" pitchFamily="34" charset="0"/>
                      </a:endParaRPr>
                    </a:p>
                  </a:txBody>
                  <a:tcPr marL="9525" marR="9525" marT="952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a:txBody>
                    <a:bodyPr/>
                    <a:lstStyle/>
                    <a:p>
                      <a:pPr algn="ctr" rtl="0" fontAlgn="ctr">
                        <a:buNone/>
                      </a:pPr>
                      <a:endParaRPr lang="en-US" sz="600" b="1" i="1" u="none" strike="noStrike" dirty="0">
                        <a:solidFill>
                          <a:srgbClr val="FF0000"/>
                        </a:solidFill>
                        <a:effectLst/>
                        <a:latin typeface="Arial Narrow" panose="020B0606020202030204" pitchFamily="34" charset="0"/>
                      </a:endParaRPr>
                    </a:p>
                  </a:txBody>
                  <a:tcPr marL="9525" marR="9525" marT="952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a:txBody>
                    <a:bodyPr/>
                    <a:lstStyle/>
                    <a:p>
                      <a:pPr algn="ctr" rtl="0" fontAlgn="ctr">
                        <a:buNone/>
                      </a:pPr>
                      <a:endParaRPr lang="en-US" sz="600" b="1" i="1" u="none" strike="noStrike" dirty="0">
                        <a:solidFill>
                          <a:srgbClr val="FF0000"/>
                        </a:solidFill>
                        <a:effectLst/>
                        <a:latin typeface="Arial Narrow" panose="020B0606020202030204" pitchFamily="34" charset="0"/>
                      </a:endParaRPr>
                    </a:p>
                  </a:txBody>
                  <a:tcPr marL="9525" marR="9525" marT="952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a:txBody>
                    <a:bodyPr/>
                    <a:lstStyle/>
                    <a:p>
                      <a:pPr algn="l" rtl="0" fontAlgn="ctr">
                        <a:buNone/>
                      </a:pPr>
                      <a:endParaRPr lang="en-US" sz="600" b="1" i="1" u="none" strike="noStrike" dirty="0">
                        <a:solidFill>
                          <a:srgbClr val="FF0000"/>
                        </a:solidFill>
                        <a:effectLst/>
                        <a:latin typeface="Arial Narrow" panose="020B0606020202030204" pitchFamily="34" charset="0"/>
                      </a:endParaRPr>
                    </a:p>
                  </a:txBody>
                  <a:tcPr marL="9525" marR="9525" marT="952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a:txBody>
                    <a:bodyPr/>
                    <a:lstStyle/>
                    <a:p>
                      <a:pPr algn="ctr" rtl="0" fontAlgn="ctr">
                        <a:buNone/>
                      </a:pPr>
                      <a:endParaRPr lang="en-US" sz="600" b="1" i="1" u="none" strike="noStrike" dirty="0">
                        <a:solidFill>
                          <a:srgbClr val="FF0000"/>
                        </a:solidFill>
                        <a:effectLst/>
                        <a:latin typeface="Arial Narrow" panose="020B0606020202030204" pitchFamily="34" charset="0"/>
                      </a:endParaRPr>
                    </a:p>
                  </a:txBody>
                  <a:tcPr marL="9525" marR="9525" marT="952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a:txBody>
                    <a:bodyPr/>
                    <a:lstStyle/>
                    <a:p>
                      <a:pPr algn="ctr" rtl="0" fontAlgn="ctr">
                        <a:buNone/>
                      </a:pPr>
                      <a:endParaRPr lang="en-US" sz="600" b="1" i="1" u="none" strike="noStrike">
                        <a:solidFill>
                          <a:srgbClr val="FF0000"/>
                        </a:solidFill>
                        <a:effectLst/>
                        <a:latin typeface="Arial Narrow" panose="020B0606020202030204" pitchFamily="34" charset="0"/>
                      </a:endParaRPr>
                    </a:p>
                  </a:txBody>
                  <a:tcPr marL="9525" marR="9525" marT="952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a:txBody>
                    <a:bodyPr/>
                    <a:lstStyle/>
                    <a:p>
                      <a:pPr algn="l" rtl="0" fontAlgn="ctr">
                        <a:buNone/>
                      </a:pPr>
                      <a:endParaRPr lang="en-US" sz="600" b="1" i="1" u="none" strike="noStrike" dirty="0">
                        <a:solidFill>
                          <a:srgbClr val="FF0000"/>
                        </a:solidFill>
                        <a:effectLst/>
                        <a:latin typeface="Arial Narrow" panose="020B0606020202030204" pitchFamily="34" charset="0"/>
                      </a:endParaRPr>
                    </a:p>
                  </a:txBody>
                  <a:tcPr marL="9525" marR="9525" marT="952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a:txBody>
                    <a:bodyPr/>
                    <a:lstStyle/>
                    <a:p>
                      <a:pPr algn="ctr" rtl="0" fontAlgn="ctr">
                        <a:buNone/>
                      </a:pPr>
                      <a:endParaRPr lang="en-US" sz="600" b="1" i="1" u="none" strike="noStrike" dirty="0">
                        <a:solidFill>
                          <a:srgbClr val="FF0000"/>
                        </a:solidFill>
                        <a:effectLst/>
                        <a:latin typeface="Arial Narrow" panose="020B0606020202030204" pitchFamily="34" charset="0"/>
                      </a:endParaRPr>
                    </a:p>
                  </a:txBody>
                  <a:tcPr marL="9525" marR="9525" marT="952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a:txBody>
                    <a:bodyPr/>
                    <a:lstStyle/>
                    <a:p>
                      <a:pPr algn="ctr" rtl="0" fontAlgn="ctr">
                        <a:buNone/>
                      </a:pPr>
                      <a:endParaRPr lang="en-US" sz="600" b="1" i="1" u="none" strike="noStrike" dirty="0">
                        <a:solidFill>
                          <a:srgbClr val="FF0000"/>
                        </a:solidFill>
                        <a:effectLst/>
                        <a:latin typeface="Arial Narrow" panose="020B0606020202030204" pitchFamily="34" charset="0"/>
                      </a:endParaRPr>
                    </a:p>
                  </a:txBody>
                  <a:tcPr marL="9525" marR="9525" marT="952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a:txBody>
                    <a:bodyPr/>
                    <a:lstStyle/>
                    <a:p>
                      <a:pPr algn="ctr" rtl="0" fontAlgn="ctr">
                        <a:buNone/>
                      </a:pPr>
                      <a:endParaRPr lang="en-US" sz="600" b="1" i="1" u="none" strike="noStrike" dirty="0">
                        <a:solidFill>
                          <a:srgbClr val="FF0000"/>
                        </a:solidFill>
                        <a:effectLst/>
                        <a:latin typeface="Arial Narrow" panose="020B0606020202030204" pitchFamily="34" charset="0"/>
                      </a:endParaRPr>
                    </a:p>
                  </a:txBody>
                  <a:tcPr marL="9525" marR="9525" marT="952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a:txBody>
                    <a:bodyPr/>
                    <a:lstStyle/>
                    <a:p>
                      <a:pPr algn="ctr" rtl="0" fontAlgn="ctr">
                        <a:buNone/>
                      </a:pPr>
                      <a:endParaRPr lang="en-US" sz="600" b="1" i="1" u="none" strike="noStrike" dirty="0">
                        <a:solidFill>
                          <a:srgbClr val="FF0000"/>
                        </a:solidFill>
                        <a:effectLst/>
                        <a:latin typeface="Arial Narrow" panose="020B0606020202030204" pitchFamily="34" charset="0"/>
                      </a:endParaRPr>
                    </a:p>
                  </a:txBody>
                  <a:tcPr marL="9525" marR="9525" marT="952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a:txBody>
                    <a:bodyPr/>
                    <a:lstStyle/>
                    <a:p>
                      <a:pPr algn="ctr" rtl="0" fontAlgn="ctr">
                        <a:buNone/>
                      </a:pPr>
                      <a:endParaRPr lang="en-US" sz="600" b="1" i="1" u="none" strike="noStrike" dirty="0">
                        <a:solidFill>
                          <a:srgbClr val="FF0000"/>
                        </a:solidFill>
                        <a:effectLst/>
                        <a:latin typeface="Arial Narrow" panose="020B0606020202030204" pitchFamily="34" charset="0"/>
                      </a:endParaRPr>
                    </a:p>
                  </a:txBody>
                  <a:tcPr marL="9525" marR="9525" marT="952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a:txBody>
                    <a:bodyPr/>
                    <a:lstStyle/>
                    <a:p>
                      <a:pPr algn="ctr" rtl="0" fontAlgn="ctr">
                        <a:buNone/>
                      </a:pPr>
                      <a:endParaRPr lang="en-US" sz="600" b="1" i="1" u="none" strike="noStrike">
                        <a:solidFill>
                          <a:srgbClr val="FF0000"/>
                        </a:solidFill>
                        <a:effectLst/>
                        <a:latin typeface="Arial Narrow" panose="020B0606020202030204" pitchFamily="34" charset="0"/>
                      </a:endParaRPr>
                    </a:p>
                  </a:txBody>
                  <a:tcPr marL="9525" marR="9525" marT="952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a:txBody>
                    <a:bodyPr/>
                    <a:lstStyle/>
                    <a:p>
                      <a:pPr algn="ctr" rtl="0" fontAlgn="ctr">
                        <a:buNone/>
                      </a:pPr>
                      <a:endParaRPr lang="en-US" sz="600" b="1" i="1" u="none" strike="noStrike" dirty="0">
                        <a:solidFill>
                          <a:srgbClr val="FF0000"/>
                        </a:solidFill>
                        <a:effectLst/>
                        <a:latin typeface="Arial Narrow" panose="020B0606020202030204" pitchFamily="34" charset="0"/>
                      </a:endParaRPr>
                    </a:p>
                  </a:txBody>
                  <a:tcPr marL="9525" marR="9525" marT="952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a:txBody>
                    <a:bodyPr/>
                    <a:lstStyle/>
                    <a:p>
                      <a:pPr algn="ctr" rtl="0" fontAlgn="ctr">
                        <a:buNone/>
                      </a:pPr>
                      <a:endParaRPr lang="en-US" sz="600" b="1" i="1" u="none" strike="noStrike">
                        <a:solidFill>
                          <a:srgbClr val="FF0000"/>
                        </a:solidFill>
                        <a:effectLst/>
                        <a:latin typeface="Arial Narrow" panose="020B0606020202030204" pitchFamily="34" charset="0"/>
                      </a:endParaRPr>
                    </a:p>
                  </a:txBody>
                  <a:tcPr marL="9525" marR="9525" marT="952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a:txBody>
                    <a:bodyPr/>
                    <a:lstStyle/>
                    <a:p>
                      <a:pPr algn="l" rtl="0" fontAlgn="ctr">
                        <a:buNone/>
                      </a:pPr>
                      <a:endParaRPr lang="en-US" sz="600" b="1" i="1" u="none" strike="noStrike" dirty="0">
                        <a:solidFill>
                          <a:srgbClr val="FF0000"/>
                        </a:solidFill>
                        <a:effectLst/>
                        <a:latin typeface="Arial Narrow" panose="020B0606020202030204" pitchFamily="34" charset="0"/>
                      </a:endParaRPr>
                    </a:p>
                  </a:txBody>
                  <a:tcPr marL="9525" marR="9525" marT="952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a:txBody>
                    <a:bodyPr/>
                    <a:lstStyle/>
                    <a:p>
                      <a:pPr algn="ctr" rtl="0" fontAlgn="ctr">
                        <a:buNone/>
                      </a:pPr>
                      <a:endParaRPr lang="en-US" sz="600" b="1" i="1" u="none" strike="noStrike" dirty="0">
                        <a:solidFill>
                          <a:srgbClr val="FF0000"/>
                        </a:solidFill>
                        <a:effectLst/>
                        <a:latin typeface="Arial Narrow" panose="020B0606020202030204" pitchFamily="34" charset="0"/>
                      </a:endParaRPr>
                    </a:p>
                  </a:txBody>
                  <a:tcPr marL="9525" marR="9525" marT="952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a:txBody>
                    <a:bodyPr/>
                    <a:lstStyle/>
                    <a:p>
                      <a:pPr algn="ctr" rtl="0" fontAlgn="ctr">
                        <a:buNone/>
                      </a:pPr>
                      <a:endParaRPr lang="en-US" sz="600" b="1" i="1" u="none" strike="noStrike" dirty="0">
                        <a:solidFill>
                          <a:srgbClr val="FF0000"/>
                        </a:solidFill>
                        <a:effectLst/>
                        <a:latin typeface="Arial Narrow" panose="020B0606020202030204" pitchFamily="34" charset="0"/>
                      </a:endParaRPr>
                    </a:p>
                  </a:txBody>
                  <a:tcPr marL="9525" marR="9525" marT="952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a:txBody>
                    <a:bodyPr/>
                    <a:lstStyle/>
                    <a:p>
                      <a:pPr algn="l" rtl="0" fontAlgn="ctr">
                        <a:buNone/>
                      </a:pPr>
                      <a:endParaRPr lang="en-US" sz="600" b="1" i="1" u="none" strike="noStrike" dirty="0">
                        <a:solidFill>
                          <a:srgbClr val="FF0000"/>
                        </a:solidFill>
                        <a:effectLst/>
                        <a:latin typeface="Arial Narrow" panose="020B0606020202030204" pitchFamily="34" charset="0"/>
                      </a:endParaRPr>
                    </a:p>
                  </a:txBody>
                  <a:tcPr marL="9525" marR="9525" marT="952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a:txBody>
                    <a:bodyPr/>
                    <a:lstStyle/>
                    <a:p>
                      <a:pPr algn="ctr" rtl="0" fontAlgn="ctr">
                        <a:buNone/>
                      </a:pPr>
                      <a:endParaRPr lang="en-US" sz="600" b="1" i="1" u="none" strike="noStrike" dirty="0">
                        <a:solidFill>
                          <a:srgbClr val="FF0000"/>
                        </a:solidFill>
                        <a:effectLst/>
                        <a:latin typeface="Arial Narrow" panose="020B0606020202030204" pitchFamily="34" charset="0"/>
                      </a:endParaRPr>
                    </a:p>
                  </a:txBody>
                  <a:tcPr marL="9525" marR="9525" marT="952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a:txBody>
                    <a:bodyPr/>
                    <a:lstStyle/>
                    <a:p>
                      <a:pPr algn="ctr" rtl="0" fontAlgn="ctr">
                        <a:buNone/>
                      </a:pPr>
                      <a:endParaRPr lang="en-US" sz="600" b="1" i="1" u="none" strike="noStrike" dirty="0">
                        <a:solidFill>
                          <a:srgbClr val="FF0000"/>
                        </a:solidFill>
                        <a:effectLst/>
                        <a:latin typeface="Arial Narrow" panose="020B0606020202030204" pitchFamily="34" charset="0"/>
                      </a:endParaRPr>
                    </a:p>
                  </a:txBody>
                  <a:tcPr marL="9525" marR="9525" marT="952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extLst>
                  <a:ext uri="{0D108BD9-81ED-4DB2-BD59-A6C34878D82A}">
                    <a16:rowId xmlns:a16="http://schemas.microsoft.com/office/drawing/2014/main" val="3390520191"/>
                  </a:ext>
                </a:extLst>
              </a:tr>
            </a:tbl>
          </a:graphicData>
        </a:graphic>
      </p:graphicFrame>
    </p:spTree>
    <p:extLst>
      <p:ext uri="{BB962C8B-B14F-4D97-AF65-F5344CB8AC3E}">
        <p14:creationId xmlns:p14="http://schemas.microsoft.com/office/powerpoint/2010/main" val="19539810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ECE899-7026-83B9-A522-5DD18F54538C}"/>
            </a:ext>
          </a:extLst>
        </p:cNvPr>
        <p:cNvGrpSpPr/>
        <p:nvPr/>
      </p:nvGrpSpPr>
      <p:grpSpPr>
        <a:xfrm>
          <a:off x="0" y="0"/>
          <a:ext cx="0" cy="0"/>
          <a:chOff x="0" y="0"/>
          <a:chExt cx="0" cy="0"/>
        </a:xfrm>
      </p:grpSpPr>
      <p:sp>
        <p:nvSpPr>
          <p:cNvPr id="5" name="Google Shape;240;p31">
            <a:extLst>
              <a:ext uri="{FF2B5EF4-FFF2-40B4-BE49-F238E27FC236}">
                <a16:creationId xmlns:a16="http://schemas.microsoft.com/office/drawing/2014/main" id="{DEB06DA3-C95C-B4DF-0455-D6427456A9E0}"/>
              </a:ext>
            </a:extLst>
          </p:cNvPr>
          <p:cNvSpPr/>
          <p:nvPr/>
        </p:nvSpPr>
        <p:spPr>
          <a:xfrm>
            <a:off x="513000" y="669960"/>
            <a:ext cx="8780040" cy="426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0" marR="0" lvl="0" indent="0" algn="l" defTabSz="914400" rtl="0" eaLnBrk="1" fontAlgn="auto" latinLnBrk="0" hangingPunct="1">
              <a:lnSpc>
                <a:spcPct val="140000"/>
              </a:lnSpc>
              <a:spcBef>
                <a:spcPts val="0"/>
              </a:spcBef>
              <a:spcAft>
                <a:spcPts val="0"/>
              </a:spcAft>
              <a:buClrTx/>
              <a:buSzTx/>
              <a:buFontTx/>
              <a:buNone/>
              <a:tabLst>
                <a:tab pos="0" algn="l"/>
              </a:tabLst>
              <a:defRPr/>
            </a:pPr>
            <a:r>
              <a:rPr kumimoji="0" lang="en-US" sz="2000" b="0" i="0" u="none" strike="noStrike" kern="1200" cap="none" spc="0" normalizeH="0" baseline="0" noProof="0" dirty="0">
                <a:ln>
                  <a:noFill/>
                </a:ln>
                <a:solidFill>
                  <a:srgbClr val="FFFFFF"/>
                </a:solidFill>
                <a:effectLst/>
                <a:uLnTx/>
                <a:uFillTx/>
                <a:latin typeface="Century Schoolbook"/>
                <a:ea typeface="Century Schoolbook"/>
                <a:cs typeface="+mn-cs"/>
              </a:rPr>
              <a:t>FINANCIAL RESULTS SUMMARY</a:t>
            </a:r>
            <a:endParaRPr kumimoji="0" lang="en-US" sz="2000" b="0" i="0" u="none" strike="noStrike" kern="1200" cap="none" spc="0" normalizeH="0" baseline="0" noProof="0" dirty="0">
              <a:ln>
                <a:noFill/>
              </a:ln>
              <a:solidFill>
                <a:srgbClr val="000000"/>
              </a:solidFill>
              <a:effectLst/>
              <a:uLnTx/>
              <a:uFillTx/>
              <a:latin typeface="Arial"/>
              <a:ea typeface="+mn-ea"/>
              <a:cs typeface="+mn-cs"/>
            </a:endParaRPr>
          </a:p>
        </p:txBody>
      </p:sp>
      <p:sp>
        <p:nvSpPr>
          <p:cNvPr id="6" name="Google Shape;241;p31">
            <a:extLst>
              <a:ext uri="{FF2B5EF4-FFF2-40B4-BE49-F238E27FC236}">
                <a16:creationId xmlns:a16="http://schemas.microsoft.com/office/drawing/2014/main" id="{A2BE9BC9-A5E5-4942-5731-BB2AC487AEF7}"/>
              </a:ext>
            </a:extLst>
          </p:cNvPr>
          <p:cNvSpPr/>
          <p:nvPr/>
        </p:nvSpPr>
        <p:spPr>
          <a:xfrm>
            <a:off x="513000" y="347400"/>
            <a:ext cx="5699880" cy="243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nSpc>
                <a:spcPts val="2100"/>
              </a:lnSpc>
              <a:spcBef>
                <a:spcPct val="0"/>
              </a:spcBef>
            </a:pPr>
            <a:r>
              <a:rPr lang="en-US" sz="1500" spc="186" dirty="0">
                <a:solidFill>
                  <a:srgbClr val="FFFFFF"/>
                </a:solidFill>
                <a:latin typeface="Century Schoolbook" panose="02040604050505020304" pitchFamily="18" charset="0"/>
                <a:ea typeface="Verdana" panose="020B0604030504040204" pitchFamily="34" charset="0"/>
              </a:rPr>
              <a:t>EXECUTIVE SUMMARY</a:t>
            </a:r>
          </a:p>
        </p:txBody>
      </p:sp>
      <p:sp>
        <p:nvSpPr>
          <p:cNvPr id="7" name="Google Shape;242;p31">
            <a:extLst>
              <a:ext uri="{FF2B5EF4-FFF2-40B4-BE49-F238E27FC236}">
                <a16:creationId xmlns:a16="http://schemas.microsoft.com/office/drawing/2014/main" id="{7CB5C950-526B-8C67-4D4C-9D2BD7B177EF}"/>
              </a:ext>
            </a:extLst>
          </p:cNvPr>
          <p:cNvSpPr/>
          <p:nvPr/>
        </p:nvSpPr>
        <p:spPr>
          <a:xfrm>
            <a:off x="9899640" y="1542960"/>
            <a:ext cx="7881840" cy="7805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lvl="0">
              <a:tabLst>
                <a:tab pos="0" algn="l"/>
              </a:tabLst>
              <a:defRPr/>
            </a:pPr>
            <a:r>
              <a:rPr lang="en-US" sz="1200" b="1" dirty="0" err="1">
                <a:solidFill>
                  <a:srgbClr val="000000"/>
                </a:solidFill>
                <a:latin typeface="Arial" panose="020B0604020202020204" pitchFamily="34" charset="0"/>
                <a:ea typeface="Arial"/>
                <a:cs typeface="Arial" panose="020B0604020202020204" pitchFamily="34" charset="0"/>
              </a:rPr>
              <a:t>iughiuhuhiuh</a:t>
            </a:r>
            <a:endParaRPr kumimoji="0" lang="en-US" sz="12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endParaRPr>
          </a:p>
        </p:txBody>
      </p:sp>
      <p:graphicFrame>
        <p:nvGraphicFramePr>
          <p:cNvPr id="8" name="Google Shape;243;p31">
            <a:extLst>
              <a:ext uri="{FF2B5EF4-FFF2-40B4-BE49-F238E27FC236}">
                <a16:creationId xmlns:a16="http://schemas.microsoft.com/office/drawing/2014/main" id="{171503A8-2C8D-919B-3828-D9F30A0FB25F}"/>
              </a:ext>
            </a:extLst>
          </p:cNvPr>
          <p:cNvGraphicFramePr/>
          <p:nvPr>
            <p:extLst>
              <p:ext uri="{D42A27DB-BD31-4B8C-83A1-F6EECF244321}">
                <p14:modId xmlns:p14="http://schemas.microsoft.com/office/powerpoint/2010/main" val="903167391"/>
              </p:ext>
            </p:extLst>
          </p:nvPr>
        </p:nvGraphicFramePr>
        <p:xfrm>
          <a:off x="503280" y="1542960"/>
          <a:ext cx="7884720" cy="7268040"/>
        </p:xfrm>
        <a:graphic>
          <a:graphicData uri="http://schemas.openxmlformats.org/drawingml/2006/table">
            <a:tbl>
              <a:tblPr/>
              <a:tblGrid>
                <a:gridCol w="6048000">
                  <a:extLst>
                    <a:ext uri="{9D8B030D-6E8A-4147-A177-3AD203B41FA5}">
                      <a16:colId xmlns:a16="http://schemas.microsoft.com/office/drawing/2014/main" val="20000"/>
                    </a:ext>
                  </a:extLst>
                </a:gridCol>
                <a:gridCol w="1836720">
                  <a:extLst>
                    <a:ext uri="{9D8B030D-6E8A-4147-A177-3AD203B41FA5}">
                      <a16:colId xmlns:a16="http://schemas.microsoft.com/office/drawing/2014/main" val="20001"/>
                    </a:ext>
                  </a:extLst>
                </a:gridCol>
              </a:tblGrid>
              <a:tr h="305280">
                <a:tc>
                  <a:txBody>
                    <a:bodyPr/>
                    <a:lstStyle/>
                    <a:p>
                      <a:pPr>
                        <a:lnSpc>
                          <a:spcPct val="100000"/>
                        </a:lnSpc>
                        <a:tabLst>
                          <a:tab pos="0" algn="l"/>
                        </a:tabLst>
                      </a:pPr>
                      <a:endParaRPr lang="en-US" sz="1050" b="0" u="none" strike="noStrike" dirty="0">
                        <a:solidFill>
                          <a:srgbClr val="000000"/>
                        </a:solidFill>
                        <a:uFillTx/>
                        <a:latin typeface="Arial"/>
                      </a:endParaRPr>
                    </a:p>
                  </a:txBody>
                  <a:tcPr anchor="ctr">
                    <a:lnL w="12240">
                      <a:solidFill>
                        <a:srgbClr val="BFBFBF"/>
                      </a:solidFill>
                      <a:prstDash val="solid"/>
                    </a:lnL>
                    <a:lnR w="9360">
                      <a:solidFill>
                        <a:srgbClr val="000000"/>
                      </a:solidFill>
                      <a:prstDash val="solid"/>
                    </a:lnR>
                    <a:lnT w="9360">
                      <a:solidFill>
                        <a:srgbClr val="000000"/>
                      </a:solidFill>
                      <a:prstDash val="solid"/>
                    </a:lnT>
                    <a:lnB w="9360">
                      <a:solidFill>
                        <a:srgbClr val="BFBFBF"/>
                      </a:solidFill>
                      <a:prstDash val="solid"/>
                    </a:lnB>
                    <a:solidFill>
                      <a:srgbClr val="E2A300"/>
                    </a:solidFill>
                  </a:tcPr>
                </a:tc>
                <a:tc>
                  <a:txBody>
                    <a:bodyPr/>
                    <a:lstStyle/>
                    <a:p>
                      <a:pPr algn="ctr">
                        <a:lnSpc>
                          <a:spcPct val="100000"/>
                        </a:lnSpc>
                        <a:tabLst>
                          <a:tab pos="0" algn="l"/>
                        </a:tabLst>
                      </a:pPr>
                      <a:endParaRPr lang="en-US" sz="1050" b="0" u="none" strike="noStrike" dirty="0">
                        <a:solidFill>
                          <a:srgbClr val="FF0000"/>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BFBFBF"/>
                      </a:solidFill>
                      <a:prstDash val="solid"/>
                    </a:lnB>
                    <a:solidFill>
                      <a:srgbClr val="E2A300"/>
                    </a:solidFill>
                  </a:tcPr>
                </a:tc>
                <a:extLst>
                  <a:ext uri="{0D108BD9-81ED-4DB2-BD59-A6C34878D82A}">
                    <a16:rowId xmlns:a16="http://schemas.microsoft.com/office/drawing/2014/main" val="10000"/>
                  </a:ext>
                </a:extLst>
              </a:tr>
              <a:tr h="316440">
                <a:tc>
                  <a:txBody>
                    <a:bodyPr/>
                    <a:lstStyle/>
                    <a:p>
                      <a:pPr>
                        <a:lnSpc>
                          <a:spcPct val="100000"/>
                        </a:lnSpc>
                        <a:tabLst>
                          <a:tab pos="0" algn="l"/>
                        </a:tabLst>
                      </a:pPr>
                      <a:endParaRPr lang="en-US" sz="1050" b="0" u="none" strike="noStrike">
                        <a:solidFill>
                          <a:srgbClr val="000000"/>
                        </a:solidFill>
                        <a:uFillTx/>
                        <a:latin typeface="Arial"/>
                      </a:endParaRPr>
                    </a:p>
                  </a:txBody>
                  <a:tcPr anchor="ctr">
                    <a:lnL w="12240">
                      <a:solidFill>
                        <a:srgbClr val="BFBFBF"/>
                      </a:solidFill>
                      <a:prstDash val="solid"/>
                    </a:lnL>
                    <a:lnR w="9360">
                      <a:solidFill>
                        <a:srgbClr val="BFBFBF"/>
                      </a:solidFill>
                      <a:prstDash val="solid"/>
                    </a:lnR>
                    <a:lnT w="9360">
                      <a:solidFill>
                        <a:srgbClr val="BFBFBF"/>
                      </a:solidFill>
                      <a:prstDash val="solid"/>
                    </a:lnT>
                    <a:lnB w="9360">
                      <a:solidFill>
                        <a:srgbClr val="BFBFBF"/>
                      </a:solidFill>
                      <a:prstDash val="solid"/>
                    </a:lnB>
                    <a:noFill/>
                  </a:tcPr>
                </a:tc>
                <a:tc>
                  <a:txBody>
                    <a:bodyPr/>
                    <a:lstStyle/>
                    <a:p>
                      <a:pPr algn="ctr">
                        <a:lnSpc>
                          <a:spcPct val="100000"/>
                        </a:lnSpc>
                        <a:tabLst>
                          <a:tab pos="0" algn="l"/>
                        </a:tabLst>
                      </a:pPr>
                      <a:endParaRPr lang="en-US" sz="1050" b="0" u="none" strike="noStrike" dirty="0">
                        <a:solidFill>
                          <a:srgbClr val="FF0000"/>
                        </a:solidFill>
                        <a:uFillTx/>
                        <a:latin typeface="Arial"/>
                      </a:endParaRPr>
                    </a:p>
                  </a:txBody>
                  <a:tcPr anchor="ctr">
                    <a:lnL w="9360">
                      <a:solidFill>
                        <a:srgbClr val="BFBFBF"/>
                      </a:solidFill>
                      <a:prstDash val="solid"/>
                    </a:lnL>
                    <a:lnR w="9360">
                      <a:solidFill>
                        <a:srgbClr val="BFBFBF"/>
                      </a:solidFill>
                      <a:prstDash val="solid"/>
                    </a:lnR>
                    <a:lnT w="9360">
                      <a:solidFill>
                        <a:srgbClr val="BFBFBF"/>
                      </a:solidFill>
                      <a:prstDash val="solid"/>
                    </a:lnT>
                    <a:lnB w="9360">
                      <a:solidFill>
                        <a:srgbClr val="BFBFBF"/>
                      </a:solidFill>
                      <a:prstDash val="solid"/>
                    </a:lnB>
                    <a:noFill/>
                  </a:tcPr>
                </a:tc>
                <a:extLst>
                  <a:ext uri="{0D108BD9-81ED-4DB2-BD59-A6C34878D82A}">
                    <a16:rowId xmlns:a16="http://schemas.microsoft.com/office/drawing/2014/main" val="10001"/>
                  </a:ext>
                </a:extLst>
              </a:tr>
              <a:tr h="316440">
                <a:tc>
                  <a:txBody>
                    <a:bodyPr/>
                    <a:lstStyle/>
                    <a:p>
                      <a:pPr>
                        <a:lnSpc>
                          <a:spcPct val="100000"/>
                        </a:lnSpc>
                        <a:tabLst>
                          <a:tab pos="0" algn="l"/>
                        </a:tabLst>
                      </a:pPr>
                      <a:endParaRPr lang="en-US" sz="1050" b="0" u="none" strike="noStrike" dirty="0">
                        <a:solidFill>
                          <a:srgbClr val="000000"/>
                        </a:solidFill>
                        <a:uFillTx/>
                        <a:latin typeface="Arial"/>
                      </a:endParaRPr>
                    </a:p>
                  </a:txBody>
                  <a:tcPr anchor="ctr">
                    <a:lnL w="12240">
                      <a:solidFill>
                        <a:srgbClr val="BFBFBF"/>
                      </a:solidFill>
                      <a:prstDash val="solid"/>
                    </a:lnL>
                    <a:lnR w="9360">
                      <a:solidFill>
                        <a:srgbClr val="BFBFBF"/>
                      </a:solidFill>
                      <a:prstDash val="solid"/>
                    </a:lnR>
                    <a:lnT w="9360">
                      <a:solidFill>
                        <a:srgbClr val="BFBFBF"/>
                      </a:solidFill>
                      <a:prstDash val="solid"/>
                    </a:lnT>
                    <a:lnB w="9360">
                      <a:solidFill>
                        <a:srgbClr val="BFBFBF"/>
                      </a:solidFill>
                      <a:prstDash val="solid"/>
                    </a:lnB>
                    <a:noFill/>
                  </a:tcPr>
                </a:tc>
                <a:tc>
                  <a:txBody>
                    <a:bodyPr/>
                    <a:lstStyle/>
                    <a:p>
                      <a:pPr algn="ctr">
                        <a:lnSpc>
                          <a:spcPct val="100000"/>
                        </a:lnSpc>
                        <a:tabLst>
                          <a:tab pos="0" algn="l"/>
                        </a:tabLst>
                      </a:pPr>
                      <a:endParaRPr lang="en-US" sz="1050" b="0" u="none" strike="noStrike" dirty="0">
                        <a:solidFill>
                          <a:srgbClr val="FF0000"/>
                        </a:solidFill>
                        <a:uFillTx/>
                        <a:latin typeface="Arial"/>
                      </a:endParaRPr>
                    </a:p>
                  </a:txBody>
                  <a:tcPr anchor="ctr">
                    <a:lnL w="9360">
                      <a:solidFill>
                        <a:srgbClr val="BFBFBF"/>
                      </a:solidFill>
                      <a:prstDash val="solid"/>
                    </a:lnL>
                    <a:lnR w="9360">
                      <a:solidFill>
                        <a:srgbClr val="BFBFBF"/>
                      </a:solidFill>
                      <a:prstDash val="solid"/>
                    </a:lnR>
                    <a:lnT w="9360">
                      <a:solidFill>
                        <a:srgbClr val="BFBFBF"/>
                      </a:solidFill>
                      <a:prstDash val="solid"/>
                    </a:lnT>
                    <a:lnB w="9360">
                      <a:solidFill>
                        <a:srgbClr val="BFBFBF"/>
                      </a:solidFill>
                      <a:prstDash val="solid"/>
                    </a:lnB>
                    <a:noFill/>
                  </a:tcPr>
                </a:tc>
                <a:extLst>
                  <a:ext uri="{0D108BD9-81ED-4DB2-BD59-A6C34878D82A}">
                    <a16:rowId xmlns:a16="http://schemas.microsoft.com/office/drawing/2014/main" val="10002"/>
                  </a:ext>
                </a:extLst>
              </a:tr>
              <a:tr h="316440">
                <a:tc>
                  <a:txBody>
                    <a:bodyPr/>
                    <a:lstStyle/>
                    <a:p>
                      <a:pPr>
                        <a:lnSpc>
                          <a:spcPct val="100000"/>
                        </a:lnSpc>
                        <a:tabLst>
                          <a:tab pos="0" algn="l"/>
                        </a:tabLst>
                      </a:pPr>
                      <a:endParaRPr lang="en-US" sz="1050" b="0" u="none" strike="noStrike">
                        <a:solidFill>
                          <a:srgbClr val="FFFFFF"/>
                        </a:solidFill>
                        <a:uFillTx/>
                        <a:latin typeface="Arial"/>
                      </a:endParaRPr>
                    </a:p>
                  </a:txBody>
                  <a:tcPr anchor="ctr">
                    <a:lnL w="12240">
                      <a:solidFill>
                        <a:srgbClr val="BFBFBF"/>
                      </a:solidFill>
                      <a:prstDash val="solid"/>
                    </a:lnL>
                    <a:lnR w="9360">
                      <a:solidFill>
                        <a:srgbClr val="BFBFBF"/>
                      </a:solidFill>
                      <a:prstDash val="solid"/>
                    </a:lnR>
                    <a:lnT w="9360">
                      <a:solidFill>
                        <a:srgbClr val="BFBFBF"/>
                      </a:solidFill>
                      <a:prstDash val="solid"/>
                    </a:lnT>
                    <a:lnB w="9360">
                      <a:solidFill>
                        <a:srgbClr val="BFBFBF"/>
                      </a:solidFill>
                      <a:prstDash val="solid"/>
                    </a:lnB>
                    <a:solidFill>
                      <a:srgbClr val="234874"/>
                    </a:solidFill>
                  </a:tcPr>
                </a:tc>
                <a:tc>
                  <a:txBody>
                    <a:bodyPr/>
                    <a:lstStyle/>
                    <a:p>
                      <a:pPr algn="ctr">
                        <a:lnSpc>
                          <a:spcPct val="100000"/>
                        </a:lnSpc>
                        <a:tabLst>
                          <a:tab pos="0" algn="l"/>
                        </a:tabLst>
                      </a:pPr>
                      <a:endParaRPr lang="en-US" sz="1050" b="1" u="none" strike="noStrike" dirty="0">
                        <a:solidFill>
                          <a:srgbClr val="FF0000"/>
                        </a:solidFill>
                        <a:uFillTx/>
                        <a:latin typeface="Arial"/>
                      </a:endParaRPr>
                    </a:p>
                  </a:txBody>
                  <a:tcPr anchor="ctr">
                    <a:lnL w="9360">
                      <a:solidFill>
                        <a:srgbClr val="BFBFBF"/>
                      </a:solidFill>
                      <a:prstDash val="solid"/>
                    </a:lnL>
                    <a:lnR w="9360">
                      <a:solidFill>
                        <a:srgbClr val="BFBFBF"/>
                      </a:solidFill>
                      <a:prstDash val="solid"/>
                    </a:lnR>
                    <a:lnT w="9360">
                      <a:solidFill>
                        <a:srgbClr val="BFBFBF"/>
                      </a:solidFill>
                      <a:prstDash val="solid"/>
                    </a:lnT>
                    <a:lnB w="9360">
                      <a:solidFill>
                        <a:srgbClr val="BFBFBF"/>
                      </a:solidFill>
                      <a:prstDash val="solid"/>
                    </a:lnB>
                    <a:solidFill>
                      <a:srgbClr val="234874"/>
                    </a:solidFill>
                  </a:tcPr>
                </a:tc>
                <a:extLst>
                  <a:ext uri="{0D108BD9-81ED-4DB2-BD59-A6C34878D82A}">
                    <a16:rowId xmlns:a16="http://schemas.microsoft.com/office/drawing/2014/main" val="10003"/>
                  </a:ext>
                </a:extLst>
              </a:tr>
              <a:tr h="316440">
                <a:tc>
                  <a:txBody>
                    <a:bodyPr/>
                    <a:lstStyle/>
                    <a:p>
                      <a:pPr>
                        <a:lnSpc>
                          <a:spcPct val="100000"/>
                        </a:lnSpc>
                        <a:tabLst>
                          <a:tab pos="0" algn="l"/>
                        </a:tabLst>
                      </a:pPr>
                      <a:endParaRPr lang="en-US" sz="1050" b="0" u="none" strike="noStrike" dirty="0">
                        <a:solidFill>
                          <a:srgbClr val="000000"/>
                        </a:solidFill>
                        <a:uFillTx/>
                        <a:latin typeface="Arial"/>
                      </a:endParaRPr>
                    </a:p>
                  </a:txBody>
                  <a:tcPr anchor="ctr">
                    <a:lnL w="12240">
                      <a:solidFill>
                        <a:srgbClr val="BFBFBF"/>
                      </a:solidFill>
                      <a:prstDash val="solid"/>
                    </a:lnL>
                    <a:lnR w="9360">
                      <a:solidFill>
                        <a:srgbClr val="BFBFBF"/>
                      </a:solidFill>
                      <a:prstDash val="solid"/>
                    </a:lnR>
                    <a:lnT w="9360">
                      <a:solidFill>
                        <a:srgbClr val="BFBFBF"/>
                      </a:solidFill>
                      <a:prstDash val="solid"/>
                    </a:lnT>
                    <a:lnB w="9360">
                      <a:solidFill>
                        <a:srgbClr val="BFBFBF"/>
                      </a:solidFill>
                      <a:prstDash val="solid"/>
                    </a:lnB>
                    <a:noFill/>
                  </a:tcPr>
                </a:tc>
                <a:tc>
                  <a:txBody>
                    <a:bodyPr/>
                    <a:lstStyle/>
                    <a:p>
                      <a:pPr algn="ctr">
                        <a:lnSpc>
                          <a:spcPct val="100000"/>
                        </a:lnSpc>
                        <a:tabLst>
                          <a:tab pos="0" algn="l"/>
                        </a:tabLst>
                      </a:pPr>
                      <a:endParaRPr lang="en-US" sz="1050" b="0" u="none" strike="noStrike" dirty="0">
                        <a:solidFill>
                          <a:srgbClr val="FF0000"/>
                        </a:solidFill>
                        <a:uFillTx/>
                        <a:latin typeface="Arial"/>
                      </a:endParaRPr>
                    </a:p>
                  </a:txBody>
                  <a:tcPr anchor="ctr">
                    <a:lnL w="9360">
                      <a:solidFill>
                        <a:srgbClr val="BFBFBF"/>
                      </a:solidFill>
                      <a:prstDash val="solid"/>
                    </a:lnL>
                    <a:lnR w="9360">
                      <a:solidFill>
                        <a:srgbClr val="BFBFBF"/>
                      </a:solidFill>
                      <a:prstDash val="solid"/>
                    </a:lnR>
                    <a:lnT w="9360">
                      <a:solidFill>
                        <a:srgbClr val="BFBFBF"/>
                      </a:solidFill>
                      <a:prstDash val="solid"/>
                    </a:lnT>
                    <a:lnB w="9360">
                      <a:solidFill>
                        <a:srgbClr val="BFBFBF"/>
                      </a:solidFill>
                      <a:prstDash val="solid"/>
                    </a:lnB>
                    <a:noFill/>
                  </a:tcPr>
                </a:tc>
                <a:extLst>
                  <a:ext uri="{0D108BD9-81ED-4DB2-BD59-A6C34878D82A}">
                    <a16:rowId xmlns:a16="http://schemas.microsoft.com/office/drawing/2014/main" val="10004"/>
                  </a:ext>
                </a:extLst>
              </a:tr>
              <a:tr h="316440">
                <a:tc>
                  <a:txBody>
                    <a:bodyPr/>
                    <a:lstStyle/>
                    <a:p>
                      <a:pPr>
                        <a:lnSpc>
                          <a:spcPct val="100000"/>
                        </a:lnSpc>
                        <a:tabLst>
                          <a:tab pos="0" algn="l"/>
                        </a:tabLst>
                      </a:pPr>
                      <a:endParaRPr lang="en-US" sz="1050" b="0" u="none" strike="noStrike">
                        <a:solidFill>
                          <a:srgbClr val="FFFFFF"/>
                        </a:solidFill>
                        <a:uFillTx/>
                        <a:latin typeface="Arial"/>
                      </a:endParaRPr>
                    </a:p>
                  </a:txBody>
                  <a:tcPr anchor="ctr">
                    <a:lnL w="12240">
                      <a:solidFill>
                        <a:srgbClr val="BFBFBF"/>
                      </a:solidFill>
                      <a:prstDash val="solid"/>
                    </a:lnL>
                    <a:lnR w="9360">
                      <a:solidFill>
                        <a:srgbClr val="BFBFBF"/>
                      </a:solidFill>
                      <a:prstDash val="solid"/>
                    </a:lnR>
                    <a:lnT w="9360">
                      <a:solidFill>
                        <a:srgbClr val="BFBFBF"/>
                      </a:solidFill>
                      <a:prstDash val="solid"/>
                    </a:lnT>
                    <a:lnB w="9360">
                      <a:solidFill>
                        <a:srgbClr val="BFBFBF"/>
                      </a:solidFill>
                      <a:prstDash val="solid"/>
                    </a:lnB>
                    <a:solidFill>
                      <a:srgbClr val="234874"/>
                    </a:solidFill>
                  </a:tcPr>
                </a:tc>
                <a:tc>
                  <a:txBody>
                    <a:bodyPr/>
                    <a:lstStyle/>
                    <a:p>
                      <a:pPr algn="ctr">
                        <a:lnSpc>
                          <a:spcPct val="100000"/>
                        </a:lnSpc>
                        <a:tabLst>
                          <a:tab pos="0" algn="l"/>
                        </a:tabLst>
                      </a:pPr>
                      <a:endParaRPr lang="en-US" sz="1050" b="1" u="none" strike="noStrike" dirty="0">
                        <a:solidFill>
                          <a:srgbClr val="FF0000"/>
                        </a:solidFill>
                        <a:uFillTx/>
                        <a:latin typeface="Arial"/>
                      </a:endParaRPr>
                    </a:p>
                  </a:txBody>
                  <a:tcPr anchor="ctr">
                    <a:lnL w="9360">
                      <a:solidFill>
                        <a:srgbClr val="BFBFBF"/>
                      </a:solidFill>
                      <a:prstDash val="solid"/>
                    </a:lnL>
                    <a:lnR w="9360">
                      <a:solidFill>
                        <a:srgbClr val="BFBFBF"/>
                      </a:solidFill>
                      <a:prstDash val="solid"/>
                    </a:lnR>
                    <a:lnT w="9360">
                      <a:solidFill>
                        <a:srgbClr val="BFBFBF"/>
                      </a:solidFill>
                      <a:prstDash val="solid"/>
                    </a:lnT>
                    <a:lnB w="9360">
                      <a:solidFill>
                        <a:srgbClr val="BFBFBF"/>
                      </a:solidFill>
                      <a:prstDash val="solid"/>
                    </a:lnB>
                    <a:solidFill>
                      <a:srgbClr val="234874"/>
                    </a:solidFill>
                  </a:tcPr>
                </a:tc>
                <a:extLst>
                  <a:ext uri="{0D108BD9-81ED-4DB2-BD59-A6C34878D82A}">
                    <a16:rowId xmlns:a16="http://schemas.microsoft.com/office/drawing/2014/main" val="10005"/>
                  </a:ext>
                </a:extLst>
              </a:tr>
              <a:tr h="316440">
                <a:tc>
                  <a:txBody>
                    <a:bodyPr/>
                    <a:lstStyle/>
                    <a:p>
                      <a:pPr>
                        <a:lnSpc>
                          <a:spcPct val="100000"/>
                        </a:lnSpc>
                        <a:tabLst>
                          <a:tab pos="0" algn="l"/>
                        </a:tabLst>
                      </a:pPr>
                      <a:endParaRPr lang="en-US" sz="1050" b="0" u="none" strike="noStrike" dirty="0">
                        <a:solidFill>
                          <a:srgbClr val="000000"/>
                        </a:solidFill>
                        <a:uFillTx/>
                        <a:latin typeface="Arial"/>
                      </a:endParaRPr>
                    </a:p>
                  </a:txBody>
                  <a:tcPr anchor="ctr">
                    <a:lnL w="12240">
                      <a:solidFill>
                        <a:srgbClr val="BFBFBF"/>
                      </a:solidFill>
                      <a:prstDash val="solid"/>
                    </a:lnL>
                    <a:lnR w="9360">
                      <a:solidFill>
                        <a:srgbClr val="BFBFBF"/>
                      </a:solidFill>
                      <a:prstDash val="solid"/>
                    </a:lnR>
                    <a:lnT w="9360">
                      <a:solidFill>
                        <a:srgbClr val="BFBFBF"/>
                      </a:solidFill>
                      <a:prstDash val="solid"/>
                    </a:lnT>
                    <a:lnB w="9360">
                      <a:solidFill>
                        <a:srgbClr val="BFBFBF"/>
                      </a:solidFill>
                      <a:prstDash val="solid"/>
                    </a:lnB>
                    <a:noFill/>
                  </a:tcPr>
                </a:tc>
                <a:tc>
                  <a:txBody>
                    <a:bodyPr/>
                    <a:lstStyle/>
                    <a:p>
                      <a:pPr algn="ctr">
                        <a:lnSpc>
                          <a:spcPct val="100000"/>
                        </a:lnSpc>
                        <a:tabLst>
                          <a:tab pos="0" algn="l"/>
                        </a:tabLst>
                      </a:pPr>
                      <a:endParaRPr lang="en-US" sz="1050" b="0" u="none" strike="noStrike" dirty="0">
                        <a:solidFill>
                          <a:srgbClr val="FF0000"/>
                        </a:solidFill>
                        <a:uFillTx/>
                        <a:latin typeface="Arial"/>
                      </a:endParaRPr>
                    </a:p>
                  </a:txBody>
                  <a:tcPr anchor="ctr">
                    <a:lnL w="9360">
                      <a:solidFill>
                        <a:srgbClr val="BFBFBF"/>
                      </a:solidFill>
                      <a:prstDash val="solid"/>
                    </a:lnL>
                    <a:lnR w="9360">
                      <a:solidFill>
                        <a:srgbClr val="BFBFBF"/>
                      </a:solidFill>
                      <a:prstDash val="solid"/>
                    </a:lnR>
                    <a:lnT w="9360">
                      <a:solidFill>
                        <a:srgbClr val="BFBFBF"/>
                      </a:solidFill>
                      <a:prstDash val="solid"/>
                    </a:lnT>
                    <a:lnB w="9360">
                      <a:solidFill>
                        <a:srgbClr val="BFBFBF"/>
                      </a:solidFill>
                      <a:prstDash val="solid"/>
                    </a:lnB>
                    <a:noFill/>
                  </a:tcPr>
                </a:tc>
                <a:extLst>
                  <a:ext uri="{0D108BD9-81ED-4DB2-BD59-A6C34878D82A}">
                    <a16:rowId xmlns:a16="http://schemas.microsoft.com/office/drawing/2014/main" val="10006"/>
                  </a:ext>
                </a:extLst>
              </a:tr>
              <a:tr h="316440">
                <a:tc>
                  <a:txBody>
                    <a:bodyPr/>
                    <a:lstStyle/>
                    <a:p>
                      <a:pPr>
                        <a:lnSpc>
                          <a:spcPct val="100000"/>
                        </a:lnSpc>
                        <a:tabLst>
                          <a:tab pos="0" algn="l"/>
                        </a:tabLst>
                      </a:pPr>
                      <a:endParaRPr lang="en-US" sz="1050" b="0" u="none" strike="noStrike">
                        <a:solidFill>
                          <a:srgbClr val="000000"/>
                        </a:solidFill>
                        <a:uFillTx/>
                        <a:latin typeface="Arial"/>
                      </a:endParaRPr>
                    </a:p>
                  </a:txBody>
                  <a:tcPr anchor="ctr">
                    <a:lnL w="12240">
                      <a:solidFill>
                        <a:srgbClr val="BFBFBF"/>
                      </a:solidFill>
                      <a:prstDash val="solid"/>
                    </a:lnL>
                    <a:lnR w="9360">
                      <a:solidFill>
                        <a:srgbClr val="BFBFBF"/>
                      </a:solidFill>
                      <a:prstDash val="solid"/>
                    </a:lnR>
                    <a:lnT w="9360">
                      <a:solidFill>
                        <a:srgbClr val="BFBFBF"/>
                      </a:solidFill>
                      <a:prstDash val="solid"/>
                    </a:lnT>
                    <a:lnB w="9360">
                      <a:solidFill>
                        <a:srgbClr val="BFBFBF"/>
                      </a:solidFill>
                      <a:prstDash val="solid"/>
                    </a:lnB>
                    <a:noFill/>
                  </a:tcPr>
                </a:tc>
                <a:tc>
                  <a:txBody>
                    <a:bodyPr/>
                    <a:lstStyle/>
                    <a:p>
                      <a:pPr algn="ctr">
                        <a:lnSpc>
                          <a:spcPct val="100000"/>
                        </a:lnSpc>
                        <a:tabLst>
                          <a:tab pos="0" algn="l"/>
                        </a:tabLst>
                      </a:pPr>
                      <a:endParaRPr lang="en-US" sz="1050" b="0" u="none" strike="noStrike" dirty="0">
                        <a:solidFill>
                          <a:srgbClr val="FF0000"/>
                        </a:solidFill>
                        <a:uFillTx/>
                        <a:latin typeface="Arial"/>
                      </a:endParaRPr>
                    </a:p>
                  </a:txBody>
                  <a:tcPr anchor="ctr">
                    <a:lnL w="9360">
                      <a:solidFill>
                        <a:srgbClr val="BFBFBF"/>
                      </a:solidFill>
                      <a:prstDash val="solid"/>
                    </a:lnL>
                    <a:lnR w="9360">
                      <a:solidFill>
                        <a:srgbClr val="BFBFBF"/>
                      </a:solidFill>
                      <a:prstDash val="solid"/>
                    </a:lnR>
                    <a:lnT w="9360">
                      <a:solidFill>
                        <a:srgbClr val="BFBFBF"/>
                      </a:solidFill>
                      <a:prstDash val="solid"/>
                    </a:lnT>
                    <a:lnB w="9360">
                      <a:solidFill>
                        <a:srgbClr val="BFBFBF"/>
                      </a:solidFill>
                      <a:prstDash val="solid"/>
                    </a:lnB>
                    <a:noFill/>
                  </a:tcPr>
                </a:tc>
                <a:extLst>
                  <a:ext uri="{0D108BD9-81ED-4DB2-BD59-A6C34878D82A}">
                    <a16:rowId xmlns:a16="http://schemas.microsoft.com/office/drawing/2014/main" val="10007"/>
                  </a:ext>
                </a:extLst>
              </a:tr>
              <a:tr h="316440">
                <a:tc>
                  <a:txBody>
                    <a:bodyPr/>
                    <a:lstStyle/>
                    <a:p>
                      <a:pPr>
                        <a:lnSpc>
                          <a:spcPct val="100000"/>
                        </a:lnSpc>
                        <a:tabLst>
                          <a:tab pos="0" algn="l"/>
                        </a:tabLst>
                      </a:pPr>
                      <a:endParaRPr lang="en-US" sz="1050" b="0" u="none" strike="noStrike" dirty="0">
                        <a:solidFill>
                          <a:srgbClr val="000000"/>
                        </a:solidFill>
                        <a:uFillTx/>
                        <a:latin typeface="Arial"/>
                      </a:endParaRPr>
                    </a:p>
                  </a:txBody>
                  <a:tcPr anchor="ctr">
                    <a:lnL w="12240">
                      <a:solidFill>
                        <a:srgbClr val="BFBFBF"/>
                      </a:solidFill>
                      <a:prstDash val="solid"/>
                    </a:lnL>
                    <a:lnR w="9360">
                      <a:solidFill>
                        <a:srgbClr val="BFBFBF"/>
                      </a:solidFill>
                      <a:prstDash val="solid"/>
                    </a:lnR>
                    <a:lnT w="9360">
                      <a:solidFill>
                        <a:srgbClr val="BFBFBF"/>
                      </a:solidFill>
                      <a:prstDash val="solid"/>
                    </a:lnT>
                    <a:lnB w="9360">
                      <a:solidFill>
                        <a:srgbClr val="BFBFBF"/>
                      </a:solidFill>
                      <a:prstDash val="solid"/>
                    </a:lnB>
                    <a:noFill/>
                  </a:tcPr>
                </a:tc>
                <a:tc>
                  <a:txBody>
                    <a:bodyPr/>
                    <a:lstStyle/>
                    <a:p>
                      <a:pPr algn="ctr">
                        <a:lnSpc>
                          <a:spcPct val="100000"/>
                        </a:lnSpc>
                        <a:tabLst>
                          <a:tab pos="0" algn="l"/>
                        </a:tabLst>
                      </a:pPr>
                      <a:endParaRPr lang="en-US" sz="1050" b="0" u="none" strike="noStrike" dirty="0">
                        <a:solidFill>
                          <a:srgbClr val="FF0000"/>
                        </a:solidFill>
                        <a:uFillTx/>
                        <a:latin typeface="Arial"/>
                      </a:endParaRPr>
                    </a:p>
                  </a:txBody>
                  <a:tcPr anchor="ctr">
                    <a:lnL w="9360">
                      <a:solidFill>
                        <a:srgbClr val="BFBFBF"/>
                      </a:solidFill>
                      <a:prstDash val="solid"/>
                    </a:lnL>
                    <a:lnR w="9360">
                      <a:solidFill>
                        <a:srgbClr val="BFBFBF"/>
                      </a:solidFill>
                      <a:prstDash val="solid"/>
                    </a:lnR>
                    <a:lnT w="9360">
                      <a:solidFill>
                        <a:srgbClr val="BFBFBF"/>
                      </a:solidFill>
                      <a:prstDash val="solid"/>
                    </a:lnT>
                    <a:lnB w="9360">
                      <a:solidFill>
                        <a:srgbClr val="BFBFBF"/>
                      </a:solidFill>
                      <a:prstDash val="solid"/>
                    </a:lnB>
                    <a:noFill/>
                  </a:tcPr>
                </a:tc>
                <a:extLst>
                  <a:ext uri="{0D108BD9-81ED-4DB2-BD59-A6C34878D82A}">
                    <a16:rowId xmlns:a16="http://schemas.microsoft.com/office/drawing/2014/main" val="10008"/>
                  </a:ext>
                </a:extLst>
              </a:tr>
              <a:tr h="316440">
                <a:tc>
                  <a:txBody>
                    <a:bodyPr/>
                    <a:lstStyle/>
                    <a:p>
                      <a:pPr>
                        <a:lnSpc>
                          <a:spcPct val="100000"/>
                        </a:lnSpc>
                        <a:tabLst>
                          <a:tab pos="0" algn="l"/>
                        </a:tabLst>
                      </a:pPr>
                      <a:endParaRPr lang="en-US" sz="1050" b="0" u="none" strike="noStrike">
                        <a:solidFill>
                          <a:srgbClr val="000000"/>
                        </a:solidFill>
                        <a:uFillTx/>
                        <a:latin typeface="Arial"/>
                      </a:endParaRPr>
                    </a:p>
                  </a:txBody>
                  <a:tcPr anchor="ctr">
                    <a:lnL w="12240">
                      <a:solidFill>
                        <a:srgbClr val="BFBFBF"/>
                      </a:solidFill>
                      <a:prstDash val="solid"/>
                    </a:lnL>
                    <a:lnR w="9360">
                      <a:solidFill>
                        <a:srgbClr val="BFBFBF"/>
                      </a:solidFill>
                      <a:prstDash val="solid"/>
                    </a:lnR>
                    <a:lnT w="9360">
                      <a:solidFill>
                        <a:srgbClr val="BFBFBF"/>
                      </a:solidFill>
                      <a:prstDash val="solid"/>
                    </a:lnT>
                    <a:lnB w="9360">
                      <a:solidFill>
                        <a:srgbClr val="BFBFBF"/>
                      </a:solidFill>
                      <a:prstDash val="solid"/>
                    </a:lnB>
                    <a:noFill/>
                  </a:tcPr>
                </a:tc>
                <a:tc>
                  <a:txBody>
                    <a:bodyPr/>
                    <a:lstStyle/>
                    <a:p>
                      <a:pPr algn="ctr">
                        <a:lnSpc>
                          <a:spcPct val="100000"/>
                        </a:lnSpc>
                        <a:tabLst>
                          <a:tab pos="0" algn="l"/>
                        </a:tabLst>
                      </a:pPr>
                      <a:endParaRPr lang="en-US" sz="1050" b="0" u="none" strike="noStrike">
                        <a:solidFill>
                          <a:srgbClr val="FF0000"/>
                        </a:solidFill>
                        <a:uFillTx/>
                        <a:latin typeface="Arial"/>
                      </a:endParaRPr>
                    </a:p>
                  </a:txBody>
                  <a:tcPr anchor="ctr">
                    <a:lnL w="9360">
                      <a:solidFill>
                        <a:srgbClr val="BFBFBF"/>
                      </a:solidFill>
                      <a:prstDash val="solid"/>
                    </a:lnL>
                    <a:lnR w="9360">
                      <a:solidFill>
                        <a:srgbClr val="BFBFBF"/>
                      </a:solidFill>
                      <a:prstDash val="solid"/>
                    </a:lnR>
                    <a:lnT w="9360">
                      <a:solidFill>
                        <a:srgbClr val="BFBFBF"/>
                      </a:solidFill>
                      <a:prstDash val="solid"/>
                    </a:lnT>
                    <a:lnB w="9360">
                      <a:solidFill>
                        <a:srgbClr val="BFBFBF"/>
                      </a:solidFill>
                      <a:prstDash val="solid"/>
                    </a:lnB>
                    <a:noFill/>
                  </a:tcPr>
                </a:tc>
                <a:extLst>
                  <a:ext uri="{0D108BD9-81ED-4DB2-BD59-A6C34878D82A}">
                    <a16:rowId xmlns:a16="http://schemas.microsoft.com/office/drawing/2014/main" val="10009"/>
                  </a:ext>
                </a:extLst>
              </a:tr>
              <a:tr h="316440">
                <a:tc>
                  <a:txBody>
                    <a:bodyPr/>
                    <a:lstStyle/>
                    <a:p>
                      <a:pPr>
                        <a:lnSpc>
                          <a:spcPct val="100000"/>
                        </a:lnSpc>
                        <a:tabLst>
                          <a:tab pos="0" algn="l"/>
                        </a:tabLst>
                      </a:pPr>
                      <a:endParaRPr lang="en-US" sz="1050" b="0" u="none" strike="noStrike" dirty="0">
                        <a:solidFill>
                          <a:srgbClr val="000000"/>
                        </a:solidFill>
                        <a:uFillTx/>
                        <a:latin typeface="Arial"/>
                      </a:endParaRPr>
                    </a:p>
                  </a:txBody>
                  <a:tcPr anchor="ctr">
                    <a:lnL w="12240">
                      <a:solidFill>
                        <a:srgbClr val="BFBFBF"/>
                      </a:solidFill>
                      <a:prstDash val="solid"/>
                    </a:lnL>
                    <a:lnR w="9360">
                      <a:solidFill>
                        <a:srgbClr val="BFBFBF"/>
                      </a:solidFill>
                      <a:prstDash val="solid"/>
                    </a:lnR>
                    <a:lnT w="9360">
                      <a:solidFill>
                        <a:srgbClr val="BFBFBF"/>
                      </a:solidFill>
                      <a:prstDash val="solid"/>
                    </a:lnT>
                    <a:lnB w="9360">
                      <a:solidFill>
                        <a:srgbClr val="BFBFBF"/>
                      </a:solidFill>
                      <a:prstDash val="solid"/>
                    </a:lnB>
                    <a:noFill/>
                  </a:tcPr>
                </a:tc>
                <a:tc>
                  <a:txBody>
                    <a:bodyPr/>
                    <a:lstStyle/>
                    <a:p>
                      <a:pPr algn="ctr">
                        <a:lnSpc>
                          <a:spcPct val="100000"/>
                        </a:lnSpc>
                        <a:tabLst>
                          <a:tab pos="0" algn="l"/>
                        </a:tabLst>
                      </a:pPr>
                      <a:endParaRPr lang="en-US" sz="1050" b="0" u="none" strike="noStrike" dirty="0">
                        <a:solidFill>
                          <a:srgbClr val="FF0000"/>
                        </a:solidFill>
                        <a:uFillTx/>
                        <a:latin typeface="Arial"/>
                      </a:endParaRPr>
                    </a:p>
                  </a:txBody>
                  <a:tcPr anchor="ctr">
                    <a:lnL w="9360">
                      <a:solidFill>
                        <a:srgbClr val="BFBFBF"/>
                      </a:solidFill>
                      <a:prstDash val="solid"/>
                    </a:lnL>
                    <a:lnR w="9360">
                      <a:solidFill>
                        <a:srgbClr val="BFBFBF"/>
                      </a:solidFill>
                      <a:prstDash val="solid"/>
                    </a:lnR>
                    <a:lnT w="9360">
                      <a:solidFill>
                        <a:srgbClr val="BFBFBF"/>
                      </a:solidFill>
                      <a:prstDash val="solid"/>
                    </a:lnT>
                    <a:lnB w="9360">
                      <a:solidFill>
                        <a:srgbClr val="BFBFBF"/>
                      </a:solidFill>
                      <a:prstDash val="solid"/>
                    </a:lnB>
                    <a:noFill/>
                  </a:tcPr>
                </a:tc>
                <a:extLst>
                  <a:ext uri="{0D108BD9-81ED-4DB2-BD59-A6C34878D82A}">
                    <a16:rowId xmlns:a16="http://schemas.microsoft.com/office/drawing/2014/main" val="10010"/>
                  </a:ext>
                </a:extLst>
              </a:tr>
              <a:tr h="316440">
                <a:tc>
                  <a:txBody>
                    <a:bodyPr/>
                    <a:lstStyle/>
                    <a:p>
                      <a:pPr>
                        <a:lnSpc>
                          <a:spcPct val="100000"/>
                        </a:lnSpc>
                        <a:tabLst>
                          <a:tab pos="0" algn="l"/>
                        </a:tabLst>
                      </a:pPr>
                      <a:endParaRPr lang="en-US" sz="1050" b="0" u="none" strike="noStrike">
                        <a:solidFill>
                          <a:srgbClr val="000000"/>
                        </a:solidFill>
                        <a:uFillTx/>
                        <a:latin typeface="Arial"/>
                      </a:endParaRPr>
                    </a:p>
                  </a:txBody>
                  <a:tcPr anchor="ctr">
                    <a:lnL w="12240">
                      <a:solidFill>
                        <a:srgbClr val="BFBFBF"/>
                      </a:solidFill>
                      <a:prstDash val="solid"/>
                    </a:lnL>
                    <a:lnR w="9360">
                      <a:solidFill>
                        <a:srgbClr val="BFBFBF"/>
                      </a:solidFill>
                      <a:prstDash val="solid"/>
                    </a:lnR>
                    <a:lnT w="9360">
                      <a:solidFill>
                        <a:srgbClr val="BFBFBF"/>
                      </a:solidFill>
                      <a:prstDash val="solid"/>
                    </a:lnT>
                    <a:lnB w="9360">
                      <a:solidFill>
                        <a:srgbClr val="BFBFBF"/>
                      </a:solidFill>
                      <a:prstDash val="solid"/>
                    </a:lnB>
                    <a:noFill/>
                  </a:tcPr>
                </a:tc>
                <a:tc>
                  <a:txBody>
                    <a:bodyPr/>
                    <a:lstStyle/>
                    <a:p>
                      <a:pPr algn="ctr">
                        <a:lnSpc>
                          <a:spcPct val="100000"/>
                        </a:lnSpc>
                        <a:tabLst>
                          <a:tab pos="0" algn="l"/>
                        </a:tabLst>
                      </a:pPr>
                      <a:endParaRPr lang="en-US" sz="1050" b="0" u="none" strike="noStrike">
                        <a:solidFill>
                          <a:srgbClr val="FF0000"/>
                        </a:solidFill>
                        <a:uFillTx/>
                        <a:latin typeface="Arial"/>
                      </a:endParaRPr>
                    </a:p>
                  </a:txBody>
                  <a:tcPr anchor="ctr">
                    <a:lnL w="9360">
                      <a:solidFill>
                        <a:srgbClr val="BFBFBF"/>
                      </a:solidFill>
                      <a:prstDash val="solid"/>
                    </a:lnL>
                    <a:lnR w="9360">
                      <a:solidFill>
                        <a:srgbClr val="BFBFBF"/>
                      </a:solidFill>
                      <a:prstDash val="solid"/>
                    </a:lnR>
                    <a:lnT w="9360">
                      <a:solidFill>
                        <a:srgbClr val="BFBFBF"/>
                      </a:solidFill>
                      <a:prstDash val="solid"/>
                    </a:lnT>
                    <a:lnB w="9360">
                      <a:solidFill>
                        <a:srgbClr val="BFBFBF"/>
                      </a:solidFill>
                      <a:prstDash val="solid"/>
                    </a:lnB>
                    <a:noFill/>
                  </a:tcPr>
                </a:tc>
                <a:extLst>
                  <a:ext uri="{0D108BD9-81ED-4DB2-BD59-A6C34878D82A}">
                    <a16:rowId xmlns:a16="http://schemas.microsoft.com/office/drawing/2014/main" val="10011"/>
                  </a:ext>
                </a:extLst>
              </a:tr>
              <a:tr h="316440">
                <a:tc>
                  <a:txBody>
                    <a:bodyPr/>
                    <a:lstStyle/>
                    <a:p>
                      <a:pPr>
                        <a:lnSpc>
                          <a:spcPct val="100000"/>
                        </a:lnSpc>
                        <a:tabLst>
                          <a:tab pos="0" algn="l"/>
                        </a:tabLst>
                      </a:pPr>
                      <a:endParaRPr lang="en-US" sz="1050" b="0" u="none" strike="noStrike">
                        <a:solidFill>
                          <a:srgbClr val="000000"/>
                        </a:solidFill>
                        <a:uFillTx/>
                        <a:latin typeface="Arial"/>
                      </a:endParaRPr>
                    </a:p>
                  </a:txBody>
                  <a:tcPr anchor="ctr">
                    <a:lnL w="12240">
                      <a:solidFill>
                        <a:srgbClr val="BFBFBF"/>
                      </a:solidFill>
                      <a:prstDash val="solid"/>
                    </a:lnL>
                    <a:lnR w="9360">
                      <a:solidFill>
                        <a:srgbClr val="BFBFBF"/>
                      </a:solidFill>
                      <a:prstDash val="solid"/>
                    </a:lnR>
                    <a:lnT w="9360">
                      <a:solidFill>
                        <a:srgbClr val="BFBFBF"/>
                      </a:solidFill>
                      <a:prstDash val="solid"/>
                    </a:lnT>
                    <a:lnB w="9360">
                      <a:solidFill>
                        <a:srgbClr val="BFBFBF"/>
                      </a:solidFill>
                      <a:prstDash val="solid"/>
                    </a:lnB>
                    <a:noFill/>
                  </a:tcPr>
                </a:tc>
                <a:tc>
                  <a:txBody>
                    <a:bodyPr/>
                    <a:lstStyle/>
                    <a:p>
                      <a:pPr algn="ctr">
                        <a:lnSpc>
                          <a:spcPct val="100000"/>
                        </a:lnSpc>
                        <a:tabLst>
                          <a:tab pos="0" algn="l"/>
                        </a:tabLst>
                      </a:pPr>
                      <a:endParaRPr lang="en-US" sz="1050" b="0" u="none" strike="noStrike" dirty="0">
                        <a:solidFill>
                          <a:srgbClr val="FF0000"/>
                        </a:solidFill>
                        <a:uFillTx/>
                        <a:latin typeface="Arial"/>
                      </a:endParaRPr>
                    </a:p>
                  </a:txBody>
                  <a:tcPr anchor="ctr">
                    <a:lnL w="9360">
                      <a:solidFill>
                        <a:srgbClr val="BFBFBF"/>
                      </a:solidFill>
                      <a:prstDash val="solid"/>
                    </a:lnL>
                    <a:lnR w="9360">
                      <a:solidFill>
                        <a:srgbClr val="BFBFBF"/>
                      </a:solidFill>
                      <a:prstDash val="solid"/>
                    </a:lnR>
                    <a:lnT w="9360">
                      <a:solidFill>
                        <a:srgbClr val="BFBFBF"/>
                      </a:solidFill>
                      <a:prstDash val="solid"/>
                    </a:lnT>
                    <a:lnB w="9360">
                      <a:solidFill>
                        <a:srgbClr val="BFBFBF"/>
                      </a:solidFill>
                      <a:prstDash val="solid"/>
                    </a:lnB>
                    <a:noFill/>
                  </a:tcPr>
                </a:tc>
                <a:extLst>
                  <a:ext uri="{0D108BD9-81ED-4DB2-BD59-A6C34878D82A}">
                    <a16:rowId xmlns:a16="http://schemas.microsoft.com/office/drawing/2014/main" val="10012"/>
                  </a:ext>
                </a:extLst>
              </a:tr>
              <a:tr h="317520">
                <a:tc>
                  <a:txBody>
                    <a:bodyPr/>
                    <a:lstStyle/>
                    <a:p>
                      <a:pPr>
                        <a:lnSpc>
                          <a:spcPct val="100000"/>
                        </a:lnSpc>
                        <a:tabLst>
                          <a:tab pos="0" algn="l"/>
                        </a:tabLst>
                      </a:pPr>
                      <a:endParaRPr lang="en-US" sz="1050" b="0" u="none" strike="noStrike">
                        <a:solidFill>
                          <a:srgbClr val="000000"/>
                        </a:solidFill>
                        <a:uFillTx/>
                        <a:latin typeface="Arial"/>
                      </a:endParaRPr>
                    </a:p>
                  </a:txBody>
                  <a:tcPr anchor="ctr">
                    <a:lnL w="12240">
                      <a:solidFill>
                        <a:srgbClr val="BFBFBF"/>
                      </a:solidFill>
                      <a:prstDash val="solid"/>
                    </a:lnL>
                    <a:lnR w="9360">
                      <a:solidFill>
                        <a:srgbClr val="BFBFBF"/>
                      </a:solidFill>
                      <a:prstDash val="solid"/>
                    </a:lnR>
                    <a:lnT w="9360">
                      <a:solidFill>
                        <a:srgbClr val="BFBFBF"/>
                      </a:solidFill>
                      <a:prstDash val="solid"/>
                    </a:lnT>
                    <a:lnB w="9360">
                      <a:solidFill>
                        <a:srgbClr val="BFBFBF"/>
                      </a:solidFill>
                      <a:prstDash val="solid"/>
                    </a:lnB>
                    <a:noFill/>
                  </a:tcPr>
                </a:tc>
                <a:tc>
                  <a:txBody>
                    <a:bodyPr/>
                    <a:lstStyle/>
                    <a:p>
                      <a:pPr algn="ctr">
                        <a:lnSpc>
                          <a:spcPct val="100000"/>
                        </a:lnSpc>
                        <a:tabLst>
                          <a:tab pos="0" algn="l"/>
                        </a:tabLst>
                      </a:pPr>
                      <a:endParaRPr lang="en-US" sz="1050" b="0" u="none" strike="noStrike" dirty="0">
                        <a:solidFill>
                          <a:srgbClr val="FF0000"/>
                        </a:solidFill>
                        <a:uFillTx/>
                        <a:latin typeface="Arial"/>
                      </a:endParaRPr>
                    </a:p>
                  </a:txBody>
                  <a:tcPr anchor="ctr">
                    <a:lnL w="9360">
                      <a:solidFill>
                        <a:srgbClr val="BFBFBF"/>
                      </a:solidFill>
                      <a:prstDash val="solid"/>
                    </a:lnL>
                    <a:lnR w="9360">
                      <a:solidFill>
                        <a:srgbClr val="BFBFBF"/>
                      </a:solidFill>
                      <a:prstDash val="solid"/>
                    </a:lnR>
                    <a:lnT w="9360">
                      <a:solidFill>
                        <a:srgbClr val="BFBFBF"/>
                      </a:solidFill>
                      <a:prstDash val="solid"/>
                    </a:lnT>
                    <a:lnB w="9360">
                      <a:solidFill>
                        <a:srgbClr val="BFBFBF"/>
                      </a:solidFill>
                      <a:prstDash val="solid"/>
                    </a:lnB>
                    <a:noFill/>
                  </a:tcPr>
                </a:tc>
                <a:extLst>
                  <a:ext uri="{0D108BD9-81ED-4DB2-BD59-A6C34878D82A}">
                    <a16:rowId xmlns:a16="http://schemas.microsoft.com/office/drawing/2014/main" val="10013"/>
                  </a:ext>
                </a:extLst>
              </a:tr>
              <a:tr h="316440">
                <a:tc>
                  <a:txBody>
                    <a:bodyPr/>
                    <a:lstStyle/>
                    <a:p>
                      <a:pPr>
                        <a:lnSpc>
                          <a:spcPct val="100000"/>
                        </a:lnSpc>
                        <a:tabLst>
                          <a:tab pos="0" algn="l"/>
                        </a:tabLst>
                      </a:pPr>
                      <a:endParaRPr lang="en-US" sz="1050" b="0" u="none" strike="noStrike">
                        <a:solidFill>
                          <a:srgbClr val="000000"/>
                        </a:solidFill>
                        <a:uFillTx/>
                        <a:latin typeface="Arial"/>
                      </a:endParaRPr>
                    </a:p>
                  </a:txBody>
                  <a:tcPr anchor="ctr">
                    <a:lnL w="12240">
                      <a:solidFill>
                        <a:srgbClr val="BFBFBF"/>
                      </a:solidFill>
                      <a:prstDash val="solid"/>
                    </a:lnL>
                    <a:lnR w="9360">
                      <a:solidFill>
                        <a:srgbClr val="BFBFBF"/>
                      </a:solidFill>
                      <a:prstDash val="solid"/>
                    </a:lnR>
                    <a:lnT w="9360">
                      <a:solidFill>
                        <a:srgbClr val="BFBFBF"/>
                      </a:solidFill>
                      <a:prstDash val="solid"/>
                    </a:lnT>
                    <a:lnB w="9360">
                      <a:solidFill>
                        <a:srgbClr val="BFBFBF"/>
                      </a:solidFill>
                      <a:prstDash val="solid"/>
                    </a:lnB>
                    <a:noFill/>
                  </a:tcPr>
                </a:tc>
                <a:tc>
                  <a:txBody>
                    <a:bodyPr/>
                    <a:lstStyle/>
                    <a:p>
                      <a:pPr algn="ctr">
                        <a:lnSpc>
                          <a:spcPct val="100000"/>
                        </a:lnSpc>
                        <a:tabLst>
                          <a:tab pos="0" algn="l"/>
                        </a:tabLst>
                      </a:pPr>
                      <a:endParaRPr lang="en-US" sz="1050" b="0" u="none" strike="noStrike" dirty="0">
                        <a:solidFill>
                          <a:srgbClr val="FF0000"/>
                        </a:solidFill>
                        <a:uFillTx/>
                        <a:latin typeface="Arial"/>
                      </a:endParaRPr>
                    </a:p>
                  </a:txBody>
                  <a:tcPr anchor="ctr">
                    <a:lnL w="9360">
                      <a:solidFill>
                        <a:srgbClr val="BFBFBF"/>
                      </a:solidFill>
                      <a:prstDash val="solid"/>
                    </a:lnL>
                    <a:lnR w="9360">
                      <a:solidFill>
                        <a:srgbClr val="BFBFBF"/>
                      </a:solidFill>
                      <a:prstDash val="solid"/>
                    </a:lnR>
                    <a:lnT w="9360">
                      <a:solidFill>
                        <a:srgbClr val="BFBFBF"/>
                      </a:solidFill>
                      <a:prstDash val="solid"/>
                    </a:lnT>
                    <a:lnB w="9360">
                      <a:solidFill>
                        <a:srgbClr val="BFBFBF"/>
                      </a:solidFill>
                      <a:prstDash val="solid"/>
                    </a:lnB>
                    <a:noFill/>
                  </a:tcPr>
                </a:tc>
                <a:extLst>
                  <a:ext uri="{0D108BD9-81ED-4DB2-BD59-A6C34878D82A}">
                    <a16:rowId xmlns:a16="http://schemas.microsoft.com/office/drawing/2014/main" val="10014"/>
                  </a:ext>
                </a:extLst>
              </a:tr>
              <a:tr h="316440">
                <a:tc>
                  <a:txBody>
                    <a:bodyPr/>
                    <a:lstStyle/>
                    <a:p>
                      <a:pPr>
                        <a:lnSpc>
                          <a:spcPct val="100000"/>
                        </a:lnSpc>
                        <a:tabLst>
                          <a:tab pos="0" algn="l"/>
                        </a:tabLst>
                      </a:pPr>
                      <a:endParaRPr lang="en-US" sz="1050" b="0" u="none" strike="noStrike">
                        <a:solidFill>
                          <a:srgbClr val="FFFFFF"/>
                        </a:solidFill>
                        <a:uFillTx/>
                        <a:latin typeface="Arial"/>
                      </a:endParaRPr>
                    </a:p>
                  </a:txBody>
                  <a:tcPr anchor="ctr">
                    <a:lnL w="12240">
                      <a:solidFill>
                        <a:srgbClr val="BFBFBF"/>
                      </a:solidFill>
                      <a:prstDash val="solid"/>
                    </a:lnL>
                    <a:lnR w="9360">
                      <a:solidFill>
                        <a:srgbClr val="BFBFBF"/>
                      </a:solidFill>
                      <a:prstDash val="solid"/>
                    </a:lnR>
                    <a:lnT w="9360">
                      <a:solidFill>
                        <a:srgbClr val="BFBFBF"/>
                      </a:solidFill>
                      <a:prstDash val="solid"/>
                    </a:lnT>
                    <a:lnB w="9360">
                      <a:solidFill>
                        <a:srgbClr val="BFBFBF"/>
                      </a:solidFill>
                      <a:prstDash val="solid"/>
                    </a:lnB>
                    <a:solidFill>
                      <a:srgbClr val="234874"/>
                    </a:solidFill>
                  </a:tcPr>
                </a:tc>
                <a:tc>
                  <a:txBody>
                    <a:bodyPr/>
                    <a:lstStyle/>
                    <a:p>
                      <a:pPr algn="ctr">
                        <a:lnSpc>
                          <a:spcPct val="100000"/>
                        </a:lnSpc>
                        <a:tabLst>
                          <a:tab pos="0" algn="l"/>
                        </a:tabLst>
                      </a:pPr>
                      <a:endParaRPr lang="en-US" sz="1050" b="1" u="none" strike="noStrike" dirty="0">
                        <a:solidFill>
                          <a:srgbClr val="FF0000"/>
                        </a:solidFill>
                        <a:uFillTx/>
                        <a:latin typeface="Arial"/>
                      </a:endParaRPr>
                    </a:p>
                  </a:txBody>
                  <a:tcPr anchor="ctr">
                    <a:lnL w="9360">
                      <a:solidFill>
                        <a:srgbClr val="BFBFBF"/>
                      </a:solidFill>
                      <a:prstDash val="solid"/>
                    </a:lnL>
                    <a:lnR w="9360">
                      <a:solidFill>
                        <a:srgbClr val="BFBFBF"/>
                      </a:solidFill>
                      <a:prstDash val="solid"/>
                    </a:lnR>
                    <a:lnT w="9360">
                      <a:solidFill>
                        <a:srgbClr val="BFBFBF"/>
                      </a:solidFill>
                      <a:prstDash val="solid"/>
                    </a:lnT>
                    <a:lnB w="9360">
                      <a:solidFill>
                        <a:srgbClr val="BFBFBF"/>
                      </a:solidFill>
                      <a:prstDash val="solid"/>
                    </a:lnB>
                    <a:solidFill>
                      <a:srgbClr val="234874"/>
                    </a:solidFill>
                  </a:tcPr>
                </a:tc>
                <a:extLst>
                  <a:ext uri="{0D108BD9-81ED-4DB2-BD59-A6C34878D82A}">
                    <a16:rowId xmlns:a16="http://schemas.microsoft.com/office/drawing/2014/main" val="10015"/>
                  </a:ext>
                </a:extLst>
              </a:tr>
              <a:tr h="316440">
                <a:tc>
                  <a:txBody>
                    <a:bodyPr/>
                    <a:lstStyle/>
                    <a:p>
                      <a:pPr>
                        <a:lnSpc>
                          <a:spcPct val="100000"/>
                        </a:lnSpc>
                        <a:tabLst>
                          <a:tab pos="0" algn="l"/>
                        </a:tabLst>
                      </a:pPr>
                      <a:endParaRPr lang="en-US" sz="1050" b="0" u="none" strike="noStrike">
                        <a:solidFill>
                          <a:srgbClr val="000000"/>
                        </a:solidFill>
                        <a:uFillTx/>
                        <a:latin typeface="Arial"/>
                      </a:endParaRPr>
                    </a:p>
                  </a:txBody>
                  <a:tcPr anchor="ctr">
                    <a:lnL w="12240">
                      <a:solidFill>
                        <a:srgbClr val="BFBFBF"/>
                      </a:solidFill>
                      <a:prstDash val="solid"/>
                    </a:lnL>
                    <a:lnR w="9360">
                      <a:solidFill>
                        <a:srgbClr val="BFBFBF"/>
                      </a:solidFill>
                      <a:prstDash val="solid"/>
                    </a:lnR>
                    <a:lnT w="9360">
                      <a:solidFill>
                        <a:srgbClr val="BFBFBF"/>
                      </a:solidFill>
                      <a:prstDash val="solid"/>
                    </a:lnT>
                    <a:lnB w="9360">
                      <a:solidFill>
                        <a:srgbClr val="BFBFBF"/>
                      </a:solidFill>
                      <a:prstDash val="solid"/>
                    </a:lnB>
                    <a:noFill/>
                  </a:tcPr>
                </a:tc>
                <a:tc>
                  <a:txBody>
                    <a:bodyPr/>
                    <a:lstStyle/>
                    <a:p>
                      <a:pPr algn="ctr">
                        <a:lnSpc>
                          <a:spcPct val="100000"/>
                        </a:lnSpc>
                        <a:tabLst>
                          <a:tab pos="0" algn="l"/>
                        </a:tabLst>
                      </a:pPr>
                      <a:endParaRPr lang="en-US" sz="1050" b="0" u="none" strike="noStrike" dirty="0">
                        <a:solidFill>
                          <a:srgbClr val="FF0000"/>
                        </a:solidFill>
                        <a:uFillTx/>
                        <a:latin typeface="Arial"/>
                      </a:endParaRPr>
                    </a:p>
                  </a:txBody>
                  <a:tcPr anchor="ctr">
                    <a:lnL w="9360">
                      <a:solidFill>
                        <a:srgbClr val="BFBFBF"/>
                      </a:solidFill>
                      <a:prstDash val="solid"/>
                    </a:lnL>
                    <a:lnR w="9360">
                      <a:solidFill>
                        <a:srgbClr val="BFBFBF"/>
                      </a:solidFill>
                      <a:prstDash val="solid"/>
                    </a:lnR>
                    <a:lnT w="9360">
                      <a:solidFill>
                        <a:srgbClr val="BFBFBF"/>
                      </a:solidFill>
                      <a:prstDash val="solid"/>
                    </a:lnT>
                    <a:lnB w="9360">
                      <a:solidFill>
                        <a:srgbClr val="BFBFBF"/>
                      </a:solidFill>
                      <a:prstDash val="solid"/>
                    </a:lnB>
                    <a:noFill/>
                  </a:tcPr>
                </a:tc>
                <a:extLst>
                  <a:ext uri="{0D108BD9-81ED-4DB2-BD59-A6C34878D82A}">
                    <a16:rowId xmlns:a16="http://schemas.microsoft.com/office/drawing/2014/main" val="10016"/>
                  </a:ext>
                </a:extLst>
              </a:tr>
              <a:tr h="316440">
                <a:tc>
                  <a:txBody>
                    <a:bodyPr/>
                    <a:lstStyle/>
                    <a:p>
                      <a:pPr>
                        <a:lnSpc>
                          <a:spcPct val="100000"/>
                        </a:lnSpc>
                        <a:tabLst>
                          <a:tab pos="0" algn="l"/>
                        </a:tabLst>
                      </a:pPr>
                      <a:endParaRPr lang="en-US" sz="1050" b="0" u="none" strike="noStrike">
                        <a:solidFill>
                          <a:srgbClr val="FFFFFF"/>
                        </a:solidFill>
                        <a:uFillTx/>
                        <a:latin typeface="Arial"/>
                      </a:endParaRPr>
                    </a:p>
                  </a:txBody>
                  <a:tcPr anchor="ctr">
                    <a:lnL w="12240">
                      <a:solidFill>
                        <a:srgbClr val="BFBFBF"/>
                      </a:solidFill>
                      <a:prstDash val="solid"/>
                    </a:lnL>
                    <a:lnR w="9360">
                      <a:solidFill>
                        <a:srgbClr val="BFBFBF"/>
                      </a:solidFill>
                      <a:prstDash val="solid"/>
                    </a:lnR>
                    <a:lnT w="9360">
                      <a:solidFill>
                        <a:srgbClr val="BFBFBF"/>
                      </a:solidFill>
                      <a:prstDash val="solid"/>
                    </a:lnT>
                    <a:lnB w="9360">
                      <a:solidFill>
                        <a:srgbClr val="BFBFBF"/>
                      </a:solidFill>
                      <a:prstDash val="solid"/>
                    </a:lnB>
                    <a:solidFill>
                      <a:srgbClr val="234874"/>
                    </a:solidFill>
                  </a:tcPr>
                </a:tc>
                <a:tc>
                  <a:txBody>
                    <a:bodyPr/>
                    <a:lstStyle/>
                    <a:p>
                      <a:pPr algn="ctr">
                        <a:lnSpc>
                          <a:spcPct val="100000"/>
                        </a:lnSpc>
                        <a:tabLst>
                          <a:tab pos="0" algn="l"/>
                        </a:tabLst>
                      </a:pPr>
                      <a:endParaRPr lang="en-US" sz="1050" b="1" u="none" strike="noStrike" dirty="0">
                        <a:solidFill>
                          <a:srgbClr val="FF0000"/>
                        </a:solidFill>
                        <a:uFillTx/>
                        <a:latin typeface="Arial"/>
                      </a:endParaRPr>
                    </a:p>
                  </a:txBody>
                  <a:tcPr anchor="ctr">
                    <a:lnL w="9360">
                      <a:solidFill>
                        <a:srgbClr val="BFBFBF"/>
                      </a:solidFill>
                      <a:prstDash val="solid"/>
                    </a:lnL>
                    <a:lnR w="9360">
                      <a:solidFill>
                        <a:srgbClr val="BFBFBF"/>
                      </a:solidFill>
                      <a:prstDash val="solid"/>
                    </a:lnR>
                    <a:lnT w="9360">
                      <a:solidFill>
                        <a:srgbClr val="BFBFBF"/>
                      </a:solidFill>
                      <a:prstDash val="solid"/>
                    </a:lnT>
                    <a:lnB w="9360">
                      <a:solidFill>
                        <a:srgbClr val="BFBFBF"/>
                      </a:solidFill>
                      <a:prstDash val="solid"/>
                    </a:lnB>
                    <a:solidFill>
                      <a:srgbClr val="234874"/>
                    </a:solidFill>
                  </a:tcPr>
                </a:tc>
                <a:extLst>
                  <a:ext uri="{0D108BD9-81ED-4DB2-BD59-A6C34878D82A}">
                    <a16:rowId xmlns:a16="http://schemas.microsoft.com/office/drawing/2014/main" val="10017"/>
                  </a:ext>
                </a:extLst>
              </a:tr>
              <a:tr h="316440">
                <a:tc>
                  <a:txBody>
                    <a:bodyPr/>
                    <a:lstStyle/>
                    <a:p>
                      <a:pPr>
                        <a:lnSpc>
                          <a:spcPct val="100000"/>
                        </a:lnSpc>
                        <a:tabLst>
                          <a:tab pos="0" algn="l"/>
                        </a:tabLst>
                      </a:pPr>
                      <a:endParaRPr lang="en-US" sz="1050" b="0" u="none" strike="noStrike">
                        <a:solidFill>
                          <a:srgbClr val="000000"/>
                        </a:solidFill>
                        <a:uFillTx/>
                        <a:latin typeface="Arial"/>
                      </a:endParaRPr>
                    </a:p>
                  </a:txBody>
                  <a:tcPr anchor="ctr">
                    <a:lnL w="12240">
                      <a:solidFill>
                        <a:srgbClr val="BFBFBF"/>
                      </a:solidFill>
                      <a:prstDash val="solid"/>
                    </a:lnL>
                    <a:lnR w="9360">
                      <a:solidFill>
                        <a:srgbClr val="BFBFBF"/>
                      </a:solidFill>
                      <a:prstDash val="solid"/>
                    </a:lnR>
                    <a:lnT w="9360">
                      <a:solidFill>
                        <a:srgbClr val="BFBFBF"/>
                      </a:solidFill>
                      <a:prstDash val="solid"/>
                    </a:lnT>
                    <a:lnB w="9360">
                      <a:solidFill>
                        <a:srgbClr val="BFBFBF"/>
                      </a:solidFill>
                      <a:prstDash val="solid"/>
                    </a:lnB>
                    <a:noFill/>
                  </a:tcPr>
                </a:tc>
                <a:tc>
                  <a:txBody>
                    <a:bodyPr/>
                    <a:lstStyle/>
                    <a:p>
                      <a:pPr algn="ctr">
                        <a:lnSpc>
                          <a:spcPct val="100000"/>
                        </a:lnSpc>
                        <a:tabLst>
                          <a:tab pos="0" algn="l"/>
                        </a:tabLst>
                      </a:pPr>
                      <a:endParaRPr lang="en-US" sz="1050" b="0" u="none" strike="noStrike" dirty="0">
                        <a:solidFill>
                          <a:srgbClr val="FF0000"/>
                        </a:solidFill>
                        <a:uFillTx/>
                        <a:latin typeface="Arial"/>
                      </a:endParaRPr>
                    </a:p>
                  </a:txBody>
                  <a:tcPr anchor="ctr">
                    <a:lnL w="9360">
                      <a:solidFill>
                        <a:srgbClr val="BFBFBF"/>
                      </a:solidFill>
                      <a:prstDash val="solid"/>
                    </a:lnL>
                    <a:lnR w="9360">
                      <a:solidFill>
                        <a:srgbClr val="BFBFBF"/>
                      </a:solidFill>
                      <a:prstDash val="solid"/>
                    </a:lnR>
                    <a:lnT w="9360">
                      <a:solidFill>
                        <a:srgbClr val="BFBFBF"/>
                      </a:solidFill>
                      <a:prstDash val="solid"/>
                    </a:lnT>
                    <a:lnB w="9360">
                      <a:solidFill>
                        <a:srgbClr val="BFBFBF"/>
                      </a:solidFill>
                      <a:prstDash val="solid"/>
                    </a:lnB>
                    <a:noFill/>
                  </a:tcPr>
                </a:tc>
                <a:extLst>
                  <a:ext uri="{0D108BD9-81ED-4DB2-BD59-A6C34878D82A}">
                    <a16:rowId xmlns:a16="http://schemas.microsoft.com/office/drawing/2014/main" val="10018"/>
                  </a:ext>
                </a:extLst>
              </a:tr>
              <a:tr h="316440">
                <a:tc>
                  <a:txBody>
                    <a:bodyPr/>
                    <a:lstStyle/>
                    <a:p>
                      <a:pPr>
                        <a:lnSpc>
                          <a:spcPct val="100000"/>
                        </a:lnSpc>
                        <a:tabLst>
                          <a:tab pos="0" algn="l"/>
                        </a:tabLst>
                      </a:pPr>
                      <a:endParaRPr lang="en-US" sz="1050" b="0" u="none" strike="noStrike">
                        <a:solidFill>
                          <a:srgbClr val="FFFFFF"/>
                        </a:solidFill>
                        <a:uFillTx/>
                        <a:latin typeface="Arial"/>
                      </a:endParaRPr>
                    </a:p>
                  </a:txBody>
                  <a:tcPr anchor="ctr">
                    <a:lnL w="12240">
                      <a:solidFill>
                        <a:srgbClr val="BFBFBF"/>
                      </a:solidFill>
                      <a:prstDash val="solid"/>
                    </a:lnL>
                    <a:lnR w="9360">
                      <a:solidFill>
                        <a:srgbClr val="BFBFBF"/>
                      </a:solidFill>
                      <a:prstDash val="solid"/>
                    </a:lnR>
                    <a:lnT w="9360">
                      <a:solidFill>
                        <a:srgbClr val="BFBFBF"/>
                      </a:solidFill>
                      <a:prstDash val="solid"/>
                    </a:lnT>
                    <a:lnB w="9360">
                      <a:solidFill>
                        <a:srgbClr val="BFBFBF"/>
                      </a:solidFill>
                      <a:prstDash val="solid"/>
                    </a:lnB>
                    <a:solidFill>
                      <a:srgbClr val="67917B"/>
                    </a:solidFill>
                  </a:tcPr>
                </a:tc>
                <a:tc>
                  <a:txBody>
                    <a:bodyPr/>
                    <a:lstStyle/>
                    <a:p>
                      <a:pPr algn="ctr">
                        <a:lnSpc>
                          <a:spcPct val="100000"/>
                        </a:lnSpc>
                        <a:tabLst>
                          <a:tab pos="0" algn="l"/>
                        </a:tabLst>
                      </a:pPr>
                      <a:endParaRPr lang="en-US" sz="1050" b="1" u="none" strike="noStrike" dirty="0">
                        <a:solidFill>
                          <a:srgbClr val="FF0000"/>
                        </a:solidFill>
                        <a:uFillTx/>
                        <a:latin typeface="Arial"/>
                      </a:endParaRPr>
                    </a:p>
                  </a:txBody>
                  <a:tcPr anchor="ctr">
                    <a:lnL w="9360">
                      <a:solidFill>
                        <a:srgbClr val="BFBFBF"/>
                      </a:solidFill>
                      <a:prstDash val="solid"/>
                    </a:lnL>
                    <a:lnR w="9360">
                      <a:solidFill>
                        <a:srgbClr val="BFBFBF"/>
                      </a:solidFill>
                      <a:prstDash val="solid"/>
                    </a:lnR>
                    <a:lnT w="9360">
                      <a:solidFill>
                        <a:srgbClr val="BFBFBF"/>
                      </a:solidFill>
                      <a:prstDash val="solid"/>
                    </a:lnT>
                    <a:lnB w="9360">
                      <a:solidFill>
                        <a:srgbClr val="BFBFBF"/>
                      </a:solidFill>
                      <a:prstDash val="solid"/>
                    </a:lnB>
                    <a:solidFill>
                      <a:srgbClr val="67917B"/>
                    </a:solidFill>
                  </a:tcPr>
                </a:tc>
                <a:extLst>
                  <a:ext uri="{0D108BD9-81ED-4DB2-BD59-A6C34878D82A}">
                    <a16:rowId xmlns:a16="http://schemas.microsoft.com/office/drawing/2014/main" val="10019"/>
                  </a:ext>
                </a:extLst>
              </a:tr>
              <a:tr h="316440">
                <a:tc>
                  <a:txBody>
                    <a:bodyPr/>
                    <a:lstStyle/>
                    <a:p>
                      <a:pPr>
                        <a:lnSpc>
                          <a:spcPct val="100000"/>
                        </a:lnSpc>
                        <a:tabLst>
                          <a:tab pos="0" algn="l"/>
                        </a:tabLst>
                      </a:pPr>
                      <a:endParaRPr lang="en-US" sz="1050" b="0" u="none" strike="noStrike">
                        <a:solidFill>
                          <a:srgbClr val="000000"/>
                        </a:solidFill>
                        <a:uFillTx/>
                        <a:latin typeface="Arial"/>
                      </a:endParaRPr>
                    </a:p>
                  </a:txBody>
                  <a:tcPr anchor="ctr">
                    <a:lnL w="12240">
                      <a:solidFill>
                        <a:srgbClr val="BFBFBF"/>
                      </a:solidFill>
                      <a:prstDash val="solid"/>
                    </a:lnL>
                    <a:lnR w="9360">
                      <a:solidFill>
                        <a:srgbClr val="BFBFBF"/>
                      </a:solidFill>
                      <a:prstDash val="solid"/>
                    </a:lnR>
                    <a:lnT w="9360">
                      <a:solidFill>
                        <a:srgbClr val="BFBFBF"/>
                      </a:solidFill>
                      <a:prstDash val="solid"/>
                    </a:lnT>
                    <a:lnB w="9360">
                      <a:solidFill>
                        <a:srgbClr val="BFBFBF"/>
                      </a:solidFill>
                      <a:prstDash val="solid"/>
                    </a:lnB>
                    <a:solidFill>
                      <a:srgbClr val="AAD2C9"/>
                    </a:solidFill>
                  </a:tcPr>
                </a:tc>
                <a:tc>
                  <a:txBody>
                    <a:bodyPr/>
                    <a:lstStyle/>
                    <a:p>
                      <a:pPr algn="ctr">
                        <a:lnSpc>
                          <a:spcPct val="100000"/>
                        </a:lnSpc>
                        <a:tabLst>
                          <a:tab pos="0" algn="l"/>
                        </a:tabLst>
                      </a:pPr>
                      <a:endParaRPr lang="en-US" sz="1050" b="0" u="none" strike="noStrike" dirty="0">
                        <a:solidFill>
                          <a:srgbClr val="FF0000"/>
                        </a:solidFill>
                        <a:uFillTx/>
                        <a:latin typeface="Arial"/>
                      </a:endParaRPr>
                    </a:p>
                  </a:txBody>
                  <a:tcPr anchor="ctr">
                    <a:lnL w="9360">
                      <a:solidFill>
                        <a:srgbClr val="BFBFBF"/>
                      </a:solidFill>
                      <a:prstDash val="solid"/>
                    </a:lnL>
                    <a:lnR w="9360">
                      <a:solidFill>
                        <a:srgbClr val="BFBFBF"/>
                      </a:solidFill>
                      <a:prstDash val="solid"/>
                    </a:lnR>
                    <a:lnT w="9360">
                      <a:solidFill>
                        <a:srgbClr val="BFBFBF"/>
                      </a:solidFill>
                      <a:prstDash val="solid"/>
                    </a:lnT>
                    <a:lnB w="9360">
                      <a:solidFill>
                        <a:srgbClr val="BFBFBF"/>
                      </a:solidFill>
                      <a:prstDash val="solid"/>
                    </a:lnB>
                    <a:solidFill>
                      <a:srgbClr val="AAD2C9"/>
                    </a:solidFill>
                  </a:tcPr>
                </a:tc>
                <a:extLst>
                  <a:ext uri="{0D108BD9-81ED-4DB2-BD59-A6C34878D82A}">
                    <a16:rowId xmlns:a16="http://schemas.microsoft.com/office/drawing/2014/main" val="10020"/>
                  </a:ext>
                </a:extLst>
              </a:tr>
              <a:tr h="316440">
                <a:tc>
                  <a:txBody>
                    <a:bodyPr/>
                    <a:lstStyle/>
                    <a:p>
                      <a:pPr>
                        <a:lnSpc>
                          <a:spcPct val="100000"/>
                        </a:lnSpc>
                        <a:tabLst>
                          <a:tab pos="0" algn="l"/>
                        </a:tabLst>
                      </a:pPr>
                      <a:endParaRPr lang="en-US" sz="1050" b="0" u="none" strike="noStrike">
                        <a:solidFill>
                          <a:srgbClr val="000000"/>
                        </a:solidFill>
                        <a:uFillTx/>
                        <a:latin typeface="Arial"/>
                      </a:endParaRPr>
                    </a:p>
                  </a:txBody>
                  <a:tcPr anchor="ctr">
                    <a:lnL w="12240">
                      <a:solidFill>
                        <a:srgbClr val="BFBFBF"/>
                      </a:solidFill>
                      <a:prstDash val="solid"/>
                    </a:lnL>
                    <a:lnR w="9360">
                      <a:solidFill>
                        <a:srgbClr val="BFBFBF"/>
                      </a:solidFill>
                      <a:prstDash val="solid"/>
                    </a:lnR>
                    <a:lnT w="9360">
                      <a:solidFill>
                        <a:srgbClr val="BFBFBF"/>
                      </a:solidFill>
                      <a:prstDash val="solid"/>
                    </a:lnT>
                    <a:lnB w="9360">
                      <a:solidFill>
                        <a:srgbClr val="BFBFBF"/>
                      </a:solidFill>
                      <a:prstDash val="solid"/>
                    </a:lnB>
                    <a:solidFill>
                      <a:srgbClr val="AAD2C9"/>
                    </a:solidFill>
                  </a:tcPr>
                </a:tc>
                <a:tc>
                  <a:txBody>
                    <a:bodyPr/>
                    <a:lstStyle/>
                    <a:p>
                      <a:pPr algn="ctr">
                        <a:lnSpc>
                          <a:spcPct val="100000"/>
                        </a:lnSpc>
                        <a:tabLst>
                          <a:tab pos="0" algn="l"/>
                        </a:tabLst>
                      </a:pPr>
                      <a:endParaRPr lang="en-US" sz="1050" b="0" u="none" strike="noStrike" dirty="0">
                        <a:solidFill>
                          <a:srgbClr val="FF0000"/>
                        </a:solidFill>
                        <a:uFillTx/>
                        <a:latin typeface="Arial"/>
                      </a:endParaRPr>
                    </a:p>
                  </a:txBody>
                  <a:tcPr anchor="ctr">
                    <a:lnL w="9360">
                      <a:solidFill>
                        <a:srgbClr val="BFBFBF"/>
                      </a:solidFill>
                      <a:prstDash val="solid"/>
                    </a:lnL>
                    <a:lnR w="9360">
                      <a:solidFill>
                        <a:srgbClr val="BFBFBF"/>
                      </a:solidFill>
                      <a:prstDash val="solid"/>
                    </a:lnR>
                    <a:lnT w="9360">
                      <a:solidFill>
                        <a:srgbClr val="BFBFBF"/>
                      </a:solidFill>
                      <a:prstDash val="solid"/>
                    </a:lnT>
                    <a:lnB w="9360">
                      <a:solidFill>
                        <a:srgbClr val="BFBFBF"/>
                      </a:solidFill>
                      <a:prstDash val="solid"/>
                    </a:lnB>
                    <a:solidFill>
                      <a:srgbClr val="AAD2C9"/>
                    </a:solidFill>
                  </a:tcPr>
                </a:tc>
                <a:extLst>
                  <a:ext uri="{0D108BD9-81ED-4DB2-BD59-A6C34878D82A}">
                    <a16:rowId xmlns:a16="http://schemas.microsoft.com/office/drawing/2014/main" val="10021"/>
                  </a:ext>
                </a:extLst>
              </a:tr>
              <a:tr h="316440">
                <a:tc>
                  <a:txBody>
                    <a:bodyPr/>
                    <a:lstStyle/>
                    <a:p>
                      <a:pPr>
                        <a:lnSpc>
                          <a:spcPct val="100000"/>
                        </a:lnSpc>
                        <a:tabLst>
                          <a:tab pos="0" algn="l"/>
                        </a:tabLst>
                      </a:pPr>
                      <a:endParaRPr lang="en-US" sz="1050" b="0" u="none" strike="noStrike">
                        <a:solidFill>
                          <a:srgbClr val="000000"/>
                        </a:solidFill>
                        <a:uFillTx/>
                        <a:latin typeface="Arial"/>
                      </a:endParaRPr>
                    </a:p>
                  </a:txBody>
                  <a:tcPr anchor="ctr">
                    <a:lnL w="12240">
                      <a:solidFill>
                        <a:srgbClr val="BFBFBF"/>
                      </a:solidFill>
                      <a:prstDash val="solid"/>
                    </a:lnL>
                    <a:lnR w="9360">
                      <a:solidFill>
                        <a:srgbClr val="BFBFBF"/>
                      </a:solidFill>
                      <a:prstDash val="solid"/>
                    </a:lnR>
                    <a:lnT w="9360">
                      <a:solidFill>
                        <a:srgbClr val="BFBFBF"/>
                      </a:solidFill>
                      <a:prstDash val="solid"/>
                    </a:lnT>
                    <a:lnB w="12240">
                      <a:solidFill>
                        <a:srgbClr val="BFBFBF"/>
                      </a:solidFill>
                      <a:prstDash val="solid"/>
                    </a:lnB>
                    <a:solidFill>
                      <a:srgbClr val="D9EEE9"/>
                    </a:solidFill>
                  </a:tcPr>
                </a:tc>
                <a:tc>
                  <a:txBody>
                    <a:bodyPr/>
                    <a:lstStyle/>
                    <a:p>
                      <a:pPr algn="ctr">
                        <a:lnSpc>
                          <a:spcPct val="100000"/>
                        </a:lnSpc>
                        <a:tabLst>
                          <a:tab pos="0" algn="l"/>
                        </a:tabLst>
                      </a:pPr>
                      <a:endParaRPr lang="en-US" sz="1050" b="0" u="none" strike="noStrike" dirty="0">
                        <a:solidFill>
                          <a:srgbClr val="FF0000"/>
                        </a:solidFill>
                        <a:uFillTx/>
                        <a:latin typeface="Arial"/>
                      </a:endParaRPr>
                    </a:p>
                  </a:txBody>
                  <a:tcPr anchor="ctr">
                    <a:lnL w="9360">
                      <a:solidFill>
                        <a:srgbClr val="BFBFBF"/>
                      </a:solidFill>
                      <a:prstDash val="solid"/>
                    </a:lnL>
                    <a:lnR w="9360">
                      <a:solidFill>
                        <a:srgbClr val="BFBFBF"/>
                      </a:solidFill>
                      <a:prstDash val="solid"/>
                    </a:lnR>
                    <a:lnT w="9360">
                      <a:solidFill>
                        <a:srgbClr val="BFBFBF"/>
                      </a:solidFill>
                      <a:prstDash val="solid"/>
                    </a:lnT>
                    <a:lnB w="12240">
                      <a:solidFill>
                        <a:srgbClr val="BFBFBF"/>
                      </a:solidFill>
                      <a:prstDash val="solid"/>
                    </a:lnB>
                    <a:solidFill>
                      <a:srgbClr val="D9EEE9"/>
                    </a:solidFill>
                  </a:tcPr>
                </a:tc>
                <a:extLst>
                  <a:ext uri="{0D108BD9-81ED-4DB2-BD59-A6C34878D82A}">
                    <a16:rowId xmlns:a16="http://schemas.microsoft.com/office/drawing/2014/main" val="10022"/>
                  </a:ext>
                </a:extLst>
              </a:tr>
            </a:tbl>
          </a:graphicData>
        </a:graphic>
      </p:graphicFrame>
      <p:sp>
        <p:nvSpPr>
          <p:cNvPr id="12" name="Google Shape;244;p31">
            <a:extLst>
              <a:ext uri="{FF2B5EF4-FFF2-40B4-BE49-F238E27FC236}">
                <a16:creationId xmlns:a16="http://schemas.microsoft.com/office/drawing/2014/main" id="{01CD3260-55DD-0076-3E6E-ED7569544B32}"/>
              </a:ext>
            </a:extLst>
          </p:cNvPr>
          <p:cNvSpPr/>
          <p:nvPr/>
        </p:nvSpPr>
        <p:spPr>
          <a:xfrm>
            <a:off x="503280" y="8811000"/>
            <a:ext cx="3502080" cy="21399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800" b="0" i="1" u="none" strike="noStrike" kern="1200" cap="none" spc="0" normalizeH="0" baseline="0" noProof="0">
                <a:ln>
                  <a:noFill/>
                </a:ln>
                <a:solidFill>
                  <a:srgbClr val="000000"/>
                </a:solidFill>
                <a:effectLst/>
                <a:uLnTx/>
                <a:uFillTx/>
                <a:latin typeface="+mj-lt"/>
                <a:ea typeface="Verdana"/>
                <a:cs typeface="+mn-cs"/>
              </a:rPr>
              <a:t>Source: AIRE</a:t>
            </a:r>
            <a:endParaRPr kumimoji="0" lang="en-US" sz="800" b="0" i="1" u="none" strike="noStrike" kern="1200" cap="none" spc="0" normalizeH="0" baseline="0" noProof="0">
              <a:ln>
                <a:noFill/>
              </a:ln>
              <a:solidFill>
                <a:srgbClr val="000000"/>
              </a:solidFill>
              <a:effectLst/>
              <a:uLnTx/>
              <a:uFillTx/>
              <a:latin typeface="+mj-lt"/>
              <a:ea typeface="+mn-ea"/>
              <a:cs typeface="+mn-cs"/>
            </a:endParaRPr>
          </a:p>
        </p:txBody>
      </p:sp>
    </p:spTree>
    <p:extLst>
      <p:ext uri="{BB962C8B-B14F-4D97-AF65-F5344CB8AC3E}">
        <p14:creationId xmlns:p14="http://schemas.microsoft.com/office/powerpoint/2010/main" val="36366980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9"/>
          <p:cNvSpPr txBox="1"/>
          <p:nvPr/>
        </p:nvSpPr>
        <p:spPr>
          <a:xfrm>
            <a:off x="4423717" y="3819397"/>
            <a:ext cx="9440566" cy="2538837"/>
          </a:xfrm>
          <a:prstGeom prst="rect">
            <a:avLst/>
          </a:prstGeom>
        </p:spPr>
        <p:txBody>
          <a:bodyPr lIns="0" tIns="0" rIns="0" bIns="0" rtlCol="0" anchor="t">
            <a:spAutoFit/>
          </a:bodyPr>
          <a:lstStyle/>
          <a:p>
            <a:pPr algn="ctr">
              <a:lnSpc>
                <a:spcPts val="10528"/>
              </a:lnSpc>
            </a:pPr>
            <a:r>
              <a:rPr lang="en-US" sz="6600" spc="235">
                <a:solidFill>
                  <a:srgbClr val="FFFFFF"/>
                </a:solidFill>
                <a:latin typeface="Century Schoolbook" panose="02040604050505020304" pitchFamily="18" charset="0"/>
                <a:ea typeface="Verdana" panose="020B0604030504040204" pitchFamily="34" charset="0"/>
              </a:rPr>
              <a:t>1. SITE ASSESSMENT</a:t>
            </a:r>
          </a:p>
        </p:txBody>
      </p:sp>
    </p:spTree>
    <p:extLst>
      <p:ext uri="{BB962C8B-B14F-4D97-AF65-F5344CB8AC3E}">
        <p14:creationId xmlns:p14="http://schemas.microsoft.com/office/powerpoint/2010/main" val="26914686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e 15">
            <a:extLst>
              <a:ext uri="{FF2B5EF4-FFF2-40B4-BE49-F238E27FC236}">
                <a16:creationId xmlns:a16="http://schemas.microsoft.com/office/drawing/2014/main" id="{C990B2C9-6F90-E31D-7F27-F2D0E9AC5B7E}"/>
              </a:ext>
            </a:extLst>
          </p:cNvPr>
          <p:cNvGraphicFramePr>
            <a:graphicFrameLocks noGrp="1"/>
          </p:cNvGraphicFramePr>
          <p:nvPr>
            <p:extLst>
              <p:ext uri="{D42A27DB-BD31-4B8C-83A1-F6EECF244321}">
                <p14:modId xmlns:p14="http://schemas.microsoft.com/office/powerpoint/2010/main" val="2556058779"/>
              </p:ext>
            </p:extLst>
          </p:nvPr>
        </p:nvGraphicFramePr>
        <p:xfrm>
          <a:off x="743629" y="7803966"/>
          <a:ext cx="7581175" cy="741680"/>
        </p:xfrm>
        <a:graphic>
          <a:graphicData uri="http://schemas.openxmlformats.org/drawingml/2006/table">
            <a:tbl>
              <a:tblPr firstRow="1" bandRow="1">
                <a:tableStyleId>{5C22544A-7EE6-4342-B048-85BDC9FD1C3A}</a:tableStyleId>
              </a:tblPr>
              <a:tblGrid>
                <a:gridCol w="419629">
                  <a:extLst>
                    <a:ext uri="{9D8B030D-6E8A-4147-A177-3AD203B41FA5}">
                      <a16:colId xmlns:a16="http://schemas.microsoft.com/office/drawing/2014/main" val="716390300"/>
                    </a:ext>
                  </a:extLst>
                </a:gridCol>
                <a:gridCol w="2252133">
                  <a:extLst>
                    <a:ext uri="{9D8B030D-6E8A-4147-A177-3AD203B41FA5}">
                      <a16:colId xmlns:a16="http://schemas.microsoft.com/office/drawing/2014/main" val="3724841643"/>
                    </a:ext>
                  </a:extLst>
                </a:gridCol>
                <a:gridCol w="389467">
                  <a:extLst>
                    <a:ext uri="{9D8B030D-6E8A-4147-A177-3AD203B41FA5}">
                      <a16:colId xmlns:a16="http://schemas.microsoft.com/office/drawing/2014/main" val="2521875765"/>
                    </a:ext>
                  </a:extLst>
                </a:gridCol>
                <a:gridCol w="2235200">
                  <a:extLst>
                    <a:ext uri="{9D8B030D-6E8A-4147-A177-3AD203B41FA5}">
                      <a16:colId xmlns:a16="http://schemas.microsoft.com/office/drawing/2014/main" val="2845660602"/>
                    </a:ext>
                  </a:extLst>
                </a:gridCol>
                <a:gridCol w="488603">
                  <a:extLst>
                    <a:ext uri="{9D8B030D-6E8A-4147-A177-3AD203B41FA5}">
                      <a16:colId xmlns:a16="http://schemas.microsoft.com/office/drawing/2014/main" val="2746330373"/>
                    </a:ext>
                  </a:extLst>
                </a:gridCol>
                <a:gridCol w="1796143">
                  <a:extLst>
                    <a:ext uri="{9D8B030D-6E8A-4147-A177-3AD203B41FA5}">
                      <a16:colId xmlns:a16="http://schemas.microsoft.com/office/drawing/2014/main" val="2871220271"/>
                    </a:ext>
                  </a:extLst>
                </a:gridCol>
              </a:tblGrid>
              <a:tr h="370840">
                <a:tc>
                  <a:txBody>
                    <a:bodyPr/>
                    <a:lstStyle/>
                    <a:p>
                      <a:endParaRPr lang="en-ZA" sz="1000" dirty="0">
                        <a:solidFill>
                          <a:schemeClr val="tx1"/>
                        </a:solidFill>
                        <a:latin typeface="Arial" panose="020B0604020202020204" pitchFamily="34" charset="0"/>
                        <a:ea typeface="Verdana" panose="020B0604030504040204" pitchFamily="34" charset="0"/>
                        <a:cs typeface="Arial" panose="020B0604020202020204" pitchFamily="34" charset="0"/>
                      </a:endParaRPr>
                    </a:p>
                  </a:txBody>
                  <a:tcP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solidFill>
                      <a:srgbClr val="67917B"/>
                    </a:solidFill>
                  </a:tcPr>
                </a:tc>
                <a:tc>
                  <a:txBody>
                    <a:bodyPr/>
                    <a:lstStyle/>
                    <a:p>
                      <a:r>
                        <a:rPr lang="en-ZA" sz="1000" b="0">
                          <a:solidFill>
                            <a:schemeClr val="tx1"/>
                          </a:solidFill>
                          <a:latin typeface="Arial" panose="020B0604020202020204" pitchFamily="34" charset="0"/>
                          <a:ea typeface="Verdana" panose="020B0604030504040204" pitchFamily="34" charset="0"/>
                          <a:cs typeface="Arial" panose="020B0604020202020204" pitchFamily="34" charset="0"/>
                        </a:rPr>
                        <a:t>Proposed Development Site</a:t>
                      </a:r>
                    </a:p>
                  </a:txBody>
                  <a:tcPr anchor="ctr">
                    <a:lnL w="12700" cap="flat" cmpd="sng" algn="ctr">
                      <a:solidFill>
                        <a:srgbClr val="FF0000"/>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endParaRPr lang="en-ZA" sz="1000" b="0">
                        <a:solidFill>
                          <a:schemeClr val="tx1"/>
                        </a:solidFill>
                        <a:latin typeface="Arial" panose="020B0604020202020204" pitchFamily="34" charset="0"/>
                        <a:ea typeface="Verdana" panose="020B0604030504040204" pitchFamily="34" charset="0"/>
                        <a:cs typeface="Arial" panose="020B0604020202020204" pitchFamily="34" charset="0"/>
                      </a:endParaRPr>
                    </a:p>
                  </a:txBody>
                  <a:tcPr anchor="ctr">
                    <a:lnL w="12700" cmpd="sng">
                      <a:noFill/>
                    </a:lnL>
                    <a:lnR w="12700" cmpd="sng">
                      <a:noFill/>
                    </a:lnR>
                    <a:lnT w="127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AAD2C9"/>
                    </a:solidFill>
                  </a:tcPr>
                </a:tc>
                <a:tc>
                  <a:txBody>
                    <a:bodyPr/>
                    <a:lstStyle/>
                    <a:p>
                      <a:r>
                        <a:rPr lang="en-ZA" sz="1000" b="0">
                          <a:solidFill>
                            <a:schemeClr val="tx1"/>
                          </a:solidFill>
                          <a:latin typeface="Arial" panose="020B0604020202020204" pitchFamily="34" charset="0"/>
                          <a:ea typeface="Verdana" panose="020B0604030504040204" pitchFamily="34" charset="0"/>
                          <a:cs typeface="Arial" panose="020B0604020202020204" pitchFamily="34" charset="0"/>
                        </a:rPr>
                        <a:t>Key Roads</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endParaRPr lang="en-ZA" sz="1000" b="0">
                        <a:solidFill>
                          <a:schemeClr val="tx1"/>
                        </a:solidFill>
                        <a:latin typeface="Arial" panose="020B0604020202020204" pitchFamily="34" charset="0"/>
                        <a:ea typeface="Verdana" panose="020B0604030504040204" pitchFamily="34" charset="0"/>
                        <a:cs typeface="Arial" panose="020B0604020202020204" pitchFamily="34" charset="0"/>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en-ZA" sz="1000" b="0">
                          <a:solidFill>
                            <a:schemeClr val="tx1"/>
                          </a:solidFill>
                          <a:latin typeface="Arial" panose="020B0604020202020204" pitchFamily="34" charset="0"/>
                          <a:ea typeface="Verdana" panose="020B0604030504040204" pitchFamily="34" charset="0"/>
                          <a:cs typeface="Arial" panose="020B0604020202020204" pitchFamily="34" charset="0"/>
                        </a:rPr>
                        <a:t>Schools</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919388821"/>
                  </a:ext>
                </a:extLst>
              </a:tr>
              <a:tr h="370840">
                <a:tc>
                  <a:txBody>
                    <a:bodyPr/>
                    <a:lstStyle/>
                    <a:p>
                      <a:endParaRPr lang="en-ZA" sz="1000">
                        <a:solidFill>
                          <a:schemeClr val="tx1"/>
                        </a:solidFill>
                        <a:latin typeface="Arial" panose="020B0604020202020204" pitchFamily="34" charset="0"/>
                        <a:ea typeface="Verdana" panose="020B0604030504040204" pitchFamily="34" charset="0"/>
                        <a:cs typeface="Arial" panose="020B0604020202020204" pitchFamily="34" charset="0"/>
                      </a:endParaRPr>
                    </a:p>
                  </a:txBody>
                  <a:tcPr>
                    <a:lnL w="12700" cmpd="sng">
                      <a:noFill/>
                    </a:lnL>
                    <a:lnR w="12700" cmpd="sng">
                      <a:noFill/>
                    </a:lnR>
                    <a:lnT w="12700" cap="flat" cmpd="sng" algn="ctr">
                      <a:solidFill>
                        <a:srgbClr val="FF000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67917B"/>
                    </a:solidFill>
                  </a:tcPr>
                </a:tc>
                <a:tc>
                  <a:txBody>
                    <a:bodyPr/>
                    <a:lstStyle/>
                    <a:p>
                      <a:r>
                        <a:rPr lang="en-ZA" sz="1000">
                          <a:solidFill>
                            <a:schemeClr val="tx1"/>
                          </a:solidFill>
                          <a:latin typeface="Arial" panose="020B0604020202020204" pitchFamily="34" charset="0"/>
                          <a:ea typeface="Verdana" panose="020B0604030504040204" pitchFamily="34" charset="0"/>
                          <a:cs typeface="Arial" panose="020B0604020202020204" pitchFamily="34" charset="0"/>
                        </a:rPr>
                        <a:t>Waiyaki Way</a:t>
                      </a:r>
                    </a:p>
                  </a:txBody>
                  <a:tcPr anchor="ctr">
                    <a:lnL w="12700" cmpd="sng">
                      <a:noFill/>
                    </a:lnL>
                    <a:lnR w="3175" cap="flat" cmpd="sng" algn="ctr">
                      <a:no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endParaRPr lang="en-ZA" sz="1000">
                        <a:solidFill>
                          <a:schemeClr val="tx1"/>
                        </a:solidFill>
                        <a:latin typeface="Arial" panose="020B0604020202020204" pitchFamily="34" charset="0"/>
                        <a:ea typeface="Verdana" panose="020B0604030504040204" pitchFamily="34" charset="0"/>
                        <a:cs typeface="Arial" panose="020B0604020202020204" pitchFamily="34" charset="0"/>
                      </a:endParaRP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ZA" sz="1000">
                          <a:solidFill>
                            <a:schemeClr val="tx1"/>
                          </a:solidFill>
                          <a:latin typeface="Arial" panose="020B0604020202020204" pitchFamily="34" charset="0"/>
                          <a:ea typeface="Verdana" panose="020B0604030504040204" pitchFamily="34" charset="0"/>
                          <a:cs typeface="Arial" panose="020B0604020202020204" pitchFamily="34" charset="0"/>
                        </a:rPr>
                        <a:t>Commercial Uses</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endParaRPr lang="en-ZA" sz="1000">
                        <a:solidFill>
                          <a:schemeClr val="tx1"/>
                        </a:solidFill>
                        <a:latin typeface="Arial" panose="020B0604020202020204" pitchFamily="34" charset="0"/>
                        <a:ea typeface="Verdana" panose="020B0604030504040204" pitchFamily="34" charset="0"/>
                        <a:cs typeface="Arial" panose="020B0604020202020204" pitchFamily="34" charset="0"/>
                      </a:endParaRP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endParaRPr lang="en-ZA" sz="1000" dirty="0">
                        <a:solidFill>
                          <a:schemeClr val="tx1"/>
                        </a:solidFill>
                        <a:latin typeface="Arial" panose="020B0604020202020204" pitchFamily="34" charset="0"/>
                        <a:ea typeface="Verdana" panose="020B0604030504040204" pitchFamily="34" charset="0"/>
                        <a:cs typeface="Arial" panose="020B0604020202020204" pitchFamily="34" charset="0"/>
                      </a:endParaRPr>
                    </a:p>
                  </a:txBody>
                  <a:tcPr anchor="ctr">
                    <a:lnL w="3175" cap="flat" cmpd="sng" algn="ctr">
                      <a:no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923101352"/>
                  </a:ext>
                </a:extLst>
              </a:tr>
            </a:tbl>
          </a:graphicData>
        </a:graphic>
      </p:graphicFrame>
      <p:pic>
        <p:nvPicPr>
          <p:cNvPr id="13" name="Picture 12">
            <a:extLst>
              <a:ext uri="{FF2B5EF4-FFF2-40B4-BE49-F238E27FC236}">
                <a16:creationId xmlns:a16="http://schemas.microsoft.com/office/drawing/2014/main" id="{5676ED70-6104-7E8A-12D6-A8898E283F86}"/>
              </a:ext>
            </a:extLst>
          </p:cNvPr>
          <p:cNvPicPr>
            <a:picLocks noChangeAspect="1"/>
          </p:cNvPicPr>
          <p:nvPr/>
        </p:nvPicPr>
        <p:blipFill>
          <a:blip r:embed="rId2"/>
          <a:srcRect l="8952" t="1115" r="7043"/>
          <a:stretch/>
        </p:blipFill>
        <p:spPr>
          <a:xfrm>
            <a:off x="723899" y="1506537"/>
            <a:ext cx="7683968" cy="5763703"/>
          </a:xfrm>
          <a:prstGeom prst="rect">
            <a:avLst/>
          </a:prstGeom>
          <a:ln>
            <a:solidFill>
              <a:schemeClr val="tx1">
                <a:lumMod val="50000"/>
                <a:lumOff val="50000"/>
              </a:schemeClr>
            </a:solidFill>
          </a:ln>
        </p:spPr>
      </p:pic>
      <p:sp>
        <p:nvSpPr>
          <p:cNvPr id="7" name="TextBox 6">
            <a:extLst>
              <a:ext uri="{FF2B5EF4-FFF2-40B4-BE49-F238E27FC236}">
                <a16:creationId xmlns:a16="http://schemas.microsoft.com/office/drawing/2014/main" id="{7714C35A-85C4-149B-4E99-E21364CCFF8C}"/>
              </a:ext>
            </a:extLst>
          </p:cNvPr>
          <p:cNvSpPr txBox="1"/>
          <p:nvPr/>
        </p:nvSpPr>
        <p:spPr>
          <a:xfrm>
            <a:off x="617537" y="7337747"/>
            <a:ext cx="3505200" cy="215444"/>
          </a:xfrm>
          <a:prstGeom prst="rect">
            <a:avLst/>
          </a:prstGeom>
          <a:noFill/>
        </p:spPr>
        <p:txBody>
          <a:bodyPr wrap="square" rtlCol="0">
            <a:spAutoFit/>
          </a:bodyPr>
          <a:lstStyle/>
          <a:p>
            <a:r>
              <a:rPr lang="en-ZA" sz="800" i="1" dirty="0">
                <a:latin typeface="Arial" panose="020B0604020202020204" pitchFamily="34" charset="0"/>
                <a:ea typeface="Verdana" panose="020B0604030504040204" pitchFamily="34" charset="0"/>
                <a:cs typeface="Arial" panose="020B0604020202020204" pitchFamily="34" charset="0"/>
              </a:rPr>
              <a:t>Source: Google Maps, AIRE</a:t>
            </a:r>
          </a:p>
        </p:txBody>
      </p:sp>
      <p:sp>
        <p:nvSpPr>
          <p:cNvPr id="22" name="TextBox 11">
            <a:extLst>
              <a:ext uri="{FF2B5EF4-FFF2-40B4-BE49-F238E27FC236}">
                <a16:creationId xmlns:a16="http://schemas.microsoft.com/office/drawing/2014/main" id="{6BFD193C-1893-ADF4-BD06-B73B5EA91416}"/>
              </a:ext>
            </a:extLst>
          </p:cNvPr>
          <p:cNvSpPr txBox="1"/>
          <p:nvPr/>
        </p:nvSpPr>
        <p:spPr>
          <a:xfrm>
            <a:off x="9945174" y="1761620"/>
            <a:ext cx="7799439" cy="276999"/>
          </a:xfrm>
          <a:prstGeom prst="rect">
            <a:avLst/>
          </a:prstGeom>
        </p:spPr>
        <p:txBody>
          <a:bodyPr wrap="square" lIns="0" tIns="0" rIns="0" bIns="0" rtlCol="0" anchor="t">
            <a:spAutoFit/>
          </a:bodyPr>
          <a:lstStyle/>
          <a:p>
            <a:pPr marL="118746" lvl="1" algn="just">
              <a:spcAft>
                <a:spcPts val="600"/>
              </a:spcAft>
            </a:pPr>
            <a:r>
              <a:rPr lang="en-US" dirty="0" err="1">
                <a:latin typeface="Century Schoolbook" panose="02040604050505020304" pitchFamily="18" charset="0"/>
                <a:ea typeface="Verdana" panose="020B0604030504040204" pitchFamily="34" charset="0"/>
                <a:cs typeface="Arial" panose="020B0604020202020204" pitchFamily="34" charset="0"/>
              </a:rPr>
              <a:t>juihugredredtyugijijklo</a:t>
            </a:r>
            <a:endParaRPr lang="en-US" sz="1200" spc="136" dirty="0">
              <a:solidFill>
                <a:srgbClr val="000000"/>
              </a:solidFill>
              <a:latin typeface="Arial" panose="020B0604020202020204" pitchFamily="34" charset="0"/>
              <a:ea typeface="Verdana" panose="020B0604030504040204" pitchFamily="34" charset="0"/>
              <a:cs typeface="Arial" panose="020B0604020202020204" pitchFamily="34" charset="0"/>
            </a:endParaRPr>
          </a:p>
        </p:txBody>
      </p:sp>
      <p:sp>
        <p:nvSpPr>
          <p:cNvPr id="30" name="TextBox 29">
            <a:extLst>
              <a:ext uri="{FF2B5EF4-FFF2-40B4-BE49-F238E27FC236}">
                <a16:creationId xmlns:a16="http://schemas.microsoft.com/office/drawing/2014/main" id="{5D98A2F5-4161-B959-8D25-164523A992A0}"/>
              </a:ext>
            </a:extLst>
          </p:cNvPr>
          <p:cNvSpPr txBox="1"/>
          <p:nvPr/>
        </p:nvSpPr>
        <p:spPr>
          <a:xfrm>
            <a:off x="5091736" y="3677697"/>
            <a:ext cx="1832840" cy="246221"/>
          </a:xfrm>
          <a:prstGeom prst="rect">
            <a:avLst/>
          </a:prstGeom>
          <a:noFill/>
        </p:spPr>
        <p:txBody>
          <a:bodyPr wrap="square" rtlCol="0">
            <a:spAutoFit/>
          </a:bodyPr>
          <a:lstStyle/>
          <a:p>
            <a:r>
              <a:rPr lang="en-ZA" sz="1000" spc="300">
                <a:latin typeface="Arial" panose="020B0604020202020204" pitchFamily="34" charset="0"/>
                <a:ea typeface="Verdana" panose="020B0604030504040204" pitchFamily="34" charset="0"/>
                <a:cs typeface="Arial" panose="020B0604020202020204" pitchFamily="34" charset="0"/>
              </a:rPr>
              <a:t>Muthangari Drive</a:t>
            </a:r>
          </a:p>
        </p:txBody>
      </p:sp>
      <p:sp>
        <p:nvSpPr>
          <p:cNvPr id="31" name="TextBox 30">
            <a:extLst>
              <a:ext uri="{FF2B5EF4-FFF2-40B4-BE49-F238E27FC236}">
                <a16:creationId xmlns:a16="http://schemas.microsoft.com/office/drawing/2014/main" id="{1CB53FED-36C5-9D0B-C6C6-BA4BE1AAF020}"/>
              </a:ext>
            </a:extLst>
          </p:cNvPr>
          <p:cNvSpPr txBox="1"/>
          <p:nvPr/>
        </p:nvSpPr>
        <p:spPr>
          <a:xfrm>
            <a:off x="419875" y="1741737"/>
            <a:ext cx="1528454" cy="553998"/>
          </a:xfrm>
          <a:prstGeom prst="rect">
            <a:avLst/>
          </a:prstGeom>
          <a:noFill/>
        </p:spPr>
        <p:txBody>
          <a:bodyPr wrap="square" rtlCol="0">
            <a:spAutoFit/>
          </a:bodyPr>
          <a:lstStyle/>
          <a:p>
            <a:pPr algn="ctr"/>
            <a:r>
              <a:rPr lang="en-ZA" sz="1000" spc="300">
                <a:latin typeface="Arial" panose="020B0604020202020204" pitchFamily="34" charset="0"/>
                <a:ea typeface="Verdana" panose="020B0604030504040204" pitchFamily="34" charset="0"/>
                <a:cs typeface="Arial" panose="020B0604020202020204" pitchFamily="34" charset="0"/>
              </a:rPr>
              <a:t>Redhill</a:t>
            </a:r>
          </a:p>
          <a:p>
            <a:pPr algn="ctr"/>
            <a:r>
              <a:rPr lang="en-ZA" sz="1000" spc="300">
                <a:latin typeface="Arial" panose="020B0604020202020204" pitchFamily="34" charset="0"/>
                <a:ea typeface="Verdana" panose="020B0604030504040204" pitchFamily="34" charset="0"/>
                <a:cs typeface="Arial" panose="020B0604020202020204" pitchFamily="34" charset="0"/>
              </a:rPr>
              <a:t> Link</a:t>
            </a:r>
          </a:p>
          <a:p>
            <a:pPr algn="ctr"/>
            <a:r>
              <a:rPr lang="en-ZA" sz="1000" spc="300">
                <a:latin typeface="Arial" panose="020B0604020202020204" pitchFamily="34" charset="0"/>
                <a:ea typeface="Verdana" panose="020B0604030504040204" pitchFamily="34" charset="0"/>
                <a:cs typeface="Arial" panose="020B0604020202020204" pitchFamily="34" charset="0"/>
              </a:rPr>
              <a:t>Road</a:t>
            </a:r>
          </a:p>
        </p:txBody>
      </p:sp>
      <p:sp>
        <p:nvSpPr>
          <p:cNvPr id="32" name="TextBox 31">
            <a:extLst>
              <a:ext uri="{FF2B5EF4-FFF2-40B4-BE49-F238E27FC236}">
                <a16:creationId xmlns:a16="http://schemas.microsoft.com/office/drawing/2014/main" id="{E7851118-06F9-9073-2C9F-42B3F684BC16}"/>
              </a:ext>
            </a:extLst>
          </p:cNvPr>
          <p:cNvSpPr txBox="1"/>
          <p:nvPr/>
        </p:nvSpPr>
        <p:spPr>
          <a:xfrm>
            <a:off x="1927742" y="5452083"/>
            <a:ext cx="1555304" cy="246221"/>
          </a:xfrm>
          <a:prstGeom prst="rect">
            <a:avLst/>
          </a:prstGeom>
          <a:noFill/>
        </p:spPr>
        <p:txBody>
          <a:bodyPr wrap="square" rtlCol="0">
            <a:spAutoFit/>
          </a:bodyPr>
          <a:lstStyle/>
          <a:p>
            <a:r>
              <a:rPr lang="en-ZA" sz="1000" spc="300">
                <a:latin typeface="Arial" panose="020B0604020202020204" pitchFamily="34" charset="0"/>
                <a:ea typeface="Verdana" panose="020B0604030504040204" pitchFamily="34" charset="0"/>
                <a:cs typeface="Arial" panose="020B0604020202020204" pitchFamily="34" charset="0"/>
              </a:rPr>
              <a:t>Kanjata Road</a:t>
            </a:r>
          </a:p>
        </p:txBody>
      </p:sp>
      <p:sp>
        <p:nvSpPr>
          <p:cNvPr id="33" name="TextBox 32">
            <a:extLst>
              <a:ext uri="{FF2B5EF4-FFF2-40B4-BE49-F238E27FC236}">
                <a16:creationId xmlns:a16="http://schemas.microsoft.com/office/drawing/2014/main" id="{16B1819F-8035-0DE1-0914-338A42D734AC}"/>
              </a:ext>
            </a:extLst>
          </p:cNvPr>
          <p:cNvSpPr txBox="1"/>
          <p:nvPr/>
        </p:nvSpPr>
        <p:spPr>
          <a:xfrm>
            <a:off x="856391" y="3523809"/>
            <a:ext cx="1006944" cy="553998"/>
          </a:xfrm>
          <a:prstGeom prst="rect">
            <a:avLst/>
          </a:prstGeom>
          <a:noFill/>
        </p:spPr>
        <p:txBody>
          <a:bodyPr wrap="square" rtlCol="0">
            <a:spAutoFit/>
          </a:bodyPr>
          <a:lstStyle/>
          <a:p>
            <a:pPr algn="ctr"/>
            <a:r>
              <a:rPr lang="en-ZA" sz="1000" spc="300">
                <a:latin typeface="Arial" panose="020B0604020202020204" pitchFamily="34" charset="0"/>
                <a:ea typeface="Verdana" panose="020B0604030504040204" pitchFamily="34" charset="0"/>
                <a:cs typeface="Arial" panose="020B0604020202020204" pitchFamily="34" charset="0"/>
              </a:rPr>
              <a:t>James Gichuru Road</a:t>
            </a:r>
          </a:p>
        </p:txBody>
      </p:sp>
      <p:sp>
        <p:nvSpPr>
          <p:cNvPr id="34" name="TextBox 33">
            <a:extLst>
              <a:ext uri="{FF2B5EF4-FFF2-40B4-BE49-F238E27FC236}">
                <a16:creationId xmlns:a16="http://schemas.microsoft.com/office/drawing/2014/main" id="{40D02EB1-A370-1912-7211-B00DB8779C78}"/>
              </a:ext>
            </a:extLst>
          </p:cNvPr>
          <p:cNvSpPr txBox="1"/>
          <p:nvPr/>
        </p:nvSpPr>
        <p:spPr>
          <a:xfrm>
            <a:off x="3246460" y="2766207"/>
            <a:ext cx="1845276" cy="246221"/>
          </a:xfrm>
          <a:prstGeom prst="rect">
            <a:avLst/>
          </a:prstGeom>
          <a:noFill/>
        </p:spPr>
        <p:txBody>
          <a:bodyPr wrap="square" rtlCol="0">
            <a:spAutoFit/>
          </a:bodyPr>
          <a:lstStyle/>
          <a:p>
            <a:pPr algn="ctr"/>
            <a:r>
              <a:rPr lang="en-ZA" sz="1000" spc="300">
                <a:latin typeface="Arial" panose="020B0604020202020204" pitchFamily="34" charset="0"/>
                <a:ea typeface="Verdana" panose="020B0604030504040204" pitchFamily="34" charset="0"/>
                <a:cs typeface="Arial" panose="020B0604020202020204" pitchFamily="34" charset="0"/>
              </a:rPr>
              <a:t>Waiyaki Way</a:t>
            </a:r>
          </a:p>
        </p:txBody>
      </p:sp>
      <p:sp>
        <p:nvSpPr>
          <p:cNvPr id="14" name="Freeform: Shape 13">
            <a:extLst>
              <a:ext uri="{FF2B5EF4-FFF2-40B4-BE49-F238E27FC236}">
                <a16:creationId xmlns:a16="http://schemas.microsoft.com/office/drawing/2014/main" id="{77454786-4176-B429-81B3-C585FFB3848C}"/>
              </a:ext>
            </a:extLst>
          </p:cNvPr>
          <p:cNvSpPr/>
          <p:nvPr/>
        </p:nvSpPr>
        <p:spPr>
          <a:xfrm>
            <a:off x="731836" y="2652937"/>
            <a:ext cx="7706895" cy="622300"/>
          </a:xfrm>
          <a:custGeom>
            <a:avLst/>
            <a:gdLst>
              <a:gd name="connsiteX0" fmla="*/ 0 w 8813800"/>
              <a:gd name="connsiteY0" fmla="*/ 622300 h 622300"/>
              <a:gd name="connsiteX1" fmla="*/ 1320800 w 8813800"/>
              <a:gd name="connsiteY1" fmla="*/ 393700 h 622300"/>
              <a:gd name="connsiteX2" fmla="*/ 1803400 w 8813800"/>
              <a:gd name="connsiteY2" fmla="*/ 266700 h 622300"/>
              <a:gd name="connsiteX3" fmla="*/ 2628900 w 8813800"/>
              <a:gd name="connsiteY3" fmla="*/ 177800 h 622300"/>
              <a:gd name="connsiteX4" fmla="*/ 3708400 w 8813800"/>
              <a:gd name="connsiteY4" fmla="*/ 0 h 622300"/>
              <a:gd name="connsiteX5" fmla="*/ 5029200 w 8813800"/>
              <a:gd name="connsiteY5" fmla="*/ 101600 h 622300"/>
              <a:gd name="connsiteX6" fmla="*/ 6743700 w 8813800"/>
              <a:gd name="connsiteY6" fmla="*/ 317500 h 622300"/>
              <a:gd name="connsiteX7" fmla="*/ 8813800 w 8813800"/>
              <a:gd name="connsiteY7" fmla="*/ 584200 h 622300"/>
              <a:gd name="connsiteX0" fmla="*/ 0 w 7706895"/>
              <a:gd name="connsiteY0" fmla="*/ 622300 h 622300"/>
              <a:gd name="connsiteX1" fmla="*/ 1320800 w 7706895"/>
              <a:gd name="connsiteY1" fmla="*/ 393700 h 622300"/>
              <a:gd name="connsiteX2" fmla="*/ 1803400 w 7706895"/>
              <a:gd name="connsiteY2" fmla="*/ 266700 h 622300"/>
              <a:gd name="connsiteX3" fmla="*/ 2628900 w 7706895"/>
              <a:gd name="connsiteY3" fmla="*/ 177800 h 622300"/>
              <a:gd name="connsiteX4" fmla="*/ 3708400 w 7706895"/>
              <a:gd name="connsiteY4" fmla="*/ 0 h 622300"/>
              <a:gd name="connsiteX5" fmla="*/ 5029200 w 7706895"/>
              <a:gd name="connsiteY5" fmla="*/ 101600 h 622300"/>
              <a:gd name="connsiteX6" fmla="*/ 6743700 w 7706895"/>
              <a:gd name="connsiteY6" fmla="*/ 317500 h 622300"/>
              <a:gd name="connsiteX7" fmla="*/ 7706895 w 7706895"/>
              <a:gd name="connsiteY7" fmla="*/ 468697 h 622300"/>
              <a:gd name="connsiteX0" fmla="*/ 0 w 7706895"/>
              <a:gd name="connsiteY0" fmla="*/ 622300 h 622300"/>
              <a:gd name="connsiteX1" fmla="*/ 1301549 w 7706895"/>
              <a:gd name="connsiteY1" fmla="*/ 268571 h 622300"/>
              <a:gd name="connsiteX2" fmla="*/ 1803400 w 7706895"/>
              <a:gd name="connsiteY2" fmla="*/ 266700 h 622300"/>
              <a:gd name="connsiteX3" fmla="*/ 2628900 w 7706895"/>
              <a:gd name="connsiteY3" fmla="*/ 177800 h 622300"/>
              <a:gd name="connsiteX4" fmla="*/ 3708400 w 7706895"/>
              <a:gd name="connsiteY4" fmla="*/ 0 h 622300"/>
              <a:gd name="connsiteX5" fmla="*/ 5029200 w 7706895"/>
              <a:gd name="connsiteY5" fmla="*/ 101600 h 622300"/>
              <a:gd name="connsiteX6" fmla="*/ 6743700 w 7706895"/>
              <a:gd name="connsiteY6" fmla="*/ 317500 h 622300"/>
              <a:gd name="connsiteX7" fmla="*/ 7706895 w 7706895"/>
              <a:gd name="connsiteY7" fmla="*/ 468697 h 622300"/>
              <a:gd name="connsiteX0" fmla="*/ 0 w 7706895"/>
              <a:gd name="connsiteY0" fmla="*/ 622300 h 622300"/>
              <a:gd name="connsiteX1" fmla="*/ 1301549 w 7706895"/>
              <a:gd name="connsiteY1" fmla="*/ 268571 h 622300"/>
              <a:gd name="connsiteX2" fmla="*/ 1803400 w 7706895"/>
              <a:gd name="connsiteY2" fmla="*/ 199324 h 622300"/>
              <a:gd name="connsiteX3" fmla="*/ 2628900 w 7706895"/>
              <a:gd name="connsiteY3" fmla="*/ 177800 h 622300"/>
              <a:gd name="connsiteX4" fmla="*/ 3708400 w 7706895"/>
              <a:gd name="connsiteY4" fmla="*/ 0 h 622300"/>
              <a:gd name="connsiteX5" fmla="*/ 5029200 w 7706895"/>
              <a:gd name="connsiteY5" fmla="*/ 101600 h 622300"/>
              <a:gd name="connsiteX6" fmla="*/ 6743700 w 7706895"/>
              <a:gd name="connsiteY6" fmla="*/ 317500 h 622300"/>
              <a:gd name="connsiteX7" fmla="*/ 7706895 w 7706895"/>
              <a:gd name="connsiteY7" fmla="*/ 468697 h 622300"/>
              <a:gd name="connsiteX0" fmla="*/ 0 w 7706895"/>
              <a:gd name="connsiteY0" fmla="*/ 622300 h 622300"/>
              <a:gd name="connsiteX1" fmla="*/ 1301549 w 7706895"/>
              <a:gd name="connsiteY1" fmla="*/ 268571 h 622300"/>
              <a:gd name="connsiteX2" fmla="*/ 1803400 w 7706895"/>
              <a:gd name="connsiteY2" fmla="*/ 199324 h 622300"/>
              <a:gd name="connsiteX3" fmla="*/ 2628900 w 7706895"/>
              <a:gd name="connsiteY3" fmla="*/ 43046 h 622300"/>
              <a:gd name="connsiteX4" fmla="*/ 3708400 w 7706895"/>
              <a:gd name="connsiteY4" fmla="*/ 0 h 622300"/>
              <a:gd name="connsiteX5" fmla="*/ 5029200 w 7706895"/>
              <a:gd name="connsiteY5" fmla="*/ 101600 h 622300"/>
              <a:gd name="connsiteX6" fmla="*/ 6743700 w 7706895"/>
              <a:gd name="connsiteY6" fmla="*/ 317500 h 622300"/>
              <a:gd name="connsiteX7" fmla="*/ 7706895 w 7706895"/>
              <a:gd name="connsiteY7" fmla="*/ 468697 h 622300"/>
              <a:gd name="connsiteX0" fmla="*/ 0 w 7706895"/>
              <a:gd name="connsiteY0" fmla="*/ 622300 h 622300"/>
              <a:gd name="connsiteX1" fmla="*/ 1301549 w 7706895"/>
              <a:gd name="connsiteY1" fmla="*/ 268571 h 622300"/>
              <a:gd name="connsiteX2" fmla="*/ 1803400 w 7706895"/>
              <a:gd name="connsiteY2" fmla="*/ 199324 h 622300"/>
              <a:gd name="connsiteX3" fmla="*/ 2628900 w 7706895"/>
              <a:gd name="connsiteY3" fmla="*/ 43046 h 622300"/>
              <a:gd name="connsiteX4" fmla="*/ 3708400 w 7706895"/>
              <a:gd name="connsiteY4" fmla="*/ 0 h 622300"/>
              <a:gd name="connsiteX5" fmla="*/ 5029200 w 7706895"/>
              <a:gd name="connsiteY5" fmla="*/ 101600 h 622300"/>
              <a:gd name="connsiteX6" fmla="*/ 6743700 w 7706895"/>
              <a:gd name="connsiteY6" fmla="*/ 317500 h 622300"/>
              <a:gd name="connsiteX7" fmla="*/ 7706895 w 7706895"/>
              <a:gd name="connsiteY7" fmla="*/ 468697 h 622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06895" h="622300">
                <a:moveTo>
                  <a:pt x="0" y="622300"/>
                </a:moveTo>
                <a:lnTo>
                  <a:pt x="1301549" y="268571"/>
                </a:lnTo>
                <a:lnTo>
                  <a:pt x="1803400" y="199324"/>
                </a:lnTo>
                <a:lnTo>
                  <a:pt x="2628900" y="43046"/>
                </a:lnTo>
                <a:cubicBezTo>
                  <a:pt x="3036860" y="-19429"/>
                  <a:pt x="3348567" y="14349"/>
                  <a:pt x="3708400" y="0"/>
                </a:cubicBezTo>
                <a:lnTo>
                  <a:pt x="5029200" y="101600"/>
                </a:lnTo>
                <a:lnTo>
                  <a:pt x="6743700" y="317500"/>
                </a:lnTo>
                <a:cubicBezTo>
                  <a:pt x="7433733" y="406400"/>
                  <a:pt x="7016862" y="379797"/>
                  <a:pt x="7706895" y="468697"/>
                </a:cubicBezTo>
              </a:path>
            </a:pathLst>
          </a:custGeom>
          <a:noFill/>
          <a:ln w="76200" cmpd="dbl">
            <a:solidFill>
              <a:srgbClr val="67917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0832E9F0-3E7A-3990-254C-748B35622C3D}"/>
              </a:ext>
            </a:extLst>
          </p:cNvPr>
          <p:cNvSpPr/>
          <p:nvPr/>
        </p:nvSpPr>
        <p:spPr>
          <a:xfrm>
            <a:off x="752733" y="3004305"/>
            <a:ext cx="1049510" cy="1833434"/>
          </a:xfrm>
          <a:custGeom>
            <a:avLst/>
            <a:gdLst>
              <a:gd name="connsiteX0" fmla="*/ 0 w 1634067"/>
              <a:gd name="connsiteY0" fmla="*/ 2201333 h 2201333"/>
              <a:gd name="connsiteX1" fmla="*/ 304800 w 1634067"/>
              <a:gd name="connsiteY1" fmla="*/ 1998133 h 2201333"/>
              <a:gd name="connsiteX2" fmla="*/ 651934 w 1634067"/>
              <a:gd name="connsiteY2" fmla="*/ 1794933 h 2201333"/>
              <a:gd name="connsiteX3" fmla="*/ 1049867 w 1634067"/>
              <a:gd name="connsiteY3" fmla="*/ 1625600 h 2201333"/>
              <a:gd name="connsiteX4" fmla="*/ 1405467 w 1634067"/>
              <a:gd name="connsiteY4" fmla="*/ 1405466 h 2201333"/>
              <a:gd name="connsiteX5" fmla="*/ 1600200 w 1634067"/>
              <a:gd name="connsiteY5" fmla="*/ 1151466 h 2201333"/>
              <a:gd name="connsiteX6" fmla="*/ 1634067 w 1634067"/>
              <a:gd name="connsiteY6" fmla="*/ 872066 h 2201333"/>
              <a:gd name="connsiteX7" fmla="*/ 1600200 w 1634067"/>
              <a:gd name="connsiteY7" fmla="*/ 338666 h 2201333"/>
              <a:gd name="connsiteX8" fmla="*/ 1524000 w 1634067"/>
              <a:gd name="connsiteY8" fmla="*/ 0 h 2201333"/>
              <a:gd name="connsiteX0" fmla="*/ 0 w 1634067"/>
              <a:gd name="connsiteY0" fmla="*/ 2201333 h 2201333"/>
              <a:gd name="connsiteX1" fmla="*/ 651934 w 1634067"/>
              <a:gd name="connsiteY1" fmla="*/ 1794933 h 2201333"/>
              <a:gd name="connsiteX2" fmla="*/ 1049867 w 1634067"/>
              <a:gd name="connsiteY2" fmla="*/ 1625600 h 2201333"/>
              <a:gd name="connsiteX3" fmla="*/ 1405467 w 1634067"/>
              <a:gd name="connsiteY3" fmla="*/ 1405466 h 2201333"/>
              <a:gd name="connsiteX4" fmla="*/ 1600200 w 1634067"/>
              <a:gd name="connsiteY4" fmla="*/ 1151466 h 2201333"/>
              <a:gd name="connsiteX5" fmla="*/ 1634067 w 1634067"/>
              <a:gd name="connsiteY5" fmla="*/ 872066 h 2201333"/>
              <a:gd name="connsiteX6" fmla="*/ 1600200 w 1634067"/>
              <a:gd name="connsiteY6" fmla="*/ 338666 h 2201333"/>
              <a:gd name="connsiteX7" fmla="*/ 1524000 w 1634067"/>
              <a:gd name="connsiteY7" fmla="*/ 0 h 2201333"/>
              <a:gd name="connsiteX0" fmla="*/ 0 w 982133"/>
              <a:gd name="connsiteY0" fmla="*/ 1794933 h 1794933"/>
              <a:gd name="connsiteX1" fmla="*/ 397933 w 982133"/>
              <a:gd name="connsiteY1" fmla="*/ 1625600 h 1794933"/>
              <a:gd name="connsiteX2" fmla="*/ 753533 w 982133"/>
              <a:gd name="connsiteY2" fmla="*/ 1405466 h 1794933"/>
              <a:gd name="connsiteX3" fmla="*/ 948266 w 982133"/>
              <a:gd name="connsiteY3" fmla="*/ 1151466 h 1794933"/>
              <a:gd name="connsiteX4" fmla="*/ 982133 w 982133"/>
              <a:gd name="connsiteY4" fmla="*/ 872066 h 1794933"/>
              <a:gd name="connsiteX5" fmla="*/ 948266 w 982133"/>
              <a:gd name="connsiteY5" fmla="*/ 338666 h 1794933"/>
              <a:gd name="connsiteX6" fmla="*/ 872066 w 982133"/>
              <a:gd name="connsiteY6" fmla="*/ 0 h 1794933"/>
              <a:gd name="connsiteX0" fmla="*/ 0 w 1049510"/>
              <a:gd name="connsiteY0" fmla="*/ 1833434 h 1833434"/>
              <a:gd name="connsiteX1" fmla="*/ 465310 w 1049510"/>
              <a:gd name="connsiteY1" fmla="*/ 1625600 h 1833434"/>
              <a:gd name="connsiteX2" fmla="*/ 820910 w 1049510"/>
              <a:gd name="connsiteY2" fmla="*/ 1405466 h 1833434"/>
              <a:gd name="connsiteX3" fmla="*/ 1015643 w 1049510"/>
              <a:gd name="connsiteY3" fmla="*/ 1151466 h 1833434"/>
              <a:gd name="connsiteX4" fmla="*/ 1049510 w 1049510"/>
              <a:gd name="connsiteY4" fmla="*/ 872066 h 1833434"/>
              <a:gd name="connsiteX5" fmla="*/ 1015643 w 1049510"/>
              <a:gd name="connsiteY5" fmla="*/ 338666 h 1833434"/>
              <a:gd name="connsiteX6" fmla="*/ 939443 w 1049510"/>
              <a:gd name="connsiteY6" fmla="*/ 0 h 183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49510" h="1833434">
                <a:moveTo>
                  <a:pt x="0" y="1833434"/>
                </a:moveTo>
                <a:lnTo>
                  <a:pt x="465310" y="1625600"/>
                </a:lnTo>
                <a:lnTo>
                  <a:pt x="820910" y="1405466"/>
                </a:lnTo>
                <a:lnTo>
                  <a:pt x="1015643" y="1151466"/>
                </a:lnTo>
                <a:lnTo>
                  <a:pt x="1049510" y="872066"/>
                </a:lnTo>
                <a:lnTo>
                  <a:pt x="1015643" y="338666"/>
                </a:lnTo>
                <a:lnTo>
                  <a:pt x="939443" y="0"/>
                </a:lnTo>
              </a:path>
            </a:pathLst>
          </a:custGeom>
          <a:noFill/>
          <a:ln w="57150" cmpd="sng">
            <a:solidFill>
              <a:srgbClr val="AAD2C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99D1CAFA-E833-EE18-3E92-6B62FFA8EE6F}"/>
              </a:ext>
            </a:extLst>
          </p:cNvPr>
          <p:cNvSpPr/>
          <p:nvPr/>
        </p:nvSpPr>
        <p:spPr>
          <a:xfrm>
            <a:off x="1556710" y="1488383"/>
            <a:ext cx="152443" cy="1515921"/>
          </a:xfrm>
          <a:custGeom>
            <a:avLst/>
            <a:gdLst>
              <a:gd name="connsiteX0" fmla="*/ 50800 w 59267"/>
              <a:gd name="connsiteY0" fmla="*/ 1253066 h 1253066"/>
              <a:gd name="connsiteX1" fmla="*/ 59267 w 59267"/>
              <a:gd name="connsiteY1" fmla="*/ 778933 h 1253066"/>
              <a:gd name="connsiteX2" fmla="*/ 0 w 59267"/>
              <a:gd name="connsiteY2" fmla="*/ 0 h 1253066"/>
            </a:gdLst>
            <a:ahLst/>
            <a:cxnLst>
              <a:cxn ang="0">
                <a:pos x="connsiteX0" y="connsiteY0"/>
              </a:cxn>
              <a:cxn ang="0">
                <a:pos x="connsiteX1" y="connsiteY1"/>
              </a:cxn>
              <a:cxn ang="0">
                <a:pos x="connsiteX2" y="connsiteY2"/>
              </a:cxn>
            </a:cxnLst>
            <a:rect l="l" t="t" r="r" b="b"/>
            <a:pathLst>
              <a:path w="59267" h="1253066">
                <a:moveTo>
                  <a:pt x="50800" y="1253066"/>
                </a:moveTo>
                <a:lnTo>
                  <a:pt x="59267" y="778933"/>
                </a:lnTo>
                <a:lnTo>
                  <a:pt x="0" y="0"/>
                </a:lnTo>
              </a:path>
            </a:pathLst>
          </a:custGeom>
          <a:noFill/>
          <a:ln w="57150" cmpd="sng">
            <a:solidFill>
              <a:srgbClr val="AAD2C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7B9823DC-3F2E-E507-4D9C-BFAA20387DD5}"/>
              </a:ext>
            </a:extLst>
          </p:cNvPr>
          <p:cNvSpPr/>
          <p:nvPr/>
        </p:nvSpPr>
        <p:spPr>
          <a:xfrm>
            <a:off x="803176" y="3156704"/>
            <a:ext cx="7306734" cy="2209800"/>
          </a:xfrm>
          <a:custGeom>
            <a:avLst/>
            <a:gdLst>
              <a:gd name="connsiteX0" fmla="*/ 0 w 7306734"/>
              <a:gd name="connsiteY0" fmla="*/ 1684866 h 2209800"/>
              <a:gd name="connsiteX1" fmla="*/ 270934 w 7306734"/>
              <a:gd name="connsiteY1" fmla="*/ 2057400 h 2209800"/>
              <a:gd name="connsiteX2" fmla="*/ 592667 w 7306734"/>
              <a:gd name="connsiteY2" fmla="*/ 2167466 h 2209800"/>
              <a:gd name="connsiteX3" fmla="*/ 1075267 w 7306734"/>
              <a:gd name="connsiteY3" fmla="*/ 2209800 h 2209800"/>
              <a:gd name="connsiteX4" fmla="*/ 1693334 w 7306734"/>
              <a:gd name="connsiteY4" fmla="*/ 2209800 h 2209800"/>
              <a:gd name="connsiteX5" fmla="*/ 2633134 w 7306734"/>
              <a:gd name="connsiteY5" fmla="*/ 2159000 h 2209800"/>
              <a:gd name="connsiteX6" fmla="*/ 2971800 w 7306734"/>
              <a:gd name="connsiteY6" fmla="*/ 2125133 h 2209800"/>
              <a:gd name="connsiteX7" fmla="*/ 3014134 w 7306734"/>
              <a:gd name="connsiteY7" fmla="*/ 1955800 h 2209800"/>
              <a:gd name="connsiteX8" fmla="*/ 3183467 w 7306734"/>
              <a:gd name="connsiteY8" fmla="*/ 1507066 h 2209800"/>
              <a:gd name="connsiteX9" fmla="*/ 3699934 w 7306734"/>
              <a:gd name="connsiteY9" fmla="*/ 1007533 h 2209800"/>
              <a:gd name="connsiteX10" fmla="*/ 4140200 w 7306734"/>
              <a:gd name="connsiteY10" fmla="*/ 601133 h 2209800"/>
              <a:gd name="connsiteX11" fmla="*/ 4563534 w 7306734"/>
              <a:gd name="connsiteY11" fmla="*/ 355600 h 2209800"/>
              <a:gd name="connsiteX12" fmla="*/ 5283200 w 7306734"/>
              <a:gd name="connsiteY12" fmla="*/ 406400 h 2209800"/>
              <a:gd name="connsiteX13" fmla="*/ 5977467 w 7306734"/>
              <a:gd name="connsiteY13" fmla="*/ 508000 h 2209800"/>
              <a:gd name="connsiteX14" fmla="*/ 6553200 w 7306734"/>
              <a:gd name="connsiteY14" fmla="*/ 635000 h 2209800"/>
              <a:gd name="connsiteX15" fmla="*/ 6739467 w 7306734"/>
              <a:gd name="connsiteY15" fmla="*/ 609600 h 2209800"/>
              <a:gd name="connsiteX16" fmla="*/ 7069667 w 7306734"/>
              <a:gd name="connsiteY16" fmla="*/ 245533 h 2209800"/>
              <a:gd name="connsiteX17" fmla="*/ 7306734 w 7306734"/>
              <a:gd name="connsiteY17" fmla="*/ 194733 h 2209800"/>
              <a:gd name="connsiteX18" fmla="*/ 7298267 w 7306734"/>
              <a:gd name="connsiteY18" fmla="*/ 0 h 2209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306734" h="2209800">
                <a:moveTo>
                  <a:pt x="0" y="1684866"/>
                </a:moveTo>
                <a:lnTo>
                  <a:pt x="270934" y="2057400"/>
                </a:lnTo>
                <a:lnTo>
                  <a:pt x="592667" y="2167466"/>
                </a:lnTo>
                <a:lnTo>
                  <a:pt x="1075267" y="2209800"/>
                </a:lnTo>
                <a:lnTo>
                  <a:pt x="1693334" y="2209800"/>
                </a:lnTo>
                <a:lnTo>
                  <a:pt x="2633134" y="2159000"/>
                </a:lnTo>
                <a:lnTo>
                  <a:pt x="2971800" y="2125133"/>
                </a:lnTo>
                <a:lnTo>
                  <a:pt x="3014134" y="1955800"/>
                </a:lnTo>
                <a:lnTo>
                  <a:pt x="3183467" y="1507066"/>
                </a:lnTo>
                <a:lnTo>
                  <a:pt x="3699934" y="1007533"/>
                </a:lnTo>
                <a:lnTo>
                  <a:pt x="4140200" y="601133"/>
                </a:lnTo>
                <a:lnTo>
                  <a:pt x="4563534" y="355600"/>
                </a:lnTo>
                <a:lnTo>
                  <a:pt x="5283200" y="406400"/>
                </a:lnTo>
                <a:lnTo>
                  <a:pt x="5977467" y="508000"/>
                </a:lnTo>
                <a:lnTo>
                  <a:pt x="6553200" y="635000"/>
                </a:lnTo>
                <a:lnTo>
                  <a:pt x="6739467" y="609600"/>
                </a:lnTo>
                <a:lnTo>
                  <a:pt x="7069667" y="245533"/>
                </a:lnTo>
                <a:lnTo>
                  <a:pt x="7306734" y="194733"/>
                </a:lnTo>
                <a:lnTo>
                  <a:pt x="7298267" y="0"/>
                </a:lnTo>
              </a:path>
            </a:pathLst>
          </a:custGeom>
          <a:noFill/>
          <a:ln w="57150" cmpd="sng">
            <a:solidFill>
              <a:srgbClr val="AAD2C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A80C3D80-4DF6-4992-772E-295C318F9959}"/>
              </a:ext>
            </a:extLst>
          </p:cNvPr>
          <p:cNvSpPr/>
          <p:nvPr/>
        </p:nvSpPr>
        <p:spPr>
          <a:xfrm>
            <a:off x="1878443" y="4474117"/>
            <a:ext cx="2087880" cy="889000"/>
          </a:xfrm>
          <a:custGeom>
            <a:avLst/>
            <a:gdLst>
              <a:gd name="connsiteX0" fmla="*/ 15240 w 2087880"/>
              <a:gd name="connsiteY0" fmla="*/ 889000 h 889000"/>
              <a:gd name="connsiteX1" fmla="*/ 0 w 2087880"/>
              <a:gd name="connsiteY1" fmla="*/ 675640 h 889000"/>
              <a:gd name="connsiteX2" fmla="*/ 15240 w 2087880"/>
              <a:gd name="connsiteY2" fmla="*/ 386080 h 889000"/>
              <a:gd name="connsiteX3" fmla="*/ 81280 w 2087880"/>
              <a:gd name="connsiteY3" fmla="*/ 218440 h 889000"/>
              <a:gd name="connsiteX4" fmla="*/ 294640 w 2087880"/>
              <a:gd name="connsiteY4" fmla="*/ 55880 h 889000"/>
              <a:gd name="connsiteX5" fmla="*/ 624840 w 2087880"/>
              <a:gd name="connsiteY5" fmla="*/ 15240 h 889000"/>
              <a:gd name="connsiteX6" fmla="*/ 1229360 w 2087880"/>
              <a:gd name="connsiteY6" fmla="*/ 5080 h 889000"/>
              <a:gd name="connsiteX7" fmla="*/ 1747520 w 2087880"/>
              <a:gd name="connsiteY7" fmla="*/ 0 h 889000"/>
              <a:gd name="connsiteX8" fmla="*/ 1869440 w 2087880"/>
              <a:gd name="connsiteY8" fmla="*/ 20320 h 889000"/>
              <a:gd name="connsiteX9" fmla="*/ 2087880 w 2087880"/>
              <a:gd name="connsiteY9" fmla="*/ 248920 h 88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87880" h="889000">
                <a:moveTo>
                  <a:pt x="15240" y="889000"/>
                </a:moveTo>
                <a:lnTo>
                  <a:pt x="0" y="675640"/>
                </a:lnTo>
                <a:lnTo>
                  <a:pt x="15240" y="386080"/>
                </a:lnTo>
                <a:lnTo>
                  <a:pt x="81280" y="218440"/>
                </a:lnTo>
                <a:lnTo>
                  <a:pt x="294640" y="55880"/>
                </a:lnTo>
                <a:lnTo>
                  <a:pt x="624840" y="15240"/>
                </a:lnTo>
                <a:lnTo>
                  <a:pt x="1229360" y="5080"/>
                </a:lnTo>
                <a:lnTo>
                  <a:pt x="1747520" y="0"/>
                </a:lnTo>
                <a:lnTo>
                  <a:pt x="1869440" y="20320"/>
                </a:lnTo>
                <a:lnTo>
                  <a:pt x="2087880" y="248920"/>
                </a:lnTo>
              </a:path>
            </a:pathLst>
          </a:custGeom>
          <a:noFill/>
          <a:ln w="57150" cmpd="sng">
            <a:solidFill>
              <a:srgbClr val="AAD2C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CC5E4EAB-C415-C2CE-0062-76D36EE48007}"/>
              </a:ext>
            </a:extLst>
          </p:cNvPr>
          <p:cNvSpPr txBox="1"/>
          <p:nvPr/>
        </p:nvSpPr>
        <p:spPr>
          <a:xfrm>
            <a:off x="2066763" y="4516449"/>
            <a:ext cx="1821592" cy="246221"/>
          </a:xfrm>
          <a:prstGeom prst="rect">
            <a:avLst/>
          </a:prstGeom>
          <a:noFill/>
        </p:spPr>
        <p:txBody>
          <a:bodyPr wrap="square" rtlCol="0">
            <a:spAutoFit/>
          </a:bodyPr>
          <a:lstStyle/>
          <a:p>
            <a:r>
              <a:rPr lang="en-ZA" sz="1000" spc="300" dirty="0">
                <a:latin typeface="Arial" panose="020B0604020202020204" pitchFamily="34" charset="0"/>
                <a:ea typeface="Verdana" panose="020B0604030504040204" pitchFamily="34" charset="0"/>
                <a:cs typeface="Arial" panose="020B0604020202020204" pitchFamily="34" charset="0"/>
              </a:rPr>
              <a:t>Kanjata Crescent</a:t>
            </a:r>
          </a:p>
        </p:txBody>
      </p:sp>
      <p:pic>
        <p:nvPicPr>
          <p:cNvPr id="36" name="Graphic 35" descr="City outline">
            <a:extLst>
              <a:ext uri="{FF2B5EF4-FFF2-40B4-BE49-F238E27FC236}">
                <a16:creationId xmlns:a16="http://schemas.microsoft.com/office/drawing/2014/main" id="{367427D7-0AE1-121B-990F-3C291F7AE7C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654926" y="2355843"/>
            <a:ext cx="622300" cy="622300"/>
          </a:xfrm>
          <a:prstGeom prst="rect">
            <a:avLst/>
          </a:prstGeom>
        </p:spPr>
      </p:pic>
      <p:pic>
        <p:nvPicPr>
          <p:cNvPr id="37" name="Graphic 36" descr="City outline">
            <a:extLst>
              <a:ext uri="{FF2B5EF4-FFF2-40B4-BE49-F238E27FC236}">
                <a16:creationId xmlns:a16="http://schemas.microsoft.com/office/drawing/2014/main" id="{5E3B2C95-C5A0-2DFD-879C-8F570F34B75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927741" y="3057499"/>
            <a:ext cx="542943" cy="542943"/>
          </a:xfrm>
          <a:prstGeom prst="rect">
            <a:avLst/>
          </a:prstGeom>
        </p:spPr>
      </p:pic>
      <p:pic>
        <p:nvPicPr>
          <p:cNvPr id="39" name="Graphic 38" descr="Graduation cap outline">
            <a:extLst>
              <a:ext uri="{FF2B5EF4-FFF2-40B4-BE49-F238E27FC236}">
                <a16:creationId xmlns:a16="http://schemas.microsoft.com/office/drawing/2014/main" id="{9E7C082C-4477-08A8-2CEC-037CB5E5D02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083250" y="5033697"/>
            <a:ext cx="638159" cy="638159"/>
          </a:xfrm>
          <a:prstGeom prst="rect">
            <a:avLst/>
          </a:prstGeom>
        </p:spPr>
      </p:pic>
      <p:pic>
        <p:nvPicPr>
          <p:cNvPr id="41" name="Graphic 40" descr="Graduation cap outline">
            <a:extLst>
              <a:ext uri="{FF2B5EF4-FFF2-40B4-BE49-F238E27FC236}">
                <a16:creationId xmlns:a16="http://schemas.microsoft.com/office/drawing/2014/main" id="{432A5FBA-E509-545F-DBBA-2BAAFA90D74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031852" y="7716720"/>
            <a:ext cx="508257" cy="508257"/>
          </a:xfrm>
          <a:prstGeom prst="rect">
            <a:avLst/>
          </a:prstGeom>
        </p:spPr>
      </p:pic>
      <p:pic>
        <p:nvPicPr>
          <p:cNvPr id="42" name="Graphic 41" descr="City outline">
            <a:extLst>
              <a:ext uri="{FF2B5EF4-FFF2-40B4-BE49-F238E27FC236}">
                <a16:creationId xmlns:a16="http://schemas.microsoft.com/office/drawing/2014/main" id="{F35B8391-348A-5168-2827-11CEA23DEB5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21037" y="8174806"/>
            <a:ext cx="400754" cy="400754"/>
          </a:xfrm>
          <a:prstGeom prst="rect">
            <a:avLst/>
          </a:prstGeom>
        </p:spPr>
      </p:pic>
      <p:sp>
        <p:nvSpPr>
          <p:cNvPr id="44" name="TextBox 43">
            <a:extLst>
              <a:ext uri="{FF2B5EF4-FFF2-40B4-BE49-F238E27FC236}">
                <a16:creationId xmlns:a16="http://schemas.microsoft.com/office/drawing/2014/main" id="{23C27F9A-586D-FE83-82B2-960758A9C331}"/>
              </a:ext>
            </a:extLst>
          </p:cNvPr>
          <p:cNvSpPr txBox="1"/>
          <p:nvPr/>
        </p:nvSpPr>
        <p:spPr>
          <a:xfrm>
            <a:off x="4570843" y="5606286"/>
            <a:ext cx="1845276" cy="400110"/>
          </a:xfrm>
          <a:prstGeom prst="rect">
            <a:avLst/>
          </a:prstGeom>
          <a:noFill/>
        </p:spPr>
        <p:txBody>
          <a:bodyPr wrap="square" rtlCol="0">
            <a:spAutoFit/>
          </a:bodyPr>
          <a:lstStyle/>
          <a:p>
            <a:pPr algn="ctr"/>
            <a:r>
              <a:rPr lang="en-ZA" sz="1000" b="1" spc="300">
                <a:solidFill>
                  <a:srgbClr val="67917B"/>
                </a:solidFill>
                <a:latin typeface="Arial" panose="020B0604020202020204" pitchFamily="34" charset="0"/>
                <a:ea typeface="Verdana" panose="020B0604030504040204" pitchFamily="34" charset="0"/>
                <a:cs typeface="Arial" panose="020B0604020202020204" pitchFamily="34" charset="0"/>
              </a:rPr>
              <a:t>St. Marys Schools</a:t>
            </a:r>
          </a:p>
        </p:txBody>
      </p:sp>
      <p:sp>
        <p:nvSpPr>
          <p:cNvPr id="45" name="TextBox 44">
            <a:extLst>
              <a:ext uri="{FF2B5EF4-FFF2-40B4-BE49-F238E27FC236}">
                <a16:creationId xmlns:a16="http://schemas.microsoft.com/office/drawing/2014/main" id="{70EF6744-2E26-69C9-14D8-71A96ADC973B}"/>
              </a:ext>
            </a:extLst>
          </p:cNvPr>
          <p:cNvSpPr txBox="1"/>
          <p:nvPr/>
        </p:nvSpPr>
        <p:spPr>
          <a:xfrm>
            <a:off x="6734916" y="2397459"/>
            <a:ext cx="1170150" cy="400110"/>
          </a:xfrm>
          <a:prstGeom prst="rect">
            <a:avLst/>
          </a:prstGeom>
          <a:noFill/>
        </p:spPr>
        <p:txBody>
          <a:bodyPr wrap="square" rtlCol="0">
            <a:spAutoFit/>
          </a:bodyPr>
          <a:lstStyle/>
          <a:p>
            <a:pPr algn="ctr"/>
            <a:r>
              <a:rPr lang="en-ZA" sz="1000" b="1" spc="300">
                <a:solidFill>
                  <a:srgbClr val="E2A300"/>
                </a:solidFill>
                <a:latin typeface="Arial" panose="020B0604020202020204" pitchFamily="34" charset="0"/>
                <a:ea typeface="Verdana" panose="020B0604030504040204" pitchFamily="34" charset="0"/>
                <a:cs typeface="Arial" panose="020B0604020202020204" pitchFamily="34" charset="0"/>
              </a:rPr>
              <a:t>Safaricom </a:t>
            </a:r>
          </a:p>
          <a:p>
            <a:pPr algn="ctr"/>
            <a:r>
              <a:rPr lang="en-ZA" sz="1000" b="1" spc="300">
                <a:solidFill>
                  <a:srgbClr val="E2A300"/>
                </a:solidFill>
                <a:latin typeface="Arial" panose="020B0604020202020204" pitchFamily="34" charset="0"/>
                <a:ea typeface="Verdana" panose="020B0604030504040204" pitchFamily="34" charset="0"/>
                <a:cs typeface="Arial" panose="020B0604020202020204" pitchFamily="34" charset="0"/>
              </a:rPr>
              <a:t>HQ</a:t>
            </a:r>
          </a:p>
        </p:txBody>
      </p:sp>
      <p:sp>
        <p:nvSpPr>
          <p:cNvPr id="46" name="TextBox 45">
            <a:extLst>
              <a:ext uri="{FF2B5EF4-FFF2-40B4-BE49-F238E27FC236}">
                <a16:creationId xmlns:a16="http://schemas.microsoft.com/office/drawing/2014/main" id="{934A03CF-AC79-83CB-6D80-928628C95086}"/>
              </a:ext>
            </a:extLst>
          </p:cNvPr>
          <p:cNvSpPr txBox="1"/>
          <p:nvPr/>
        </p:nvSpPr>
        <p:spPr>
          <a:xfrm>
            <a:off x="2228832" y="3125878"/>
            <a:ext cx="975310" cy="400110"/>
          </a:xfrm>
          <a:prstGeom prst="rect">
            <a:avLst/>
          </a:prstGeom>
          <a:noFill/>
        </p:spPr>
        <p:txBody>
          <a:bodyPr wrap="square" rtlCol="0">
            <a:spAutoFit/>
          </a:bodyPr>
          <a:lstStyle/>
          <a:p>
            <a:pPr algn="ctr"/>
            <a:r>
              <a:rPr lang="en-ZA" sz="1000" b="1" spc="300">
                <a:solidFill>
                  <a:srgbClr val="E2A300"/>
                </a:solidFill>
                <a:latin typeface="Arial" panose="020B0604020202020204" pitchFamily="34" charset="0"/>
                <a:ea typeface="Verdana" panose="020B0604030504040204" pitchFamily="34" charset="0"/>
                <a:cs typeface="Arial" panose="020B0604020202020204" pitchFamily="34" charset="0"/>
              </a:rPr>
              <a:t>ABC Place</a:t>
            </a:r>
          </a:p>
        </p:txBody>
      </p:sp>
      <p:sp>
        <p:nvSpPr>
          <p:cNvPr id="2" name="TextBox 9">
            <a:extLst>
              <a:ext uri="{FF2B5EF4-FFF2-40B4-BE49-F238E27FC236}">
                <a16:creationId xmlns:a16="http://schemas.microsoft.com/office/drawing/2014/main" id="{F803633F-1470-9861-8EFF-FEB9E74D3FEF}"/>
              </a:ext>
            </a:extLst>
          </p:cNvPr>
          <p:cNvSpPr txBox="1"/>
          <p:nvPr/>
        </p:nvSpPr>
        <p:spPr>
          <a:xfrm>
            <a:off x="723899" y="404845"/>
            <a:ext cx="3854722" cy="248786"/>
          </a:xfrm>
          <a:prstGeom prst="rect">
            <a:avLst/>
          </a:prstGeom>
        </p:spPr>
        <p:txBody>
          <a:bodyPr wrap="square" lIns="0" tIns="0" rIns="0" bIns="0" rtlCol="0" anchor="t">
            <a:spAutoFit/>
          </a:bodyPr>
          <a:lstStyle/>
          <a:p>
            <a:pPr>
              <a:lnSpc>
                <a:spcPts val="2100"/>
              </a:lnSpc>
              <a:spcBef>
                <a:spcPct val="0"/>
              </a:spcBef>
            </a:pPr>
            <a:r>
              <a:rPr lang="en-US" sz="1500" spc="186" dirty="0">
                <a:solidFill>
                  <a:srgbClr val="FFFFFF"/>
                </a:solidFill>
                <a:latin typeface="Century Schoolbook" panose="02040604050505020304" pitchFamily="18" charset="0"/>
                <a:ea typeface="Verdana" panose="020B0604030504040204" pitchFamily="34" charset="0"/>
              </a:rPr>
              <a:t>SITE ASSESSMENT</a:t>
            </a:r>
          </a:p>
        </p:txBody>
      </p:sp>
      <p:sp>
        <p:nvSpPr>
          <p:cNvPr id="3" name="TextBox 2">
            <a:extLst>
              <a:ext uri="{FF2B5EF4-FFF2-40B4-BE49-F238E27FC236}">
                <a16:creationId xmlns:a16="http://schemas.microsoft.com/office/drawing/2014/main" id="{3658F04A-06AC-4DD4-AB46-6AE943768042}"/>
              </a:ext>
            </a:extLst>
          </p:cNvPr>
          <p:cNvSpPr txBox="1"/>
          <p:nvPr/>
        </p:nvSpPr>
        <p:spPr>
          <a:xfrm>
            <a:off x="723899" y="727518"/>
            <a:ext cx="8783226" cy="331757"/>
          </a:xfrm>
          <a:prstGeom prst="rect">
            <a:avLst/>
          </a:prstGeom>
        </p:spPr>
        <p:txBody>
          <a:bodyPr lIns="0" tIns="0" rIns="0" bIns="0" rtlCol="0" anchor="t">
            <a:spAutoFit/>
          </a:bodyPr>
          <a:lstStyle/>
          <a:p>
            <a:pPr>
              <a:lnSpc>
                <a:spcPts val="2800"/>
              </a:lnSpc>
              <a:spcBef>
                <a:spcPct val="0"/>
              </a:spcBef>
            </a:pPr>
            <a:r>
              <a:rPr lang="en-US" sz="2000" spc="248" dirty="0">
                <a:solidFill>
                  <a:srgbClr val="FFFFFF"/>
                </a:solidFill>
                <a:latin typeface="Century Schoolbook" panose="02040604050505020304" pitchFamily="18" charset="0"/>
                <a:ea typeface="Verdana" panose="020B0604030504040204" pitchFamily="34" charset="0"/>
              </a:rPr>
              <a:t>LOCATION MAP AND SWOT ANALYSIS</a:t>
            </a:r>
          </a:p>
        </p:txBody>
      </p:sp>
    </p:spTree>
    <p:extLst>
      <p:ext uri="{BB962C8B-B14F-4D97-AF65-F5344CB8AC3E}">
        <p14:creationId xmlns:p14="http://schemas.microsoft.com/office/powerpoint/2010/main" val="10305399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9"/>
          <p:cNvSpPr txBox="1"/>
          <p:nvPr/>
        </p:nvSpPr>
        <p:spPr>
          <a:xfrm>
            <a:off x="4423717" y="3819397"/>
            <a:ext cx="9440566" cy="2538837"/>
          </a:xfrm>
          <a:prstGeom prst="rect">
            <a:avLst/>
          </a:prstGeom>
        </p:spPr>
        <p:txBody>
          <a:bodyPr lIns="0" tIns="0" rIns="0" bIns="0" rtlCol="0" anchor="t">
            <a:spAutoFit/>
          </a:bodyPr>
          <a:lstStyle/>
          <a:p>
            <a:pPr algn="ctr">
              <a:lnSpc>
                <a:spcPts val="10528"/>
              </a:lnSpc>
            </a:pPr>
            <a:r>
              <a:rPr lang="en-US" sz="6600" spc="235">
                <a:solidFill>
                  <a:srgbClr val="FFFFFF"/>
                </a:solidFill>
                <a:latin typeface="Century Schoolbook" panose="02040604050505020304" pitchFamily="18" charset="0"/>
                <a:ea typeface="Verdana" panose="020B0604030504040204" pitchFamily="34" charset="0"/>
              </a:rPr>
              <a:t>2. MARKET OVERVIEW</a:t>
            </a:r>
          </a:p>
        </p:txBody>
      </p:sp>
    </p:spTree>
    <p:extLst>
      <p:ext uri="{BB962C8B-B14F-4D97-AF65-F5344CB8AC3E}">
        <p14:creationId xmlns:p14="http://schemas.microsoft.com/office/powerpoint/2010/main" val="28170097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BABCF-9A37-C891-6ED5-758FE11FF059}"/>
            </a:ext>
          </a:extLst>
        </p:cNvPr>
        <p:cNvGrpSpPr/>
        <p:nvPr/>
      </p:nvGrpSpPr>
      <p:grpSpPr>
        <a:xfrm>
          <a:off x="0" y="0"/>
          <a:ext cx="0" cy="0"/>
          <a:chOff x="0" y="0"/>
          <a:chExt cx="0" cy="0"/>
        </a:xfrm>
      </p:grpSpPr>
      <p:sp>
        <p:nvSpPr>
          <p:cNvPr id="27" name="TextBox 22">
            <a:extLst>
              <a:ext uri="{FF2B5EF4-FFF2-40B4-BE49-F238E27FC236}">
                <a16:creationId xmlns:a16="http://schemas.microsoft.com/office/drawing/2014/main" id="{3F30FB9F-5850-8EA6-F519-67E254640588}"/>
              </a:ext>
            </a:extLst>
          </p:cNvPr>
          <p:cNvSpPr txBox="1"/>
          <p:nvPr/>
        </p:nvSpPr>
        <p:spPr>
          <a:xfrm>
            <a:off x="11098546" y="1549916"/>
            <a:ext cx="6712567" cy="276999"/>
          </a:xfrm>
          <a:prstGeom prst="rect">
            <a:avLst/>
          </a:prstGeom>
        </p:spPr>
        <p:txBody>
          <a:bodyPr wrap="square" lIns="0" tIns="0" rIns="0" bIns="0" rtlCol="0" anchor="t">
            <a:spAutoFit/>
          </a:bodyPr>
          <a:lstStyle/>
          <a:p>
            <a:pPr>
              <a:spcAft>
                <a:spcPts val="600"/>
              </a:spcAft>
            </a:pPr>
            <a:r>
              <a:rPr lang="en-US" sz="1800" dirty="0">
                <a:solidFill>
                  <a:srgbClr val="232526"/>
                </a:solidFill>
                <a:latin typeface="Century Schoolbook" panose="02040604050505020304" pitchFamily="18" charset="0"/>
                <a:ea typeface="Verdana" panose="020B0604030504040204" pitchFamily="34" charset="0"/>
              </a:rPr>
              <a:t>Dubai Residential Apartments Luxury</a:t>
            </a:r>
          </a:p>
        </p:txBody>
      </p:sp>
      <p:sp>
        <p:nvSpPr>
          <p:cNvPr id="26" name="TextBox 25">
            <a:extLst>
              <a:ext uri="{FF2B5EF4-FFF2-40B4-BE49-F238E27FC236}">
                <a16:creationId xmlns:a16="http://schemas.microsoft.com/office/drawing/2014/main" id="{74E44A97-CCA4-9F98-A230-04A342E3EE64}"/>
              </a:ext>
            </a:extLst>
          </p:cNvPr>
          <p:cNvSpPr txBox="1"/>
          <p:nvPr/>
        </p:nvSpPr>
        <p:spPr>
          <a:xfrm>
            <a:off x="750251" y="6490224"/>
            <a:ext cx="1229043" cy="215444"/>
          </a:xfrm>
          <a:prstGeom prst="rect">
            <a:avLst/>
          </a:prstGeom>
          <a:noFill/>
        </p:spPr>
        <p:txBody>
          <a:bodyPr wrap="square" lIns="0" rIns="0" rtlCol="0">
            <a:spAutoFit/>
          </a:bodyPr>
          <a:lstStyle/>
          <a:p>
            <a:r>
              <a:rPr lang="en-ZA" sz="800" i="1" dirty="0">
                <a:latin typeface="Arial" panose="020B0604020202020204" pitchFamily="34" charset="0"/>
                <a:ea typeface="Verdana" panose="020B0604030504040204" pitchFamily="34" charset="0"/>
                <a:cs typeface="Arial" panose="020B0604020202020204" pitchFamily="34" charset="0"/>
              </a:rPr>
              <a:t>Source: My Maps, AIRE</a:t>
            </a:r>
          </a:p>
        </p:txBody>
      </p:sp>
      <p:sp>
        <p:nvSpPr>
          <p:cNvPr id="42" name="Freeform 29">
            <a:extLst>
              <a:ext uri="{FF2B5EF4-FFF2-40B4-BE49-F238E27FC236}">
                <a16:creationId xmlns:a16="http://schemas.microsoft.com/office/drawing/2014/main" id="{FF1ABA6F-F37F-BBDB-5FB4-155E60DAA244}"/>
              </a:ext>
            </a:extLst>
          </p:cNvPr>
          <p:cNvSpPr/>
          <p:nvPr/>
        </p:nvSpPr>
        <p:spPr>
          <a:xfrm>
            <a:off x="8781691" y="4308724"/>
            <a:ext cx="2087592" cy="2161023"/>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304B78"/>
          </a:solidFill>
        </p:spPr>
        <p:txBody>
          <a:bodyPr anchor="ctr"/>
          <a:lstStyle/>
          <a:p>
            <a:pPr algn="ctr">
              <a:lnSpc>
                <a:spcPts val="3359"/>
              </a:lnSpc>
            </a:pPr>
            <a:r>
              <a:rPr lang="en-US" sz="2200" spc="-150" dirty="0" err="1">
                <a:solidFill>
                  <a:schemeClr val="bg1"/>
                </a:solidFill>
                <a:latin typeface="Century Schoolbook" panose="02040604050505020304" pitchFamily="18" charset="0"/>
                <a:ea typeface="Verdana" panose="020B0604030504040204" pitchFamily="34" charset="0"/>
              </a:rPr>
              <a:t>gvfcdxs</a:t>
            </a:r>
            <a:endParaRPr lang="en-US" sz="2200" dirty="0">
              <a:solidFill>
                <a:schemeClr val="bg1"/>
              </a:solidFill>
              <a:latin typeface="Century Schoolbook" panose="02040604050505020304" pitchFamily="18" charset="0"/>
            </a:endParaRPr>
          </a:p>
        </p:txBody>
      </p:sp>
      <p:graphicFrame>
        <p:nvGraphicFramePr>
          <p:cNvPr id="47" name="Table 15">
            <a:extLst>
              <a:ext uri="{FF2B5EF4-FFF2-40B4-BE49-F238E27FC236}">
                <a16:creationId xmlns:a16="http://schemas.microsoft.com/office/drawing/2014/main" id="{F4D17E34-6913-8ED8-6703-F58D187D4357}"/>
              </a:ext>
            </a:extLst>
          </p:cNvPr>
          <p:cNvGraphicFramePr>
            <a:graphicFrameLocks noGrp="1"/>
          </p:cNvGraphicFramePr>
          <p:nvPr>
            <p:extLst>
              <p:ext uri="{D42A27DB-BD31-4B8C-83A1-F6EECF244321}">
                <p14:modId xmlns:p14="http://schemas.microsoft.com/office/powerpoint/2010/main" val="2579775861"/>
              </p:ext>
            </p:extLst>
          </p:nvPr>
        </p:nvGraphicFramePr>
        <p:xfrm>
          <a:off x="723900" y="6979920"/>
          <a:ext cx="3771900" cy="985520"/>
        </p:xfrm>
        <a:graphic>
          <a:graphicData uri="http://schemas.openxmlformats.org/drawingml/2006/table">
            <a:tbl>
              <a:tblPr firstRow="1" bandRow="1">
                <a:tableStyleId>{5C22544A-7EE6-4342-B048-85BDC9FD1C3A}</a:tableStyleId>
              </a:tblPr>
              <a:tblGrid>
                <a:gridCol w="381000">
                  <a:extLst>
                    <a:ext uri="{9D8B030D-6E8A-4147-A177-3AD203B41FA5}">
                      <a16:colId xmlns:a16="http://schemas.microsoft.com/office/drawing/2014/main" val="716390300"/>
                    </a:ext>
                  </a:extLst>
                </a:gridCol>
                <a:gridCol w="3390900">
                  <a:extLst>
                    <a:ext uri="{9D8B030D-6E8A-4147-A177-3AD203B41FA5}">
                      <a16:colId xmlns:a16="http://schemas.microsoft.com/office/drawing/2014/main" val="3724841643"/>
                    </a:ext>
                  </a:extLst>
                </a:gridCol>
              </a:tblGrid>
              <a:tr h="192265">
                <a:tc>
                  <a:txBody>
                    <a:bodyPr/>
                    <a:lstStyle/>
                    <a:p>
                      <a:endParaRPr lang="en-ZA" sz="1000" dirty="0">
                        <a:solidFill>
                          <a:schemeClr val="tx1"/>
                        </a:solidFill>
                        <a:latin typeface="Arial" panose="020B0604020202020204" pitchFamily="34" charset="0"/>
                        <a:cs typeface="Arial" panose="020B0604020202020204" pitchFamily="34" charset="0"/>
                      </a:endParaRPr>
                    </a:p>
                  </a:txBody>
                  <a:tcPr>
                    <a:lnL w="3175" cap="flat" cmpd="sng" algn="ctr">
                      <a:solidFill>
                        <a:srgbClr val="FF0000"/>
                      </a:solidFill>
                      <a:prstDash val="solid"/>
                      <a:round/>
                      <a:headEnd type="none" w="med" len="med"/>
                      <a:tailEnd type="none" w="med" len="med"/>
                    </a:lnL>
                    <a:lnR w="3175" cap="flat" cmpd="sng" algn="ctr">
                      <a:solidFill>
                        <a:srgbClr val="FF0000"/>
                      </a:solidFill>
                      <a:prstDash val="solid"/>
                      <a:round/>
                      <a:headEnd type="none" w="med" len="med"/>
                      <a:tailEnd type="none" w="med" len="med"/>
                    </a:lnR>
                    <a:lnT w="3175" cap="flat" cmpd="sng" algn="ctr">
                      <a:solidFill>
                        <a:srgbClr val="FF0000"/>
                      </a:solidFill>
                      <a:prstDash val="solid"/>
                      <a:round/>
                      <a:headEnd type="none" w="med" len="med"/>
                      <a:tailEnd type="none" w="med" len="med"/>
                    </a:lnT>
                    <a:lnB w="3175"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solidFill>
                      <a:srgbClr val="67917B"/>
                    </a:solidFill>
                  </a:tcPr>
                </a:tc>
                <a:tc>
                  <a:txBody>
                    <a:bodyPr/>
                    <a:lstStyle/>
                    <a:p>
                      <a:endParaRPr lang="en-ZA" sz="1000" b="0" dirty="0">
                        <a:solidFill>
                          <a:schemeClr val="tx1"/>
                        </a:solidFill>
                        <a:latin typeface="Arial" panose="020B0604020202020204" pitchFamily="34" charset="0"/>
                        <a:cs typeface="Arial" panose="020B0604020202020204" pitchFamily="34" charset="0"/>
                      </a:endParaRPr>
                    </a:p>
                  </a:txBody>
                  <a:tcPr anchor="ctr">
                    <a:lnL w="3175" cap="flat" cmpd="sng" algn="ctr">
                      <a:solidFill>
                        <a:srgbClr val="FF0000"/>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919388821"/>
                  </a:ext>
                </a:extLst>
              </a:tr>
              <a:tr h="370840">
                <a:tc>
                  <a:txBody>
                    <a:bodyPr/>
                    <a:lstStyle/>
                    <a:p>
                      <a:endParaRPr lang="en-ZA" sz="1000" dirty="0">
                        <a:solidFill>
                          <a:schemeClr val="tx1"/>
                        </a:solidFill>
                        <a:latin typeface="Arial" panose="020B0604020202020204" pitchFamily="34" charset="0"/>
                        <a:cs typeface="Arial" panose="020B0604020202020204" pitchFamily="34" charset="0"/>
                      </a:endParaRPr>
                    </a:p>
                  </a:txBody>
                  <a:tcPr>
                    <a:lnL w="12700" cmpd="sng">
                      <a:noFill/>
                    </a:lnL>
                    <a:lnR w="12700" cmpd="sng">
                      <a:noFill/>
                    </a:lnR>
                    <a:lnT w="3175" cap="flat" cmpd="sng" algn="ctr">
                      <a:solidFill>
                        <a:srgbClr val="FF0000"/>
                      </a:solid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endParaRPr lang="en-ZA" sz="1000" b="0" dirty="0">
                        <a:solidFill>
                          <a:schemeClr val="tx1"/>
                        </a:solidFill>
                        <a:latin typeface="Arial" panose="020B0604020202020204" pitchFamily="34" charset="0"/>
                        <a:cs typeface="Arial" panose="020B0604020202020204" pitchFamily="34" charset="0"/>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643076003"/>
                  </a:ext>
                </a:extLst>
              </a:tr>
              <a:tr h="370840">
                <a:tc>
                  <a:txBody>
                    <a:bodyPr/>
                    <a:lstStyle/>
                    <a:p>
                      <a:endParaRPr lang="en-ZA" sz="1000" dirty="0">
                        <a:solidFill>
                          <a:schemeClr val="tx1"/>
                        </a:solidFill>
                        <a:latin typeface="Arial" panose="020B0604020202020204" pitchFamily="34" charset="0"/>
                        <a:cs typeface="Arial" panose="020B0604020202020204" pitchFamily="34" charset="0"/>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endParaRPr lang="en-ZA" sz="1000" b="0" dirty="0">
                        <a:solidFill>
                          <a:schemeClr val="tx1"/>
                        </a:solidFill>
                        <a:latin typeface="Arial" panose="020B0604020202020204" pitchFamily="34" charset="0"/>
                        <a:cs typeface="Arial" panose="020B0604020202020204" pitchFamily="34" charset="0"/>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467578"/>
                  </a:ext>
                </a:extLst>
              </a:tr>
            </a:tbl>
          </a:graphicData>
        </a:graphic>
      </p:graphicFrame>
      <p:pic>
        <p:nvPicPr>
          <p:cNvPr id="6" name="Picture 5">
            <a:extLst>
              <a:ext uri="{FF2B5EF4-FFF2-40B4-BE49-F238E27FC236}">
                <a16:creationId xmlns:a16="http://schemas.microsoft.com/office/drawing/2014/main" id="{0685DF15-4C36-E4D5-40AF-53431B73F711}"/>
              </a:ext>
            </a:extLst>
          </p:cNvPr>
          <p:cNvPicPr>
            <a:picLocks noChangeAspect="1"/>
          </p:cNvPicPr>
          <p:nvPr/>
        </p:nvPicPr>
        <p:blipFill>
          <a:blip r:embed="rId3"/>
          <a:srcRect l="604" r="8696"/>
          <a:stretch/>
        </p:blipFill>
        <p:spPr>
          <a:xfrm>
            <a:off x="723900" y="1461753"/>
            <a:ext cx="7699376" cy="4997847"/>
          </a:xfrm>
          <a:prstGeom prst="rect">
            <a:avLst/>
          </a:prstGeom>
          <a:ln>
            <a:solidFill>
              <a:schemeClr val="tx1">
                <a:lumMod val="50000"/>
                <a:lumOff val="50000"/>
              </a:schemeClr>
            </a:solidFill>
          </a:ln>
        </p:spPr>
      </p:pic>
      <p:sp>
        <p:nvSpPr>
          <p:cNvPr id="7" name="Rectangle 6">
            <a:extLst>
              <a:ext uri="{FF2B5EF4-FFF2-40B4-BE49-F238E27FC236}">
                <a16:creationId xmlns:a16="http://schemas.microsoft.com/office/drawing/2014/main" id="{3B1D12DD-1A7C-768E-9E4F-8A84750E8082}"/>
              </a:ext>
            </a:extLst>
          </p:cNvPr>
          <p:cNvSpPr/>
          <p:nvPr/>
        </p:nvSpPr>
        <p:spPr>
          <a:xfrm rot="521109">
            <a:off x="3628544" y="3486252"/>
            <a:ext cx="45719" cy="83623"/>
          </a:xfrm>
          <a:prstGeom prst="rect">
            <a:avLst/>
          </a:prstGeom>
          <a:solidFill>
            <a:srgbClr val="67917B"/>
          </a:solidFill>
          <a:ln w="31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54F18779-17FC-BF21-9F59-ED85EFB91744}"/>
              </a:ext>
            </a:extLst>
          </p:cNvPr>
          <p:cNvSpPr/>
          <p:nvPr/>
        </p:nvSpPr>
        <p:spPr>
          <a:xfrm>
            <a:off x="853606" y="7307502"/>
            <a:ext cx="133183" cy="123111"/>
          </a:xfrm>
          <a:prstGeom prst="ellipse">
            <a:avLst/>
          </a:prstGeom>
          <a:solidFill>
            <a:srgbClr val="E2A300"/>
          </a:solidFill>
          <a:ln>
            <a:solidFill>
              <a:srgbClr val="E2A3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AC97FD5F-28BB-F8AD-3E89-E26272EF9C4C}"/>
              </a:ext>
            </a:extLst>
          </p:cNvPr>
          <p:cNvSpPr/>
          <p:nvPr/>
        </p:nvSpPr>
        <p:spPr>
          <a:xfrm>
            <a:off x="853606" y="7662964"/>
            <a:ext cx="133183" cy="125128"/>
          </a:xfrm>
          <a:prstGeom prst="ellipse">
            <a:avLst/>
          </a:prstGeom>
          <a:solidFill>
            <a:srgbClr val="234874"/>
          </a:solidFill>
          <a:ln>
            <a:solidFill>
              <a:srgbClr val="23487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29">
            <a:extLst>
              <a:ext uri="{FF2B5EF4-FFF2-40B4-BE49-F238E27FC236}">
                <a16:creationId xmlns:a16="http://schemas.microsoft.com/office/drawing/2014/main" id="{B92826A1-41E0-1F1D-C25D-0B1FCB3DC67E}"/>
              </a:ext>
            </a:extLst>
          </p:cNvPr>
          <p:cNvSpPr/>
          <p:nvPr/>
        </p:nvSpPr>
        <p:spPr>
          <a:xfrm>
            <a:off x="8781691" y="1549916"/>
            <a:ext cx="2087592" cy="2159442"/>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E2A300"/>
          </a:solidFill>
        </p:spPr>
        <p:txBody>
          <a:bodyPr anchor="ctr"/>
          <a:lstStyle/>
          <a:p>
            <a:pPr algn="ctr"/>
            <a:r>
              <a:rPr lang="en-US" sz="2200" dirty="0">
                <a:latin typeface="Century Schoolbook" panose="02040604050505020304" pitchFamily="18" charset="0"/>
              </a:rPr>
              <a:t>48485165312</a:t>
            </a:r>
          </a:p>
        </p:txBody>
      </p:sp>
      <p:sp>
        <p:nvSpPr>
          <p:cNvPr id="4" name="TextBox 9">
            <a:extLst>
              <a:ext uri="{FF2B5EF4-FFF2-40B4-BE49-F238E27FC236}">
                <a16:creationId xmlns:a16="http://schemas.microsoft.com/office/drawing/2014/main" id="{2286E8FD-00AE-8026-FD83-BA303C4E987E}"/>
              </a:ext>
            </a:extLst>
          </p:cNvPr>
          <p:cNvSpPr txBox="1"/>
          <p:nvPr/>
        </p:nvSpPr>
        <p:spPr>
          <a:xfrm>
            <a:off x="723899" y="404845"/>
            <a:ext cx="3854722" cy="248786"/>
          </a:xfrm>
          <a:prstGeom prst="rect">
            <a:avLst/>
          </a:prstGeom>
        </p:spPr>
        <p:txBody>
          <a:bodyPr wrap="square" lIns="0" tIns="0" rIns="0" bIns="0" rtlCol="0" anchor="t">
            <a:spAutoFit/>
          </a:bodyPr>
          <a:lstStyle/>
          <a:p>
            <a:pPr>
              <a:lnSpc>
                <a:spcPts val="2100"/>
              </a:lnSpc>
              <a:spcBef>
                <a:spcPct val="0"/>
              </a:spcBef>
            </a:pPr>
            <a:r>
              <a:rPr lang="en-US" sz="1500" spc="186" dirty="0">
                <a:solidFill>
                  <a:srgbClr val="FFFFFF"/>
                </a:solidFill>
                <a:latin typeface="Century Schoolbook" panose="02040604050505020304" pitchFamily="18" charset="0"/>
                <a:ea typeface="Verdana" panose="020B0604030504040204" pitchFamily="34" charset="0"/>
              </a:rPr>
              <a:t>MARKET OVERVIEW</a:t>
            </a:r>
          </a:p>
        </p:txBody>
      </p:sp>
      <p:sp>
        <p:nvSpPr>
          <p:cNvPr id="5" name="TextBox 4">
            <a:extLst>
              <a:ext uri="{FF2B5EF4-FFF2-40B4-BE49-F238E27FC236}">
                <a16:creationId xmlns:a16="http://schemas.microsoft.com/office/drawing/2014/main" id="{98427E94-998D-25F9-AF74-FAB8C31C198B}"/>
              </a:ext>
            </a:extLst>
          </p:cNvPr>
          <p:cNvSpPr txBox="1"/>
          <p:nvPr/>
        </p:nvSpPr>
        <p:spPr>
          <a:xfrm>
            <a:off x="723899" y="727518"/>
            <a:ext cx="8783226" cy="331757"/>
          </a:xfrm>
          <a:prstGeom prst="rect">
            <a:avLst/>
          </a:prstGeom>
        </p:spPr>
        <p:txBody>
          <a:bodyPr lIns="0" tIns="0" rIns="0" bIns="0" rtlCol="0" anchor="t">
            <a:spAutoFit/>
          </a:bodyPr>
          <a:lstStyle/>
          <a:p>
            <a:pPr>
              <a:lnSpc>
                <a:spcPts val="2800"/>
              </a:lnSpc>
              <a:spcBef>
                <a:spcPct val="0"/>
              </a:spcBef>
            </a:pPr>
            <a:r>
              <a:rPr lang="en-US" sz="2000" spc="248" dirty="0">
                <a:solidFill>
                  <a:srgbClr val="FFFFFF"/>
                </a:solidFill>
                <a:latin typeface="Century Schoolbook" panose="02040604050505020304" pitchFamily="18" charset="0"/>
                <a:ea typeface="Verdana" panose="020B0604030504040204" pitchFamily="34" charset="0"/>
              </a:rPr>
              <a:t>RESIDENTIAL SUPPLY</a:t>
            </a:r>
          </a:p>
        </p:txBody>
      </p:sp>
    </p:spTree>
    <p:extLst>
      <p:ext uri="{BB962C8B-B14F-4D97-AF65-F5344CB8AC3E}">
        <p14:creationId xmlns:p14="http://schemas.microsoft.com/office/powerpoint/2010/main" val="13388788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7E2EDE-48EA-83AD-6439-8BEF8BA5F3CA}"/>
            </a:ext>
          </a:extLst>
        </p:cNvPr>
        <p:cNvGrpSpPr/>
        <p:nvPr/>
      </p:nvGrpSpPr>
      <p:grpSpPr>
        <a:xfrm>
          <a:off x="0" y="0"/>
          <a:ext cx="0" cy="0"/>
          <a:chOff x="0" y="0"/>
          <a:chExt cx="0" cy="0"/>
        </a:xfrm>
      </p:grpSpPr>
      <p:graphicFrame>
        <p:nvGraphicFramePr>
          <p:cNvPr id="5" name="Chart 4">
            <a:extLst>
              <a:ext uri="{FF2B5EF4-FFF2-40B4-BE49-F238E27FC236}">
                <a16:creationId xmlns:a16="http://schemas.microsoft.com/office/drawing/2014/main" id="{3D0E8792-B148-4CB7-8FA5-F8C02797B743}"/>
              </a:ext>
            </a:extLst>
          </p:cNvPr>
          <p:cNvGraphicFramePr>
            <a:graphicFrameLocks/>
          </p:cNvGraphicFramePr>
          <p:nvPr>
            <p:extLst>
              <p:ext uri="{D42A27DB-BD31-4B8C-83A1-F6EECF244321}">
                <p14:modId xmlns:p14="http://schemas.microsoft.com/office/powerpoint/2010/main" val="2840352605"/>
              </p:ext>
            </p:extLst>
          </p:nvPr>
        </p:nvGraphicFramePr>
        <p:xfrm>
          <a:off x="667367" y="1531745"/>
          <a:ext cx="8692724" cy="2496705"/>
        </p:xfrm>
        <a:graphic>
          <a:graphicData uri="http://schemas.openxmlformats.org/drawingml/2006/chart">
            <c:chart xmlns:c="http://schemas.openxmlformats.org/drawingml/2006/chart" xmlns:r="http://schemas.openxmlformats.org/officeDocument/2006/relationships" r:id="rId2"/>
          </a:graphicData>
        </a:graphic>
      </p:graphicFrame>
      <mc:AlternateContent xmlns:mc="http://schemas.openxmlformats.org/markup-compatibility/2006" xmlns:cx2="http://schemas.microsoft.com/office/drawing/2015/10/21/chartex">
        <mc:Choice Requires="cx2">
          <p:graphicFrame>
            <p:nvGraphicFramePr>
              <p:cNvPr id="2" name="Chart 1">
                <a:extLst>
                  <a:ext uri="{FF2B5EF4-FFF2-40B4-BE49-F238E27FC236}">
                    <a16:creationId xmlns:a16="http://schemas.microsoft.com/office/drawing/2014/main" id="{E9F514B1-7CA0-4C49-93DE-BA84492FD94E}"/>
                  </a:ext>
                </a:extLst>
              </p:cNvPr>
              <p:cNvGraphicFramePr/>
              <p:nvPr>
                <p:extLst>
                  <p:ext uri="{D42A27DB-BD31-4B8C-83A1-F6EECF244321}">
                    <p14:modId xmlns:p14="http://schemas.microsoft.com/office/powerpoint/2010/main" val="2333841587"/>
                  </p:ext>
                </p:extLst>
              </p:nvPr>
            </p:nvGraphicFramePr>
            <p:xfrm>
              <a:off x="667367" y="6463652"/>
              <a:ext cx="8540787" cy="2524991"/>
            </p:xfrm>
            <a:graphic>
              <a:graphicData uri="http://schemas.microsoft.com/office/drawing/2014/chartex">
                <cx:chart xmlns:cx="http://schemas.microsoft.com/office/drawing/2014/chartex" xmlns:r="http://schemas.openxmlformats.org/officeDocument/2006/relationships" r:id="rId3"/>
              </a:graphicData>
            </a:graphic>
          </p:graphicFrame>
        </mc:Choice>
        <mc:Fallback xmlns="">
          <p:pic>
            <p:nvPicPr>
              <p:cNvPr id="2" name="Chart 1">
                <a:extLst>
                  <a:ext uri="{FF2B5EF4-FFF2-40B4-BE49-F238E27FC236}">
                    <a16:creationId xmlns:a16="http://schemas.microsoft.com/office/drawing/2014/main" id="{E9F514B1-7CA0-4C49-93DE-BA84492FD94E}"/>
                  </a:ext>
                </a:extLst>
              </p:cNvPr>
              <p:cNvPicPr>
                <a:picLocks noGrp="1" noRot="1" noChangeAspect="1" noMove="1" noResize="1" noEditPoints="1" noAdjustHandles="1" noChangeArrowheads="1" noChangeShapeType="1"/>
              </p:cNvPicPr>
              <p:nvPr/>
            </p:nvPicPr>
            <p:blipFill>
              <a:blip r:embed="rId4"/>
              <a:stretch>
                <a:fillRect/>
              </a:stretch>
            </p:blipFill>
            <p:spPr>
              <a:xfrm>
                <a:off x="667367" y="6463652"/>
                <a:ext cx="8540787" cy="2524991"/>
              </a:xfrm>
              <a:prstGeom prst="rect">
                <a:avLst/>
              </a:prstGeom>
            </p:spPr>
          </p:pic>
        </mc:Fallback>
      </mc:AlternateContent>
      <p:sp>
        <p:nvSpPr>
          <p:cNvPr id="34" name="Freeform 34">
            <a:extLst>
              <a:ext uri="{FF2B5EF4-FFF2-40B4-BE49-F238E27FC236}">
                <a16:creationId xmlns:a16="http://schemas.microsoft.com/office/drawing/2014/main" id="{9CB5E6DC-D04A-F6CB-A7D9-0D65E8AB285E}"/>
              </a:ext>
            </a:extLst>
          </p:cNvPr>
          <p:cNvSpPr/>
          <p:nvPr/>
        </p:nvSpPr>
        <p:spPr>
          <a:xfrm>
            <a:off x="0" y="0"/>
            <a:ext cx="18287996" cy="1201780"/>
          </a:xfrm>
          <a:custGeom>
            <a:avLst/>
            <a:gdLst/>
            <a:ahLst/>
            <a:cxnLst/>
            <a:rect l="l" t="t" r="r" b="b"/>
            <a:pathLst>
              <a:path w="4816592" h="316518">
                <a:moveTo>
                  <a:pt x="0" y="0"/>
                </a:moveTo>
                <a:lnTo>
                  <a:pt x="4816592" y="0"/>
                </a:lnTo>
                <a:lnTo>
                  <a:pt x="4816592" y="316518"/>
                </a:lnTo>
                <a:lnTo>
                  <a:pt x="0" y="316518"/>
                </a:lnTo>
                <a:close/>
              </a:path>
            </a:pathLst>
          </a:custGeom>
          <a:solidFill>
            <a:srgbClr val="234874"/>
          </a:solidFill>
        </p:spPr>
        <p:txBody>
          <a:bodyPr/>
          <a:lstStyle/>
          <a:p>
            <a:endParaRPr lang="en-ZA"/>
          </a:p>
        </p:txBody>
      </p:sp>
      <p:sp>
        <p:nvSpPr>
          <p:cNvPr id="19" name="TextBox 22">
            <a:extLst>
              <a:ext uri="{FF2B5EF4-FFF2-40B4-BE49-F238E27FC236}">
                <a16:creationId xmlns:a16="http://schemas.microsoft.com/office/drawing/2014/main" id="{823B8FAA-5C20-C91A-1E6F-7073F4B1218A}"/>
              </a:ext>
            </a:extLst>
          </p:cNvPr>
          <p:cNvSpPr txBox="1"/>
          <p:nvPr/>
        </p:nvSpPr>
        <p:spPr>
          <a:xfrm>
            <a:off x="11629010" y="1548796"/>
            <a:ext cx="6252590" cy="290208"/>
          </a:xfrm>
          <a:prstGeom prst="rect">
            <a:avLst/>
          </a:prstGeom>
        </p:spPr>
        <p:txBody>
          <a:bodyPr wrap="square" lIns="0" tIns="0" rIns="0" bIns="0" rtlCol="0" anchor="t">
            <a:spAutoFit/>
          </a:bodyPr>
          <a:lstStyle/>
          <a:p>
            <a:pPr>
              <a:lnSpc>
                <a:spcPts val="2520"/>
              </a:lnSpc>
            </a:pPr>
            <a:r>
              <a:rPr lang="en-US" sz="1800" dirty="0">
                <a:solidFill>
                  <a:srgbClr val="232526"/>
                </a:solidFill>
                <a:latin typeface="Century Schoolbook" panose="02040604050505020304" pitchFamily="18" charset="0"/>
                <a:ea typeface="Verdana" panose="020B0604030504040204" pitchFamily="34" charset="0"/>
              </a:rPr>
              <a:t>4684861</a:t>
            </a:r>
          </a:p>
        </p:txBody>
      </p:sp>
      <p:sp>
        <p:nvSpPr>
          <p:cNvPr id="21" name="TextBox 23">
            <a:extLst>
              <a:ext uri="{FF2B5EF4-FFF2-40B4-BE49-F238E27FC236}">
                <a16:creationId xmlns:a16="http://schemas.microsoft.com/office/drawing/2014/main" id="{B283C96E-D031-13F6-56D4-211F5AE9647C}"/>
              </a:ext>
            </a:extLst>
          </p:cNvPr>
          <p:cNvSpPr txBox="1"/>
          <p:nvPr/>
        </p:nvSpPr>
        <p:spPr>
          <a:xfrm>
            <a:off x="10990269" y="1923034"/>
            <a:ext cx="6781633" cy="184666"/>
          </a:xfrm>
          <a:prstGeom prst="rect">
            <a:avLst/>
          </a:prstGeom>
        </p:spPr>
        <p:txBody>
          <a:bodyPr wrap="square" lIns="0" tIns="0" rIns="0" bIns="0" rtlCol="0" anchor="t">
            <a:spAutoFit/>
          </a:bodyPr>
          <a:lstStyle/>
          <a:p>
            <a:pPr marL="237491" lvl="1" indent="-118745" algn="just">
              <a:spcAft>
                <a:spcPts val="600"/>
              </a:spcAft>
              <a:buFont typeface="Arial"/>
              <a:buChar char="•"/>
            </a:pPr>
            <a:r>
              <a:rPr lang="en-US" sz="1200" dirty="0" err="1">
                <a:solidFill>
                  <a:srgbClr val="000000"/>
                </a:solidFill>
                <a:latin typeface="Arial" panose="020B0604020202020204" pitchFamily="34" charset="0"/>
                <a:ea typeface="Verdana" panose="020B0604030504040204" pitchFamily="34" charset="0"/>
                <a:cs typeface="Arial" panose="020B0604020202020204" pitchFamily="34" charset="0"/>
              </a:rPr>
              <a:t>tfgrds</a:t>
            </a:r>
            <a:endParaRPr lang="en-US" sz="1200" dirty="0">
              <a:solidFill>
                <a:srgbClr val="000000"/>
              </a:solidFill>
              <a:latin typeface="Arial" panose="020B0604020202020204" pitchFamily="34" charset="0"/>
              <a:ea typeface="Verdana" panose="020B0604030504040204" pitchFamily="34" charset="0"/>
              <a:cs typeface="Arial" panose="020B0604020202020204" pitchFamily="34" charset="0"/>
            </a:endParaRPr>
          </a:p>
        </p:txBody>
      </p:sp>
      <p:sp>
        <p:nvSpPr>
          <p:cNvPr id="23" name="Freeform 25">
            <a:extLst>
              <a:ext uri="{FF2B5EF4-FFF2-40B4-BE49-F238E27FC236}">
                <a16:creationId xmlns:a16="http://schemas.microsoft.com/office/drawing/2014/main" id="{991432F9-63EE-3668-3406-5B19DA0F6EA2}"/>
              </a:ext>
            </a:extLst>
          </p:cNvPr>
          <p:cNvSpPr/>
          <p:nvPr/>
        </p:nvSpPr>
        <p:spPr>
          <a:xfrm>
            <a:off x="9542919" y="1686051"/>
            <a:ext cx="1468790" cy="1475373"/>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E2A300"/>
          </a:solidFill>
        </p:spPr>
        <p:txBody>
          <a:bodyPr anchor="ctr"/>
          <a:lstStyle/>
          <a:p>
            <a:pPr algn="ctr">
              <a:lnSpc>
                <a:spcPts val="3359"/>
              </a:lnSpc>
            </a:pPr>
            <a:r>
              <a:rPr lang="en-US" sz="2400" dirty="0">
                <a:solidFill>
                  <a:schemeClr val="bg1"/>
                </a:solidFill>
                <a:latin typeface="Arial" panose="020B0604020202020204" pitchFamily="34" charset="0"/>
                <a:ea typeface="Verdana" panose="020B0604030504040204" pitchFamily="34" charset="0"/>
                <a:cs typeface="Arial" panose="020B0604020202020204" pitchFamily="34" charset="0"/>
              </a:rPr>
              <a:t>84565</a:t>
            </a:r>
            <a:endParaRPr lang="en-US" sz="1000" dirty="0">
              <a:solidFill>
                <a:schemeClr val="bg1"/>
              </a:solidFill>
              <a:latin typeface="Arial" panose="020B0604020202020204" pitchFamily="34" charset="0"/>
              <a:ea typeface="Verdana" panose="020B0604030504040204" pitchFamily="34" charset="0"/>
              <a:cs typeface="Arial" panose="020B0604020202020204" pitchFamily="34" charset="0"/>
            </a:endParaRPr>
          </a:p>
        </p:txBody>
      </p:sp>
      <p:sp>
        <p:nvSpPr>
          <p:cNvPr id="24" name="TextBox 26">
            <a:extLst>
              <a:ext uri="{FF2B5EF4-FFF2-40B4-BE49-F238E27FC236}">
                <a16:creationId xmlns:a16="http://schemas.microsoft.com/office/drawing/2014/main" id="{0259E54F-9600-7494-7DA1-D2D1494F8257}"/>
              </a:ext>
            </a:extLst>
          </p:cNvPr>
          <p:cNvSpPr txBox="1"/>
          <p:nvPr/>
        </p:nvSpPr>
        <p:spPr>
          <a:xfrm>
            <a:off x="11629009" y="3859173"/>
            <a:ext cx="6137623" cy="290208"/>
          </a:xfrm>
          <a:prstGeom prst="rect">
            <a:avLst/>
          </a:prstGeom>
        </p:spPr>
        <p:txBody>
          <a:bodyPr wrap="square" lIns="0" tIns="0" rIns="0" bIns="0" rtlCol="0" anchor="t">
            <a:spAutoFit/>
          </a:bodyPr>
          <a:lstStyle/>
          <a:p>
            <a:pPr marL="0" lvl="0" indent="0" algn="l">
              <a:lnSpc>
                <a:spcPts val="2520"/>
              </a:lnSpc>
              <a:spcBef>
                <a:spcPct val="0"/>
              </a:spcBef>
            </a:pPr>
            <a:r>
              <a:rPr lang="en-US" sz="1800" u="none" strike="noStrike" dirty="0">
                <a:solidFill>
                  <a:srgbClr val="232526"/>
                </a:solidFill>
                <a:latin typeface="Century Schoolbook" panose="02040604050505020304" pitchFamily="18" charset="0"/>
                <a:ea typeface="Verdana" panose="020B0604030504040204" pitchFamily="34" charset="0"/>
              </a:rPr>
              <a:t>4865</a:t>
            </a:r>
          </a:p>
        </p:txBody>
      </p:sp>
      <p:sp>
        <p:nvSpPr>
          <p:cNvPr id="25" name="TextBox 27">
            <a:extLst>
              <a:ext uri="{FF2B5EF4-FFF2-40B4-BE49-F238E27FC236}">
                <a16:creationId xmlns:a16="http://schemas.microsoft.com/office/drawing/2014/main" id="{6BD38DC7-C216-DDD5-46F7-51DACD9EDBC7}"/>
              </a:ext>
            </a:extLst>
          </p:cNvPr>
          <p:cNvSpPr txBox="1"/>
          <p:nvPr/>
        </p:nvSpPr>
        <p:spPr>
          <a:xfrm>
            <a:off x="11011709" y="4410692"/>
            <a:ext cx="6781633" cy="179344"/>
          </a:xfrm>
          <a:prstGeom prst="rect">
            <a:avLst/>
          </a:prstGeom>
        </p:spPr>
        <p:txBody>
          <a:bodyPr wrap="square" lIns="0" tIns="0" rIns="0" bIns="0" rtlCol="0" anchor="t">
            <a:spAutoFit/>
          </a:bodyPr>
          <a:lstStyle/>
          <a:p>
            <a:pPr marL="237491" lvl="1" indent="-118745" algn="just">
              <a:lnSpc>
                <a:spcPts val="1540"/>
              </a:lnSpc>
              <a:spcAft>
                <a:spcPts val="600"/>
              </a:spcAft>
              <a:buFont typeface="Arial"/>
              <a:buChar char="•"/>
            </a:pPr>
            <a:r>
              <a:rPr lang="en-US" sz="1200" dirty="0">
                <a:solidFill>
                  <a:srgbClr val="000000"/>
                </a:solidFill>
                <a:latin typeface="Arial" panose="020B0604020202020204" pitchFamily="34" charset="0"/>
                <a:ea typeface="Verdana" panose="020B0604030504040204" pitchFamily="34" charset="0"/>
                <a:cs typeface="Arial" panose="020B0604020202020204" pitchFamily="34" charset="0"/>
              </a:rPr>
              <a:t>46185</a:t>
            </a:r>
          </a:p>
        </p:txBody>
      </p:sp>
      <p:sp>
        <p:nvSpPr>
          <p:cNvPr id="30" name="TextBox 32">
            <a:extLst>
              <a:ext uri="{FF2B5EF4-FFF2-40B4-BE49-F238E27FC236}">
                <a16:creationId xmlns:a16="http://schemas.microsoft.com/office/drawing/2014/main" id="{A103176F-3756-3F02-9566-06238D3C96BC}"/>
              </a:ext>
            </a:extLst>
          </p:cNvPr>
          <p:cNvSpPr txBox="1"/>
          <p:nvPr/>
        </p:nvSpPr>
        <p:spPr>
          <a:xfrm>
            <a:off x="11629009" y="6715717"/>
            <a:ext cx="6500239" cy="290208"/>
          </a:xfrm>
          <a:prstGeom prst="rect">
            <a:avLst/>
          </a:prstGeom>
        </p:spPr>
        <p:txBody>
          <a:bodyPr wrap="square" lIns="0" tIns="0" rIns="0" bIns="0" rtlCol="0" anchor="t">
            <a:spAutoFit/>
          </a:bodyPr>
          <a:lstStyle/>
          <a:p>
            <a:pPr marL="0" lvl="0" indent="0" algn="l">
              <a:lnSpc>
                <a:spcPts val="2520"/>
              </a:lnSpc>
              <a:spcBef>
                <a:spcPct val="0"/>
              </a:spcBef>
            </a:pPr>
            <a:r>
              <a:rPr lang="en-US" sz="1800" dirty="0" err="1">
                <a:solidFill>
                  <a:srgbClr val="232526"/>
                </a:solidFill>
                <a:latin typeface="Century Schoolbook" panose="02040604050505020304" pitchFamily="18" charset="0"/>
                <a:ea typeface="Verdana" panose="020B0604030504040204" pitchFamily="34" charset="0"/>
              </a:rPr>
              <a:t>ftyf</a:t>
            </a:r>
            <a:endParaRPr lang="en-US" sz="1800" dirty="0">
              <a:solidFill>
                <a:srgbClr val="232526"/>
              </a:solidFill>
              <a:latin typeface="Century Schoolbook" panose="02040604050505020304" pitchFamily="18" charset="0"/>
              <a:ea typeface="Verdana" panose="020B0604030504040204" pitchFamily="34" charset="0"/>
            </a:endParaRPr>
          </a:p>
        </p:txBody>
      </p:sp>
      <p:sp>
        <p:nvSpPr>
          <p:cNvPr id="31" name="TextBox 33">
            <a:extLst>
              <a:ext uri="{FF2B5EF4-FFF2-40B4-BE49-F238E27FC236}">
                <a16:creationId xmlns:a16="http://schemas.microsoft.com/office/drawing/2014/main" id="{6A9AD63D-7472-8E01-0EC7-908C4C0C5198}"/>
              </a:ext>
            </a:extLst>
          </p:cNvPr>
          <p:cNvSpPr txBox="1"/>
          <p:nvPr/>
        </p:nvSpPr>
        <p:spPr>
          <a:xfrm>
            <a:off x="10990269" y="7062605"/>
            <a:ext cx="6794494" cy="179344"/>
          </a:xfrm>
          <a:prstGeom prst="rect">
            <a:avLst/>
          </a:prstGeom>
        </p:spPr>
        <p:txBody>
          <a:bodyPr wrap="square" lIns="0" tIns="0" rIns="0" bIns="0" rtlCol="0" anchor="t">
            <a:spAutoFit/>
          </a:bodyPr>
          <a:lstStyle/>
          <a:p>
            <a:pPr marL="237491" lvl="1" indent="-118745" algn="just">
              <a:lnSpc>
                <a:spcPts val="1540"/>
              </a:lnSpc>
              <a:buFont typeface="Arial"/>
              <a:buChar char="•"/>
            </a:pPr>
            <a:r>
              <a:rPr lang="en-US" sz="1200" dirty="0">
                <a:solidFill>
                  <a:srgbClr val="000000"/>
                </a:solidFill>
                <a:latin typeface="Arial" panose="020B0604020202020204" pitchFamily="34" charset="0"/>
                <a:ea typeface="Verdana" panose="020B0604030504040204" pitchFamily="34" charset="0"/>
                <a:cs typeface="Arial" panose="020B0604020202020204" pitchFamily="34" charset="0"/>
              </a:rPr>
              <a:t>516</a:t>
            </a:r>
            <a:endParaRPr lang="en-US" sz="1200" dirty="0">
              <a:solidFill>
                <a:srgbClr val="000000"/>
              </a:solidFill>
              <a:highlight>
                <a:srgbClr val="00FFFF"/>
              </a:highlight>
              <a:latin typeface="Arial" panose="020B0604020202020204" pitchFamily="34" charset="0"/>
              <a:ea typeface="Verdana" panose="020B0604030504040204" pitchFamily="34" charset="0"/>
              <a:cs typeface="Arial" panose="020B0604020202020204" pitchFamily="34" charset="0"/>
            </a:endParaRPr>
          </a:p>
        </p:txBody>
      </p:sp>
      <p:sp>
        <p:nvSpPr>
          <p:cNvPr id="57" name="Rectangle 56">
            <a:extLst>
              <a:ext uri="{FF2B5EF4-FFF2-40B4-BE49-F238E27FC236}">
                <a16:creationId xmlns:a16="http://schemas.microsoft.com/office/drawing/2014/main" id="{8BD93EA2-CC4E-A5E8-1BFF-A3A58B70884F}"/>
              </a:ext>
            </a:extLst>
          </p:cNvPr>
          <p:cNvSpPr/>
          <p:nvPr/>
        </p:nvSpPr>
        <p:spPr>
          <a:xfrm>
            <a:off x="1790700" y="8384608"/>
            <a:ext cx="7353300" cy="604035"/>
          </a:xfrm>
          <a:prstGeom prst="rect">
            <a:avLst/>
          </a:prstGeom>
          <a:noFill/>
          <a:ln w="28575">
            <a:solidFill>
              <a:srgbClr val="E2A300"/>
            </a:solidFill>
            <a:prstDash val="sysDot"/>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Freeform 25">
            <a:extLst>
              <a:ext uri="{FF2B5EF4-FFF2-40B4-BE49-F238E27FC236}">
                <a16:creationId xmlns:a16="http://schemas.microsoft.com/office/drawing/2014/main" id="{13E06AB6-084A-B9EF-6535-AFC472835183}"/>
              </a:ext>
            </a:extLst>
          </p:cNvPr>
          <p:cNvSpPr/>
          <p:nvPr/>
        </p:nvSpPr>
        <p:spPr>
          <a:xfrm>
            <a:off x="9542919" y="4502476"/>
            <a:ext cx="1468790" cy="1475373"/>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234874"/>
          </a:solidFill>
        </p:spPr>
        <p:txBody>
          <a:bodyPr anchor="ctr"/>
          <a:lstStyle/>
          <a:p>
            <a:pPr algn="ctr">
              <a:lnSpc>
                <a:spcPts val="3359"/>
              </a:lnSpc>
            </a:pPr>
            <a:r>
              <a:rPr lang="en-US" sz="2400" dirty="0" err="1">
                <a:solidFill>
                  <a:schemeClr val="bg1"/>
                </a:solidFill>
                <a:latin typeface="Arial" panose="020B0604020202020204" pitchFamily="34" charset="0"/>
                <a:ea typeface="Verdana" panose="020B0604030504040204" pitchFamily="34" charset="0"/>
                <a:cs typeface="Arial" panose="020B0604020202020204" pitchFamily="34" charset="0"/>
              </a:rPr>
              <a:t>gy</a:t>
            </a:r>
            <a:endParaRPr lang="en-US" sz="1000" dirty="0">
              <a:solidFill>
                <a:schemeClr val="bg1"/>
              </a:solidFill>
              <a:latin typeface="Arial" panose="020B0604020202020204" pitchFamily="34" charset="0"/>
              <a:ea typeface="Verdana" panose="020B0604030504040204" pitchFamily="34" charset="0"/>
              <a:cs typeface="Arial" panose="020B0604020202020204" pitchFamily="34" charset="0"/>
            </a:endParaRPr>
          </a:p>
        </p:txBody>
      </p:sp>
      <p:sp>
        <p:nvSpPr>
          <p:cNvPr id="61" name="Freeform 25">
            <a:extLst>
              <a:ext uri="{FF2B5EF4-FFF2-40B4-BE49-F238E27FC236}">
                <a16:creationId xmlns:a16="http://schemas.microsoft.com/office/drawing/2014/main" id="{3E439075-5556-3711-9285-A5839CAEF164}"/>
              </a:ext>
            </a:extLst>
          </p:cNvPr>
          <p:cNvSpPr/>
          <p:nvPr/>
        </p:nvSpPr>
        <p:spPr>
          <a:xfrm>
            <a:off x="9542919" y="7318902"/>
            <a:ext cx="1468790" cy="1475373"/>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67917B"/>
          </a:solidFill>
        </p:spPr>
        <p:txBody>
          <a:bodyPr anchor="ctr"/>
          <a:lstStyle/>
          <a:p>
            <a:pPr marL="0" lvl="0" indent="0" algn="ctr">
              <a:lnSpc>
                <a:spcPts val="3359"/>
              </a:lnSpc>
              <a:spcBef>
                <a:spcPct val="0"/>
              </a:spcBef>
            </a:pPr>
            <a:r>
              <a:rPr lang="en-US" sz="2400" u="none" strike="noStrike" dirty="0">
                <a:solidFill>
                  <a:schemeClr val="bg1"/>
                </a:solidFill>
                <a:latin typeface="Arial" panose="020B0604020202020204" pitchFamily="34" charset="0"/>
                <a:ea typeface="Verdana" panose="020B0604030504040204" pitchFamily="34" charset="0"/>
                <a:cs typeface="Arial" panose="020B0604020202020204" pitchFamily="34" charset="0"/>
              </a:rPr>
              <a:t>84964</a:t>
            </a:r>
            <a:endParaRPr lang="en-US" sz="1000" u="none" strike="noStrike" dirty="0">
              <a:solidFill>
                <a:schemeClr val="bg1"/>
              </a:solidFill>
              <a:latin typeface="Arial" panose="020B0604020202020204" pitchFamily="34" charset="0"/>
              <a:ea typeface="Verdana" panose="020B0604030504040204" pitchFamily="34" charset="0"/>
              <a:cs typeface="Arial" panose="020B0604020202020204" pitchFamily="34" charset="0"/>
            </a:endParaRPr>
          </a:p>
        </p:txBody>
      </p:sp>
      <p:sp>
        <p:nvSpPr>
          <p:cNvPr id="6" name="TextBox 5">
            <a:extLst>
              <a:ext uri="{FF2B5EF4-FFF2-40B4-BE49-F238E27FC236}">
                <a16:creationId xmlns:a16="http://schemas.microsoft.com/office/drawing/2014/main" id="{51FE850E-7136-615F-EFF9-43A7620A6035}"/>
              </a:ext>
            </a:extLst>
          </p:cNvPr>
          <p:cNvSpPr txBox="1"/>
          <p:nvPr/>
        </p:nvSpPr>
        <p:spPr>
          <a:xfrm>
            <a:off x="625205" y="6121891"/>
            <a:ext cx="3505200" cy="215444"/>
          </a:xfrm>
          <a:prstGeom prst="rect">
            <a:avLst/>
          </a:prstGeom>
          <a:noFill/>
        </p:spPr>
        <p:txBody>
          <a:bodyPr wrap="square" rtlCol="0">
            <a:spAutoFit/>
          </a:bodyPr>
          <a:lstStyle/>
          <a:p>
            <a:r>
              <a:rPr lang="en-ZA" sz="800" i="1" dirty="0" err="1">
                <a:latin typeface="Arial" panose="020B0604020202020204" pitchFamily="34" charset="0"/>
                <a:ea typeface="Verdana" panose="020B0604030504040204" pitchFamily="34" charset="0"/>
                <a:cs typeface="Arial" panose="020B0604020202020204" pitchFamily="34" charset="0"/>
              </a:rPr>
              <a:t>fguyijgiu</a:t>
            </a:r>
            <a:endParaRPr lang="en-ZA" sz="800" i="1" dirty="0">
              <a:latin typeface="Arial" panose="020B0604020202020204" pitchFamily="34" charset="0"/>
              <a:ea typeface="Verdana" panose="020B0604030504040204" pitchFamily="34" charset="0"/>
              <a:cs typeface="Arial" panose="020B0604020202020204" pitchFamily="34" charset="0"/>
            </a:endParaRPr>
          </a:p>
        </p:txBody>
      </p:sp>
      <p:graphicFrame>
        <p:nvGraphicFramePr>
          <p:cNvPr id="8" name="Chart 7">
            <a:extLst>
              <a:ext uri="{FF2B5EF4-FFF2-40B4-BE49-F238E27FC236}">
                <a16:creationId xmlns:a16="http://schemas.microsoft.com/office/drawing/2014/main" id="{8893B186-261F-4BAB-B0C6-D13E6DE2ED9E}"/>
              </a:ext>
            </a:extLst>
          </p:cNvPr>
          <p:cNvGraphicFramePr>
            <a:graphicFrameLocks/>
          </p:cNvGraphicFramePr>
          <p:nvPr>
            <p:extLst>
              <p:ext uri="{D42A27DB-BD31-4B8C-83A1-F6EECF244321}">
                <p14:modId xmlns:p14="http://schemas.microsoft.com/office/powerpoint/2010/main" val="3257287636"/>
              </p:ext>
            </p:extLst>
          </p:nvPr>
        </p:nvGraphicFramePr>
        <p:xfrm>
          <a:off x="667368" y="4156449"/>
          <a:ext cx="8692724" cy="2078010"/>
        </p:xfrm>
        <a:graphic>
          <a:graphicData uri="http://schemas.openxmlformats.org/drawingml/2006/chart">
            <c:chart xmlns:c="http://schemas.openxmlformats.org/drawingml/2006/chart" xmlns:r="http://schemas.openxmlformats.org/officeDocument/2006/relationships" r:id="rId5"/>
          </a:graphicData>
        </a:graphic>
      </p:graphicFrame>
      <p:sp>
        <p:nvSpPr>
          <p:cNvPr id="3" name="TextBox 9">
            <a:extLst>
              <a:ext uri="{FF2B5EF4-FFF2-40B4-BE49-F238E27FC236}">
                <a16:creationId xmlns:a16="http://schemas.microsoft.com/office/drawing/2014/main" id="{FACE3DED-4982-4285-05BA-EC3690B46FD3}"/>
              </a:ext>
            </a:extLst>
          </p:cNvPr>
          <p:cNvSpPr txBox="1"/>
          <p:nvPr/>
        </p:nvSpPr>
        <p:spPr>
          <a:xfrm>
            <a:off x="723899" y="404845"/>
            <a:ext cx="3854722" cy="248786"/>
          </a:xfrm>
          <a:prstGeom prst="rect">
            <a:avLst/>
          </a:prstGeom>
        </p:spPr>
        <p:txBody>
          <a:bodyPr wrap="square" lIns="0" tIns="0" rIns="0" bIns="0" rtlCol="0" anchor="t">
            <a:spAutoFit/>
          </a:bodyPr>
          <a:lstStyle/>
          <a:p>
            <a:pPr>
              <a:lnSpc>
                <a:spcPts val="2100"/>
              </a:lnSpc>
              <a:spcBef>
                <a:spcPct val="0"/>
              </a:spcBef>
            </a:pPr>
            <a:r>
              <a:rPr lang="en-US" sz="1500" spc="186" dirty="0">
                <a:solidFill>
                  <a:srgbClr val="FFFFFF"/>
                </a:solidFill>
                <a:latin typeface="Century Schoolbook" panose="02040604050505020304" pitchFamily="18" charset="0"/>
                <a:ea typeface="Verdana" panose="020B0604030504040204" pitchFamily="34" charset="0"/>
              </a:rPr>
              <a:t>MARKET OVERVIEW</a:t>
            </a:r>
          </a:p>
        </p:txBody>
      </p:sp>
      <p:sp>
        <p:nvSpPr>
          <p:cNvPr id="4" name="TextBox 3">
            <a:extLst>
              <a:ext uri="{FF2B5EF4-FFF2-40B4-BE49-F238E27FC236}">
                <a16:creationId xmlns:a16="http://schemas.microsoft.com/office/drawing/2014/main" id="{EFD4021B-DAB0-0B00-F968-3D544D2A011A}"/>
              </a:ext>
            </a:extLst>
          </p:cNvPr>
          <p:cNvSpPr txBox="1"/>
          <p:nvPr/>
        </p:nvSpPr>
        <p:spPr>
          <a:xfrm>
            <a:off x="723899" y="727518"/>
            <a:ext cx="8783226" cy="331757"/>
          </a:xfrm>
          <a:prstGeom prst="rect">
            <a:avLst/>
          </a:prstGeom>
        </p:spPr>
        <p:txBody>
          <a:bodyPr lIns="0" tIns="0" rIns="0" bIns="0" rtlCol="0" anchor="t">
            <a:spAutoFit/>
          </a:bodyPr>
          <a:lstStyle/>
          <a:p>
            <a:pPr>
              <a:lnSpc>
                <a:spcPts val="2800"/>
              </a:lnSpc>
              <a:spcBef>
                <a:spcPct val="0"/>
              </a:spcBef>
            </a:pPr>
            <a:r>
              <a:rPr lang="en-US" sz="2000" spc="248" dirty="0">
                <a:solidFill>
                  <a:srgbClr val="FFFFFF"/>
                </a:solidFill>
                <a:latin typeface="Century Schoolbook" panose="02040604050505020304" pitchFamily="18" charset="0"/>
                <a:ea typeface="Verdana" panose="020B0604030504040204" pitchFamily="34" charset="0"/>
              </a:rPr>
              <a:t>RESIDENTIAL DEMAND DRIVERS</a:t>
            </a:r>
          </a:p>
        </p:txBody>
      </p:sp>
    </p:spTree>
    <p:extLst>
      <p:ext uri="{BB962C8B-B14F-4D97-AF65-F5344CB8AC3E}">
        <p14:creationId xmlns:p14="http://schemas.microsoft.com/office/powerpoint/2010/main" val="36752716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7E2EDE-48EA-83AD-6439-8BEF8BA5F3CA}"/>
            </a:ext>
          </a:extLst>
        </p:cNvPr>
        <p:cNvGrpSpPr/>
        <p:nvPr/>
      </p:nvGrpSpPr>
      <p:grpSpPr>
        <a:xfrm>
          <a:off x="0" y="0"/>
          <a:ext cx="0" cy="0"/>
          <a:chOff x="0" y="0"/>
          <a:chExt cx="0" cy="0"/>
        </a:xfrm>
      </p:grpSpPr>
      <p:graphicFrame>
        <p:nvGraphicFramePr>
          <p:cNvPr id="16" name="Table 20">
            <a:extLst>
              <a:ext uri="{FF2B5EF4-FFF2-40B4-BE49-F238E27FC236}">
                <a16:creationId xmlns:a16="http://schemas.microsoft.com/office/drawing/2014/main" id="{3F3F9256-9A51-0F49-50E8-3DA37A16774B}"/>
              </a:ext>
            </a:extLst>
          </p:cNvPr>
          <p:cNvGraphicFramePr>
            <a:graphicFrameLocks noGrp="1"/>
          </p:cNvGraphicFramePr>
          <p:nvPr>
            <p:extLst>
              <p:ext uri="{D42A27DB-BD31-4B8C-83A1-F6EECF244321}">
                <p14:modId xmlns:p14="http://schemas.microsoft.com/office/powerpoint/2010/main" val="921538743"/>
              </p:ext>
            </p:extLst>
          </p:nvPr>
        </p:nvGraphicFramePr>
        <p:xfrm>
          <a:off x="723900" y="1524453"/>
          <a:ext cx="17060862" cy="6202938"/>
        </p:xfrm>
        <a:graphic>
          <a:graphicData uri="http://schemas.openxmlformats.org/drawingml/2006/table">
            <a:tbl>
              <a:tblPr firstRow="1" bandRow="1">
                <a:tableStyleId>{5C22544A-7EE6-4342-B048-85BDC9FD1C3A}</a:tableStyleId>
              </a:tblPr>
              <a:tblGrid>
                <a:gridCol w="1600200">
                  <a:extLst>
                    <a:ext uri="{9D8B030D-6E8A-4147-A177-3AD203B41FA5}">
                      <a16:colId xmlns:a16="http://schemas.microsoft.com/office/drawing/2014/main" val="856072319"/>
                    </a:ext>
                  </a:extLst>
                </a:gridCol>
                <a:gridCol w="4813300">
                  <a:extLst>
                    <a:ext uri="{9D8B030D-6E8A-4147-A177-3AD203B41FA5}">
                      <a16:colId xmlns:a16="http://schemas.microsoft.com/office/drawing/2014/main" val="3202965937"/>
                    </a:ext>
                  </a:extLst>
                </a:gridCol>
                <a:gridCol w="10647362">
                  <a:extLst>
                    <a:ext uri="{9D8B030D-6E8A-4147-A177-3AD203B41FA5}">
                      <a16:colId xmlns:a16="http://schemas.microsoft.com/office/drawing/2014/main" val="629404397"/>
                    </a:ext>
                  </a:extLst>
                </a:gridCol>
              </a:tblGrid>
              <a:tr h="68648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600" b="1" dirty="0">
                        <a:solidFill>
                          <a:schemeClr val="bg1"/>
                        </a:solidFill>
                        <a:latin typeface="Arial" panose="020B0604020202020204" pitchFamily="34" charset="0"/>
                        <a:cs typeface="Arial" panose="020B0604020202020204" pitchFamily="34" charset="0"/>
                      </a:endParaRPr>
                    </a:p>
                  </a:txBody>
                  <a:tcPr anchor="ctr">
                    <a:solidFill>
                      <a:srgbClr val="E2A3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600" b="1" u="none" strike="noStrike" dirty="0">
                        <a:solidFill>
                          <a:schemeClr val="bg1"/>
                        </a:solidFill>
                        <a:latin typeface="Arial" panose="020B0604020202020204" pitchFamily="34" charset="0"/>
                        <a:cs typeface="Arial" panose="020B0604020202020204" pitchFamily="34" charset="0"/>
                      </a:endParaRPr>
                    </a:p>
                  </a:txBody>
                  <a:tcPr anchor="ctr">
                    <a:solidFill>
                      <a:srgbClr val="E2A3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600" b="1" u="none" strike="noStrike" dirty="0">
                        <a:solidFill>
                          <a:schemeClr val="bg1"/>
                        </a:solidFill>
                        <a:latin typeface="Arial" panose="020B0604020202020204" pitchFamily="34" charset="0"/>
                        <a:cs typeface="Arial" panose="020B0604020202020204" pitchFamily="34" charset="0"/>
                      </a:endParaRPr>
                    </a:p>
                  </a:txBody>
                  <a:tcPr anchor="ctr">
                    <a:solidFill>
                      <a:srgbClr val="E2A300"/>
                    </a:solidFill>
                  </a:tcPr>
                </a:tc>
                <a:extLst>
                  <a:ext uri="{0D108BD9-81ED-4DB2-BD59-A6C34878D82A}">
                    <a16:rowId xmlns:a16="http://schemas.microsoft.com/office/drawing/2014/main" val="2523187182"/>
                  </a:ext>
                </a:extLst>
              </a:tr>
              <a:tr h="1864828">
                <a:tc>
                  <a:txBody>
                    <a:bodyPr/>
                    <a:lstStyle/>
                    <a:p>
                      <a:pPr marL="118745" marR="0" lvl="1" indent="0" algn="ctr" defTabSz="914400" rtl="0" eaLnBrk="1" fontAlgn="base" latinLnBrk="0" hangingPunct="1">
                        <a:lnSpc>
                          <a:spcPts val="1649"/>
                        </a:lnSpc>
                        <a:spcBef>
                          <a:spcPts val="300"/>
                        </a:spcBef>
                        <a:spcAft>
                          <a:spcPts val="600"/>
                        </a:spcAft>
                        <a:buClr>
                          <a:schemeClr val="tx1"/>
                        </a:buClr>
                        <a:buSzPts val="1000"/>
                        <a:buFont typeface="Arial" panose="020B0604020202020204" pitchFamily="34" charset="0"/>
                        <a:buNone/>
                        <a:tabLst>
                          <a:tab pos="1314450" algn="l"/>
                        </a:tabLst>
                        <a:defRPr/>
                      </a:pPr>
                      <a:endParaRPr lang="en-ZA" sz="1200" b="1" kern="1200" dirty="0">
                        <a:solidFill>
                          <a:srgbClr val="000000"/>
                        </a:solidFill>
                        <a:latin typeface="Arial" panose="020B0604020202020204" pitchFamily="34" charset="0"/>
                        <a:ea typeface="Verdana" panose="020B0604030504040204" pitchFamily="34" charset="0"/>
                        <a:cs typeface="Arial" panose="020B0604020202020204" pitchFamily="34" charset="0"/>
                      </a:endParaRPr>
                    </a:p>
                  </a:txBody>
                  <a:tcPr anchor="ctr">
                    <a:solidFill>
                      <a:schemeClr val="bg1">
                        <a:lumMod val="85000"/>
                      </a:schemeClr>
                    </a:solidFill>
                  </a:tcPr>
                </a:tc>
                <a:tc>
                  <a:txBody>
                    <a:bodyPr/>
                    <a:lstStyle/>
                    <a:p>
                      <a:pPr marL="355600" marR="0" lvl="2" indent="-177800" algn="l" defTabSz="914400" rtl="0" eaLnBrk="1" fontAlgn="base" latinLnBrk="0" hangingPunct="1">
                        <a:lnSpc>
                          <a:spcPts val="1649"/>
                        </a:lnSpc>
                        <a:spcBef>
                          <a:spcPts val="300"/>
                        </a:spcBef>
                        <a:spcAft>
                          <a:spcPts val="600"/>
                        </a:spcAft>
                        <a:buClr>
                          <a:schemeClr val="tx1"/>
                        </a:buClr>
                        <a:buSzPts val="1000"/>
                        <a:buFont typeface="Arial" panose="020B0604020202020204" pitchFamily="34" charset="0"/>
                        <a:buChar char="•"/>
                        <a:tabLst>
                          <a:tab pos="1314450" algn="l"/>
                        </a:tabLst>
                        <a:defRPr/>
                      </a:pPr>
                      <a:endParaRPr lang="en-ZA" sz="1200" kern="1200" dirty="0">
                        <a:solidFill>
                          <a:srgbClr val="000000"/>
                        </a:solidFill>
                        <a:latin typeface="Arial" panose="020B0604020202020204" pitchFamily="34" charset="0"/>
                        <a:ea typeface="Verdana" panose="020B0604030504040204" pitchFamily="34" charset="0"/>
                        <a:cs typeface="Arial" panose="020B0604020202020204" pitchFamily="34" charset="0"/>
                      </a:endParaRPr>
                    </a:p>
                  </a:txBody>
                  <a:tcPr anchor="ctr">
                    <a:solidFill>
                      <a:schemeClr val="bg1">
                        <a:lumMod val="85000"/>
                      </a:schemeClr>
                    </a:solidFill>
                  </a:tcPr>
                </a:tc>
                <a:tc>
                  <a:txBody>
                    <a:bodyPr/>
                    <a:lstStyle/>
                    <a:p>
                      <a:pPr marL="290195" marR="0" lvl="1" indent="-171450" algn="just" defTabSz="914400" rtl="0" eaLnBrk="1" fontAlgn="base" latinLnBrk="0" hangingPunct="1">
                        <a:lnSpc>
                          <a:spcPts val="1649"/>
                        </a:lnSpc>
                        <a:spcBef>
                          <a:spcPts val="300"/>
                        </a:spcBef>
                        <a:spcAft>
                          <a:spcPts val="600"/>
                        </a:spcAft>
                        <a:buClr>
                          <a:schemeClr val="tx1"/>
                        </a:buClr>
                        <a:buSzPts val="1000"/>
                        <a:buFont typeface="Arial" panose="020B0604020202020204" pitchFamily="34" charset="0"/>
                        <a:buChar char="•"/>
                        <a:tabLst>
                          <a:tab pos="1314450" algn="l"/>
                        </a:tabLst>
                        <a:defRPr/>
                      </a:pPr>
                      <a:endParaRPr lang="en-US" sz="1200" kern="1200" dirty="0">
                        <a:solidFill>
                          <a:srgbClr val="000000"/>
                        </a:solidFill>
                        <a:latin typeface="Arial" panose="020B0604020202020204" pitchFamily="34" charset="0"/>
                        <a:ea typeface="Verdana" panose="020B0604030504040204" pitchFamily="34" charset="0"/>
                        <a:cs typeface="Arial" panose="020B0604020202020204" pitchFamily="34" charset="0"/>
                      </a:endParaRPr>
                    </a:p>
                  </a:txBody>
                  <a:tcPr anchor="ctr">
                    <a:solidFill>
                      <a:schemeClr val="bg1">
                        <a:lumMod val="85000"/>
                      </a:schemeClr>
                    </a:solidFill>
                  </a:tcPr>
                </a:tc>
                <a:extLst>
                  <a:ext uri="{0D108BD9-81ED-4DB2-BD59-A6C34878D82A}">
                    <a16:rowId xmlns:a16="http://schemas.microsoft.com/office/drawing/2014/main" val="1181582196"/>
                  </a:ext>
                </a:extLst>
              </a:tr>
              <a:tr h="1518672">
                <a:tc>
                  <a:txBody>
                    <a:bodyPr/>
                    <a:lstStyle/>
                    <a:p>
                      <a:pPr marL="118745" marR="0" lvl="1" indent="0" algn="ctr" defTabSz="914400" rtl="0" eaLnBrk="1" fontAlgn="base" latinLnBrk="0" hangingPunct="1">
                        <a:lnSpc>
                          <a:spcPts val="1649"/>
                        </a:lnSpc>
                        <a:spcBef>
                          <a:spcPts val="300"/>
                        </a:spcBef>
                        <a:spcAft>
                          <a:spcPts val="600"/>
                        </a:spcAft>
                        <a:buClr>
                          <a:schemeClr val="tx1"/>
                        </a:buClr>
                        <a:buSzPts val="1000"/>
                        <a:buFont typeface="Arial" panose="020B0604020202020204" pitchFamily="34" charset="0"/>
                        <a:buNone/>
                        <a:tabLst>
                          <a:tab pos="1314450" algn="l"/>
                        </a:tabLst>
                        <a:defRPr/>
                      </a:pPr>
                      <a:endParaRPr lang="en-ZA" sz="1200" b="1" kern="1200" dirty="0">
                        <a:solidFill>
                          <a:srgbClr val="000000"/>
                        </a:solidFill>
                        <a:latin typeface="Arial" panose="020B0604020202020204" pitchFamily="34" charset="0"/>
                        <a:ea typeface="Verdana" panose="020B0604030504040204" pitchFamily="34" charset="0"/>
                        <a:cs typeface="Arial" panose="020B0604020202020204" pitchFamily="34" charset="0"/>
                      </a:endParaRPr>
                    </a:p>
                  </a:txBody>
                  <a:tcPr anchor="ctr">
                    <a:noFill/>
                  </a:tcPr>
                </a:tc>
                <a:tc>
                  <a:txBody>
                    <a:bodyPr/>
                    <a:lstStyle/>
                    <a:p>
                      <a:pPr marL="118745" marR="0" lvl="1" indent="0" algn="ctr" defTabSz="914400" rtl="0" eaLnBrk="1" fontAlgn="base" latinLnBrk="0" hangingPunct="1">
                        <a:lnSpc>
                          <a:spcPts val="1649"/>
                        </a:lnSpc>
                        <a:spcBef>
                          <a:spcPts val="300"/>
                        </a:spcBef>
                        <a:spcAft>
                          <a:spcPts val="600"/>
                        </a:spcAft>
                        <a:buClr>
                          <a:schemeClr val="tx1"/>
                        </a:buClr>
                        <a:buSzPts val="1000"/>
                        <a:buFont typeface="Arial" panose="020B0604020202020204" pitchFamily="34" charset="0"/>
                        <a:buNone/>
                        <a:tabLst>
                          <a:tab pos="1314450" algn="l"/>
                        </a:tabLst>
                        <a:defRPr/>
                      </a:pPr>
                      <a:endParaRPr lang="en-ZA" sz="1200" kern="1200" dirty="0">
                        <a:solidFill>
                          <a:srgbClr val="000000"/>
                        </a:solidFill>
                        <a:latin typeface="Arial" panose="020B0604020202020204" pitchFamily="34" charset="0"/>
                        <a:ea typeface="Verdana" panose="020B0604030504040204" pitchFamily="34" charset="0"/>
                        <a:cs typeface="Arial" panose="020B0604020202020204" pitchFamily="34" charset="0"/>
                      </a:endParaRPr>
                    </a:p>
                  </a:txBody>
                  <a:tcPr anchor="ctr">
                    <a:noFill/>
                  </a:tcPr>
                </a:tc>
                <a:tc>
                  <a:txBody>
                    <a:bodyPr/>
                    <a:lstStyle/>
                    <a:p>
                      <a:pPr marL="290195" marR="0" lvl="1" indent="-171450" algn="just" defTabSz="914400" rtl="0" eaLnBrk="1" fontAlgn="base" latinLnBrk="0" hangingPunct="1">
                        <a:lnSpc>
                          <a:spcPts val="1649"/>
                        </a:lnSpc>
                        <a:spcBef>
                          <a:spcPts val="300"/>
                        </a:spcBef>
                        <a:spcAft>
                          <a:spcPts val="600"/>
                        </a:spcAft>
                        <a:buClr>
                          <a:schemeClr val="tx1"/>
                        </a:buClr>
                        <a:buSzPts val="1000"/>
                        <a:buFont typeface="Arial" panose="020B0604020202020204" pitchFamily="34" charset="0"/>
                        <a:buChar char="•"/>
                        <a:tabLst>
                          <a:tab pos="1314450" algn="l"/>
                        </a:tabLst>
                        <a:defRPr/>
                      </a:pPr>
                      <a:endParaRPr lang="en-US" sz="1200" kern="1200" dirty="0">
                        <a:solidFill>
                          <a:srgbClr val="000000"/>
                        </a:solidFill>
                        <a:latin typeface="Arial" panose="020B0604020202020204" pitchFamily="34" charset="0"/>
                        <a:ea typeface="Verdana" panose="020B0604030504040204" pitchFamily="34" charset="0"/>
                        <a:cs typeface="Arial" panose="020B0604020202020204" pitchFamily="34" charset="0"/>
                      </a:endParaRPr>
                    </a:p>
                  </a:txBody>
                  <a:tcPr anchor="ctr">
                    <a:noFill/>
                  </a:tcPr>
                </a:tc>
                <a:extLst>
                  <a:ext uri="{0D108BD9-81ED-4DB2-BD59-A6C34878D82A}">
                    <a16:rowId xmlns:a16="http://schemas.microsoft.com/office/drawing/2014/main" val="484532726"/>
                  </a:ext>
                </a:extLst>
              </a:tr>
              <a:tr h="2132958">
                <a:tc>
                  <a:txBody>
                    <a:bodyPr/>
                    <a:lstStyle/>
                    <a:p>
                      <a:pPr marL="118745" marR="0" lvl="1" indent="0" algn="ctr" defTabSz="914400" rtl="0" eaLnBrk="1" fontAlgn="base" latinLnBrk="0" hangingPunct="1">
                        <a:lnSpc>
                          <a:spcPts val="1649"/>
                        </a:lnSpc>
                        <a:spcBef>
                          <a:spcPts val="300"/>
                        </a:spcBef>
                        <a:spcAft>
                          <a:spcPts val="600"/>
                        </a:spcAft>
                        <a:buClr>
                          <a:schemeClr val="tx1"/>
                        </a:buClr>
                        <a:buSzPts val="1000"/>
                        <a:buFont typeface="Arial" panose="020B0604020202020204" pitchFamily="34" charset="0"/>
                        <a:buNone/>
                        <a:tabLst>
                          <a:tab pos="1314450" algn="l"/>
                        </a:tabLst>
                        <a:defRPr/>
                      </a:pPr>
                      <a:endParaRPr lang="en-ZA" sz="1200" b="1" kern="1200" dirty="0">
                        <a:solidFill>
                          <a:srgbClr val="000000"/>
                        </a:solidFill>
                        <a:latin typeface="Arial" panose="020B0604020202020204" pitchFamily="34" charset="0"/>
                        <a:ea typeface="Verdana" panose="020B0604030504040204" pitchFamily="34" charset="0"/>
                        <a:cs typeface="Arial" panose="020B0604020202020204" pitchFamily="34" charset="0"/>
                      </a:endParaRPr>
                    </a:p>
                  </a:txBody>
                  <a:tcPr anchor="ctr">
                    <a:solidFill>
                      <a:schemeClr val="bg1">
                        <a:lumMod val="85000"/>
                      </a:schemeClr>
                    </a:solidFill>
                  </a:tcPr>
                </a:tc>
                <a:tc>
                  <a:txBody>
                    <a:bodyPr/>
                    <a:lstStyle/>
                    <a:p>
                      <a:pPr marL="118745" marR="0" lvl="1" indent="0" algn="ctr" defTabSz="914400" rtl="0" eaLnBrk="1" fontAlgn="base" latinLnBrk="0" hangingPunct="1">
                        <a:lnSpc>
                          <a:spcPts val="1649"/>
                        </a:lnSpc>
                        <a:spcBef>
                          <a:spcPts val="300"/>
                        </a:spcBef>
                        <a:spcAft>
                          <a:spcPts val="600"/>
                        </a:spcAft>
                        <a:buClr>
                          <a:schemeClr val="tx1"/>
                        </a:buClr>
                        <a:buSzPts val="1000"/>
                        <a:buFont typeface="Arial" panose="020B0604020202020204" pitchFamily="34" charset="0"/>
                        <a:buNone/>
                        <a:tabLst>
                          <a:tab pos="1314450" algn="l"/>
                        </a:tabLst>
                        <a:defRPr/>
                      </a:pPr>
                      <a:endParaRPr lang="en-ZA" sz="1200" b="1" kern="1200" dirty="0">
                        <a:solidFill>
                          <a:srgbClr val="000000"/>
                        </a:solidFill>
                        <a:latin typeface="Arial" panose="020B0604020202020204" pitchFamily="34" charset="0"/>
                        <a:ea typeface="Verdana" panose="020B0604030504040204" pitchFamily="34" charset="0"/>
                        <a:cs typeface="Arial" panose="020B0604020202020204" pitchFamily="34" charset="0"/>
                      </a:endParaRPr>
                    </a:p>
                  </a:txBody>
                  <a:tcPr anchor="ctr">
                    <a:solidFill>
                      <a:schemeClr val="bg1">
                        <a:lumMod val="85000"/>
                      </a:schemeClr>
                    </a:solidFill>
                  </a:tcPr>
                </a:tc>
                <a:tc>
                  <a:txBody>
                    <a:bodyPr/>
                    <a:lstStyle/>
                    <a:p>
                      <a:pPr marL="290195" marR="0" lvl="1" indent="-171450" algn="just" defTabSz="914400" rtl="0" eaLnBrk="1" fontAlgn="base" latinLnBrk="0" hangingPunct="1">
                        <a:lnSpc>
                          <a:spcPts val="1649"/>
                        </a:lnSpc>
                        <a:spcBef>
                          <a:spcPts val="300"/>
                        </a:spcBef>
                        <a:spcAft>
                          <a:spcPts val="600"/>
                        </a:spcAft>
                        <a:buClr>
                          <a:schemeClr val="tx1"/>
                        </a:buClr>
                        <a:buSzPts val="1000"/>
                        <a:buFont typeface="Arial" panose="020B0604020202020204" pitchFamily="34" charset="0"/>
                        <a:buChar char="•"/>
                        <a:tabLst>
                          <a:tab pos="1314450" algn="l"/>
                        </a:tabLst>
                        <a:defRPr/>
                      </a:pPr>
                      <a:endParaRPr lang="en-US" sz="1200" kern="1200" dirty="0">
                        <a:solidFill>
                          <a:srgbClr val="000000"/>
                        </a:solidFill>
                        <a:latin typeface="Arial" panose="020B0604020202020204" pitchFamily="34" charset="0"/>
                        <a:ea typeface="Verdana" panose="020B0604030504040204" pitchFamily="34" charset="0"/>
                        <a:cs typeface="Arial" panose="020B0604020202020204" pitchFamily="34" charset="0"/>
                      </a:endParaRPr>
                    </a:p>
                  </a:txBody>
                  <a:tcPr anchor="ctr">
                    <a:solidFill>
                      <a:schemeClr val="bg1">
                        <a:lumMod val="85000"/>
                      </a:schemeClr>
                    </a:solidFill>
                  </a:tcPr>
                </a:tc>
                <a:extLst>
                  <a:ext uri="{0D108BD9-81ED-4DB2-BD59-A6C34878D82A}">
                    <a16:rowId xmlns:a16="http://schemas.microsoft.com/office/drawing/2014/main" val="3802479589"/>
                  </a:ext>
                </a:extLst>
              </a:tr>
            </a:tbl>
          </a:graphicData>
        </a:graphic>
      </p:graphicFrame>
      <p:sp>
        <p:nvSpPr>
          <p:cNvPr id="2" name="TextBox 9">
            <a:extLst>
              <a:ext uri="{FF2B5EF4-FFF2-40B4-BE49-F238E27FC236}">
                <a16:creationId xmlns:a16="http://schemas.microsoft.com/office/drawing/2014/main" id="{E3830204-ABF3-4492-5B7C-5555AD1A6C78}"/>
              </a:ext>
            </a:extLst>
          </p:cNvPr>
          <p:cNvSpPr txBox="1"/>
          <p:nvPr/>
        </p:nvSpPr>
        <p:spPr>
          <a:xfrm>
            <a:off x="723899" y="404845"/>
            <a:ext cx="3854722" cy="248786"/>
          </a:xfrm>
          <a:prstGeom prst="rect">
            <a:avLst/>
          </a:prstGeom>
        </p:spPr>
        <p:txBody>
          <a:bodyPr wrap="square" lIns="0" tIns="0" rIns="0" bIns="0" rtlCol="0" anchor="t">
            <a:spAutoFit/>
          </a:bodyPr>
          <a:lstStyle/>
          <a:p>
            <a:pPr>
              <a:lnSpc>
                <a:spcPts val="2100"/>
              </a:lnSpc>
              <a:spcBef>
                <a:spcPct val="0"/>
              </a:spcBef>
            </a:pPr>
            <a:r>
              <a:rPr lang="en-US" sz="1500" spc="186" dirty="0">
                <a:solidFill>
                  <a:srgbClr val="FFFFFF"/>
                </a:solidFill>
                <a:latin typeface="Century Schoolbook" panose="02040604050505020304" pitchFamily="18" charset="0"/>
                <a:ea typeface="Verdana" panose="020B0604030504040204" pitchFamily="34" charset="0"/>
              </a:rPr>
              <a:t>MARKET OVERVIEW</a:t>
            </a:r>
          </a:p>
        </p:txBody>
      </p:sp>
      <p:sp>
        <p:nvSpPr>
          <p:cNvPr id="3" name="TextBox 2">
            <a:extLst>
              <a:ext uri="{FF2B5EF4-FFF2-40B4-BE49-F238E27FC236}">
                <a16:creationId xmlns:a16="http://schemas.microsoft.com/office/drawing/2014/main" id="{8BB69F95-16C7-19DB-8BFC-5A7950453768}"/>
              </a:ext>
            </a:extLst>
          </p:cNvPr>
          <p:cNvSpPr txBox="1"/>
          <p:nvPr/>
        </p:nvSpPr>
        <p:spPr>
          <a:xfrm>
            <a:off x="723899" y="727518"/>
            <a:ext cx="8783226" cy="331757"/>
          </a:xfrm>
          <a:prstGeom prst="rect">
            <a:avLst/>
          </a:prstGeom>
        </p:spPr>
        <p:txBody>
          <a:bodyPr lIns="0" tIns="0" rIns="0" bIns="0" rtlCol="0" anchor="t">
            <a:spAutoFit/>
          </a:bodyPr>
          <a:lstStyle/>
          <a:p>
            <a:pPr>
              <a:lnSpc>
                <a:spcPts val="2800"/>
              </a:lnSpc>
              <a:spcBef>
                <a:spcPct val="0"/>
              </a:spcBef>
            </a:pPr>
            <a:r>
              <a:rPr lang="en-US" sz="2000" spc="248" dirty="0">
                <a:solidFill>
                  <a:srgbClr val="FFFFFF"/>
                </a:solidFill>
                <a:latin typeface="Century Schoolbook" panose="02040604050505020304" pitchFamily="18" charset="0"/>
                <a:ea typeface="Verdana" panose="020B0604030504040204" pitchFamily="34" charset="0"/>
              </a:rPr>
              <a:t>KEY MARKET INDICATORS</a:t>
            </a:r>
          </a:p>
        </p:txBody>
      </p:sp>
    </p:spTree>
    <p:extLst>
      <p:ext uri="{BB962C8B-B14F-4D97-AF65-F5344CB8AC3E}">
        <p14:creationId xmlns:p14="http://schemas.microsoft.com/office/powerpoint/2010/main" val="27461898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7E2EDE-48EA-83AD-6439-8BEF8BA5F3CA}"/>
            </a:ext>
          </a:extLst>
        </p:cNvPr>
        <p:cNvGrpSpPr/>
        <p:nvPr/>
      </p:nvGrpSpPr>
      <p:grpSpPr>
        <a:xfrm>
          <a:off x="0" y="0"/>
          <a:ext cx="0" cy="0"/>
          <a:chOff x="0" y="0"/>
          <a:chExt cx="0" cy="0"/>
        </a:xfrm>
      </p:grpSpPr>
      <p:sp>
        <p:nvSpPr>
          <p:cNvPr id="2" name="TextBox 9">
            <a:extLst>
              <a:ext uri="{FF2B5EF4-FFF2-40B4-BE49-F238E27FC236}">
                <a16:creationId xmlns:a16="http://schemas.microsoft.com/office/drawing/2014/main" id="{BC019204-825D-A4F7-8C51-110644A529AC}"/>
              </a:ext>
            </a:extLst>
          </p:cNvPr>
          <p:cNvSpPr txBox="1"/>
          <p:nvPr/>
        </p:nvSpPr>
        <p:spPr>
          <a:xfrm>
            <a:off x="723899" y="404845"/>
            <a:ext cx="3854722" cy="248786"/>
          </a:xfrm>
          <a:prstGeom prst="rect">
            <a:avLst/>
          </a:prstGeom>
        </p:spPr>
        <p:txBody>
          <a:bodyPr wrap="square" lIns="0" tIns="0" rIns="0" bIns="0" rtlCol="0" anchor="t">
            <a:spAutoFit/>
          </a:bodyPr>
          <a:lstStyle/>
          <a:p>
            <a:pPr>
              <a:lnSpc>
                <a:spcPts val="2100"/>
              </a:lnSpc>
              <a:spcBef>
                <a:spcPct val="0"/>
              </a:spcBef>
            </a:pPr>
            <a:r>
              <a:rPr lang="en-US" sz="1500" spc="186" dirty="0">
                <a:solidFill>
                  <a:srgbClr val="FFFFFF"/>
                </a:solidFill>
                <a:latin typeface="Century Schoolbook" panose="02040604050505020304" pitchFamily="18" charset="0"/>
                <a:ea typeface="Verdana" panose="020B0604030504040204" pitchFamily="34" charset="0"/>
              </a:rPr>
              <a:t>MARKET OVERVIEW</a:t>
            </a:r>
          </a:p>
        </p:txBody>
      </p:sp>
      <p:sp>
        <p:nvSpPr>
          <p:cNvPr id="3" name="TextBox 2">
            <a:extLst>
              <a:ext uri="{FF2B5EF4-FFF2-40B4-BE49-F238E27FC236}">
                <a16:creationId xmlns:a16="http://schemas.microsoft.com/office/drawing/2014/main" id="{D39DEB9B-4654-E821-45E4-ADC427A5665C}"/>
              </a:ext>
            </a:extLst>
          </p:cNvPr>
          <p:cNvSpPr txBox="1"/>
          <p:nvPr/>
        </p:nvSpPr>
        <p:spPr>
          <a:xfrm>
            <a:off x="723899" y="727518"/>
            <a:ext cx="8783226" cy="331757"/>
          </a:xfrm>
          <a:prstGeom prst="rect">
            <a:avLst/>
          </a:prstGeom>
        </p:spPr>
        <p:txBody>
          <a:bodyPr lIns="0" tIns="0" rIns="0" bIns="0" rtlCol="0" anchor="t">
            <a:spAutoFit/>
          </a:bodyPr>
          <a:lstStyle/>
          <a:p>
            <a:pPr>
              <a:lnSpc>
                <a:spcPts val="2800"/>
              </a:lnSpc>
              <a:spcBef>
                <a:spcPct val="0"/>
              </a:spcBef>
            </a:pPr>
            <a:r>
              <a:rPr lang="en-US" sz="2000" spc="248" dirty="0">
                <a:solidFill>
                  <a:srgbClr val="FFFFFF"/>
                </a:solidFill>
                <a:latin typeface="Century Schoolbook" panose="02040604050505020304" pitchFamily="18" charset="0"/>
                <a:ea typeface="Verdana" panose="020B0604030504040204" pitchFamily="34" charset="0"/>
              </a:rPr>
              <a:t>MARKET OUTLOOK AND OPPORTUNITIES</a:t>
            </a:r>
          </a:p>
        </p:txBody>
      </p:sp>
      <p:sp>
        <p:nvSpPr>
          <p:cNvPr id="4" name="Rectangle 3">
            <a:extLst>
              <a:ext uri="{FF2B5EF4-FFF2-40B4-BE49-F238E27FC236}">
                <a16:creationId xmlns:a16="http://schemas.microsoft.com/office/drawing/2014/main" id="{61F45822-2AD7-9C0C-E3CE-72C08C754678}"/>
              </a:ext>
            </a:extLst>
          </p:cNvPr>
          <p:cNvSpPr/>
          <p:nvPr/>
        </p:nvSpPr>
        <p:spPr>
          <a:xfrm>
            <a:off x="11460480" y="1479879"/>
            <a:ext cx="6324600" cy="7631114"/>
          </a:xfrm>
          <a:prstGeom prst="rect">
            <a:avLst/>
          </a:prstGeom>
          <a:solidFill>
            <a:srgbClr val="E2A3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sz="2000">
              <a:solidFill>
                <a:schemeClr val="tx1"/>
              </a:solidFill>
              <a:latin typeface="Alata" panose="00000500000000000000" pitchFamily="2" charset="0"/>
            </a:endParaRPr>
          </a:p>
        </p:txBody>
      </p:sp>
      <p:sp>
        <p:nvSpPr>
          <p:cNvPr id="5" name="Rectangle: Rounded Corners 4">
            <a:extLst>
              <a:ext uri="{FF2B5EF4-FFF2-40B4-BE49-F238E27FC236}">
                <a16:creationId xmlns:a16="http://schemas.microsoft.com/office/drawing/2014/main" id="{0E98AA03-14D4-450F-103E-7C5C153D2123}"/>
              </a:ext>
            </a:extLst>
          </p:cNvPr>
          <p:cNvSpPr/>
          <p:nvPr/>
        </p:nvSpPr>
        <p:spPr>
          <a:xfrm>
            <a:off x="723900" y="1294172"/>
            <a:ext cx="7920355" cy="2362200"/>
          </a:xfrm>
          <a:prstGeom prst="roundRect">
            <a:avLst/>
          </a:prstGeom>
          <a:solidFill>
            <a:srgbClr val="67917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sz="2000">
              <a:solidFill>
                <a:schemeClr val="tx1"/>
              </a:solidFill>
              <a:latin typeface="Alata" panose="00000500000000000000" pitchFamily="2" charset="0"/>
            </a:endParaRPr>
          </a:p>
        </p:txBody>
      </p:sp>
      <p:sp>
        <p:nvSpPr>
          <p:cNvPr id="6" name="Rectangle: Rounded Corners 5">
            <a:extLst>
              <a:ext uri="{FF2B5EF4-FFF2-40B4-BE49-F238E27FC236}">
                <a16:creationId xmlns:a16="http://schemas.microsoft.com/office/drawing/2014/main" id="{B3288AB0-12CD-DF3E-04B9-0040A4AEBC0A}"/>
              </a:ext>
            </a:extLst>
          </p:cNvPr>
          <p:cNvSpPr/>
          <p:nvPr/>
        </p:nvSpPr>
        <p:spPr>
          <a:xfrm>
            <a:off x="722425" y="3884973"/>
            <a:ext cx="7920354" cy="2362200"/>
          </a:xfrm>
          <a:prstGeom prst="roundRect">
            <a:avLst/>
          </a:prstGeom>
          <a:solidFill>
            <a:srgbClr val="AAD2C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sz="2000">
              <a:solidFill>
                <a:schemeClr val="tx1"/>
              </a:solidFill>
              <a:latin typeface="Alata" panose="00000500000000000000" pitchFamily="2" charset="0"/>
            </a:endParaRPr>
          </a:p>
        </p:txBody>
      </p:sp>
      <p:sp>
        <p:nvSpPr>
          <p:cNvPr id="7" name="Rectangle: Rounded Corners 6">
            <a:extLst>
              <a:ext uri="{FF2B5EF4-FFF2-40B4-BE49-F238E27FC236}">
                <a16:creationId xmlns:a16="http://schemas.microsoft.com/office/drawing/2014/main" id="{245F2BBF-BAEA-CB1B-A828-28404389B932}"/>
              </a:ext>
            </a:extLst>
          </p:cNvPr>
          <p:cNvSpPr/>
          <p:nvPr/>
        </p:nvSpPr>
        <p:spPr>
          <a:xfrm>
            <a:off x="723901" y="6475774"/>
            <a:ext cx="7918878" cy="2643862"/>
          </a:xfrm>
          <a:prstGeom prst="roundRect">
            <a:avLst/>
          </a:prstGeom>
          <a:solidFill>
            <a:srgbClr val="D9EEE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sz="2000">
              <a:solidFill>
                <a:schemeClr val="tx1"/>
              </a:solidFill>
              <a:latin typeface="Alata" panose="00000500000000000000" pitchFamily="2" charset="0"/>
            </a:endParaRPr>
          </a:p>
        </p:txBody>
      </p:sp>
      <p:sp>
        <p:nvSpPr>
          <p:cNvPr id="8" name="TextBox 37">
            <a:extLst>
              <a:ext uri="{FF2B5EF4-FFF2-40B4-BE49-F238E27FC236}">
                <a16:creationId xmlns:a16="http://schemas.microsoft.com/office/drawing/2014/main" id="{8888216F-43A9-D5C7-384C-6C69CF7D615F}"/>
              </a:ext>
            </a:extLst>
          </p:cNvPr>
          <p:cNvSpPr txBox="1"/>
          <p:nvPr/>
        </p:nvSpPr>
        <p:spPr>
          <a:xfrm>
            <a:off x="3383917" y="1479879"/>
            <a:ext cx="3462690" cy="296684"/>
          </a:xfrm>
          <a:prstGeom prst="rect">
            <a:avLst/>
          </a:prstGeom>
        </p:spPr>
        <p:txBody>
          <a:bodyPr lIns="0" tIns="0" rIns="0" bIns="0" rtlCol="0" anchor="t">
            <a:spAutoFit/>
          </a:bodyPr>
          <a:lstStyle/>
          <a:p>
            <a:pPr>
              <a:lnSpc>
                <a:spcPts val="2520"/>
              </a:lnSpc>
            </a:pPr>
            <a:r>
              <a:rPr lang="en-US" sz="1800" dirty="0" err="1">
                <a:solidFill>
                  <a:schemeClr val="bg1"/>
                </a:solidFill>
                <a:latin typeface="Century Schoolbook" panose="02040604050505020304" pitchFamily="18" charset="0"/>
              </a:rPr>
              <a:t>dtryf</a:t>
            </a:r>
            <a:endParaRPr lang="en-US" sz="1800" dirty="0">
              <a:solidFill>
                <a:schemeClr val="bg1"/>
              </a:solidFill>
              <a:latin typeface="Century Schoolbook" panose="02040604050505020304" pitchFamily="18" charset="0"/>
            </a:endParaRPr>
          </a:p>
        </p:txBody>
      </p:sp>
      <p:sp>
        <p:nvSpPr>
          <p:cNvPr id="9" name="TextBox 38">
            <a:extLst>
              <a:ext uri="{FF2B5EF4-FFF2-40B4-BE49-F238E27FC236}">
                <a16:creationId xmlns:a16="http://schemas.microsoft.com/office/drawing/2014/main" id="{19DC45D6-F547-6F93-BA7C-A50750F0764C}"/>
              </a:ext>
            </a:extLst>
          </p:cNvPr>
          <p:cNvSpPr txBox="1"/>
          <p:nvPr/>
        </p:nvSpPr>
        <p:spPr>
          <a:xfrm>
            <a:off x="958058" y="1838118"/>
            <a:ext cx="7466124" cy="179344"/>
          </a:xfrm>
          <a:prstGeom prst="rect">
            <a:avLst/>
          </a:prstGeom>
        </p:spPr>
        <p:txBody>
          <a:bodyPr wrap="square" lIns="0" tIns="0" rIns="0" bIns="0" rtlCol="0" anchor="t">
            <a:spAutoFit/>
          </a:bodyPr>
          <a:lstStyle/>
          <a:p>
            <a:pPr marL="290195" lvl="1" indent="-171450" algn="just">
              <a:lnSpc>
                <a:spcPts val="1540"/>
              </a:lnSpc>
              <a:spcAft>
                <a:spcPts val="600"/>
              </a:spcAft>
              <a:buFont typeface="Arial" panose="020B0604020202020204" pitchFamily="34" charset="0"/>
              <a:buChar char="•"/>
            </a:pPr>
            <a:r>
              <a:rPr lang="en-US" sz="1200" dirty="0" err="1">
                <a:solidFill>
                  <a:schemeClr val="bg1"/>
                </a:solidFill>
                <a:latin typeface="Arial" panose="020B0604020202020204" pitchFamily="34" charset="0"/>
                <a:ea typeface="Verdana" panose="020B0604030504040204" pitchFamily="34" charset="0"/>
                <a:cs typeface="Arial" panose="020B0604020202020204" pitchFamily="34" charset="0"/>
              </a:rPr>
              <a:t>drtyu</a:t>
            </a:r>
            <a:endParaRPr lang="en-US" sz="1200" dirty="0">
              <a:solidFill>
                <a:schemeClr val="bg1"/>
              </a:solidFill>
              <a:latin typeface="Arial" panose="020B0604020202020204" pitchFamily="34" charset="0"/>
              <a:ea typeface="Verdana" panose="020B0604030504040204" pitchFamily="34" charset="0"/>
              <a:cs typeface="Arial" panose="020B0604020202020204" pitchFamily="34" charset="0"/>
            </a:endParaRPr>
          </a:p>
        </p:txBody>
      </p:sp>
      <p:sp>
        <p:nvSpPr>
          <p:cNvPr id="10" name="TextBox 37">
            <a:extLst>
              <a:ext uri="{FF2B5EF4-FFF2-40B4-BE49-F238E27FC236}">
                <a16:creationId xmlns:a16="http://schemas.microsoft.com/office/drawing/2014/main" id="{E851CE33-8D51-58A7-940D-55B8ED9C156E}"/>
              </a:ext>
            </a:extLst>
          </p:cNvPr>
          <p:cNvSpPr txBox="1"/>
          <p:nvPr/>
        </p:nvSpPr>
        <p:spPr>
          <a:xfrm>
            <a:off x="3247731" y="3927593"/>
            <a:ext cx="3462690" cy="296684"/>
          </a:xfrm>
          <a:prstGeom prst="rect">
            <a:avLst/>
          </a:prstGeom>
        </p:spPr>
        <p:txBody>
          <a:bodyPr lIns="0" tIns="0" rIns="0" bIns="0" rtlCol="0" anchor="t">
            <a:spAutoFit/>
          </a:bodyPr>
          <a:lstStyle/>
          <a:p>
            <a:pPr>
              <a:lnSpc>
                <a:spcPts val="2520"/>
              </a:lnSpc>
            </a:pPr>
            <a:r>
              <a:rPr lang="en-US" sz="1800" dirty="0" err="1">
                <a:solidFill>
                  <a:srgbClr val="232526"/>
                </a:solidFill>
                <a:latin typeface="Century Schoolbook" panose="02040604050505020304" pitchFamily="18" charset="0"/>
              </a:rPr>
              <a:t>drtyfu</a:t>
            </a:r>
            <a:endParaRPr lang="en-US" sz="1800" dirty="0">
              <a:solidFill>
                <a:srgbClr val="232526"/>
              </a:solidFill>
              <a:latin typeface="Century Schoolbook" panose="02040604050505020304" pitchFamily="18" charset="0"/>
            </a:endParaRPr>
          </a:p>
        </p:txBody>
      </p:sp>
      <p:sp>
        <p:nvSpPr>
          <p:cNvPr id="11" name="TextBox 38">
            <a:extLst>
              <a:ext uri="{FF2B5EF4-FFF2-40B4-BE49-F238E27FC236}">
                <a16:creationId xmlns:a16="http://schemas.microsoft.com/office/drawing/2014/main" id="{6E6D8F2A-1E2E-6A9C-41E4-70B1146E9B35}"/>
              </a:ext>
            </a:extLst>
          </p:cNvPr>
          <p:cNvSpPr txBox="1"/>
          <p:nvPr/>
        </p:nvSpPr>
        <p:spPr>
          <a:xfrm>
            <a:off x="958058" y="4287695"/>
            <a:ext cx="7406640" cy="184666"/>
          </a:xfrm>
          <a:prstGeom prst="rect">
            <a:avLst/>
          </a:prstGeom>
        </p:spPr>
        <p:txBody>
          <a:bodyPr wrap="square" lIns="0" tIns="0" rIns="0" bIns="0" rtlCol="0" anchor="t">
            <a:spAutoFit/>
          </a:bodyPr>
          <a:lstStyle/>
          <a:p>
            <a:pPr marL="290195" lvl="1" indent="-171450" algn="just">
              <a:spcAft>
                <a:spcPts val="600"/>
              </a:spcAft>
              <a:buFont typeface="Arial" panose="020B0604020202020204" pitchFamily="34" charset="0"/>
              <a:buChar char="•"/>
            </a:pPr>
            <a:r>
              <a:rPr lang="en-US" sz="1200" dirty="0" err="1">
                <a:solidFill>
                  <a:srgbClr val="000000"/>
                </a:solidFill>
                <a:latin typeface="Arial" panose="020B0604020202020204" pitchFamily="34" charset="0"/>
                <a:ea typeface="Verdana" panose="020B0604030504040204" pitchFamily="34" charset="0"/>
                <a:cs typeface="Arial" panose="020B0604020202020204" pitchFamily="34" charset="0"/>
              </a:rPr>
              <a:t>drtycft</a:t>
            </a:r>
            <a:endParaRPr lang="en-US" sz="1200" dirty="0">
              <a:solidFill>
                <a:srgbClr val="000000"/>
              </a:solidFill>
              <a:highlight>
                <a:srgbClr val="00FFFF"/>
              </a:highlight>
              <a:latin typeface="Arial" panose="020B0604020202020204" pitchFamily="34" charset="0"/>
              <a:ea typeface="Verdana" panose="020B0604030504040204" pitchFamily="34" charset="0"/>
              <a:cs typeface="Arial" panose="020B0604020202020204" pitchFamily="34" charset="0"/>
            </a:endParaRPr>
          </a:p>
        </p:txBody>
      </p:sp>
      <p:sp>
        <p:nvSpPr>
          <p:cNvPr id="12" name="TextBox 37">
            <a:extLst>
              <a:ext uri="{FF2B5EF4-FFF2-40B4-BE49-F238E27FC236}">
                <a16:creationId xmlns:a16="http://schemas.microsoft.com/office/drawing/2014/main" id="{0B4D1B11-A0F2-0600-4B45-F7E3AA53C7A5}"/>
              </a:ext>
            </a:extLst>
          </p:cNvPr>
          <p:cNvSpPr txBox="1"/>
          <p:nvPr/>
        </p:nvSpPr>
        <p:spPr>
          <a:xfrm>
            <a:off x="3045869" y="6679781"/>
            <a:ext cx="3462690" cy="296684"/>
          </a:xfrm>
          <a:prstGeom prst="rect">
            <a:avLst/>
          </a:prstGeom>
        </p:spPr>
        <p:txBody>
          <a:bodyPr lIns="0" tIns="0" rIns="0" bIns="0" rtlCol="0" anchor="t">
            <a:spAutoFit/>
          </a:bodyPr>
          <a:lstStyle/>
          <a:p>
            <a:pPr>
              <a:lnSpc>
                <a:spcPts val="2520"/>
              </a:lnSpc>
            </a:pPr>
            <a:r>
              <a:rPr lang="en-US" sz="1800" dirty="0" err="1">
                <a:solidFill>
                  <a:srgbClr val="232526"/>
                </a:solidFill>
                <a:latin typeface="Century Schoolbook" panose="02040604050505020304" pitchFamily="18" charset="0"/>
              </a:rPr>
              <a:t>dyftuyg</a:t>
            </a:r>
            <a:endParaRPr lang="en-US" sz="1800" dirty="0">
              <a:solidFill>
                <a:srgbClr val="232526"/>
              </a:solidFill>
              <a:latin typeface="Century Schoolbook" panose="02040604050505020304" pitchFamily="18" charset="0"/>
            </a:endParaRPr>
          </a:p>
        </p:txBody>
      </p:sp>
      <p:sp>
        <p:nvSpPr>
          <p:cNvPr id="13" name="TextBox 38">
            <a:extLst>
              <a:ext uri="{FF2B5EF4-FFF2-40B4-BE49-F238E27FC236}">
                <a16:creationId xmlns:a16="http://schemas.microsoft.com/office/drawing/2014/main" id="{D20F0EC3-EAFF-4F12-2C3B-9E2037763212}"/>
              </a:ext>
            </a:extLst>
          </p:cNvPr>
          <p:cNvSpPr txBox="1"/>
          <p:nvPr/>
        </p:nvSpPr>
        <p:spPr>
          <a:xfrm>
            <a:off x="919958" y="7150187"/>
            <a:ext cx="7499405" cy="179344"/>
          </a:xfrm>
          <a:prstGeom prst="rect">
            <a:avLst/>
          </a:prstGeom>
        </p:spPr>
        <p:txBody>
          <a:bodyPr wrap="square" lIns="0" tIns="0" rIns="0" bIns="0" rtlCol="0" anchor="t">
            <a:spAutoFit/>
          </a:bodyPr>
          <a:lstStyle/>
          <a:p>
            <a:pPr marL="290195" lvl="1" indent="-171450" algn="just">
              <a:lnSpc>
                <a:spcPts val="1540"/>
              </a:lnSpc>
              <a:spcAft>
                <a:spcPts val="600"/>
              </a:spcAft>
              <a:buFont typeface="Arial" panose="020B0604020202020204" pitchFamily="34" charset="0"/>
              <a:buChar char="•"/>
            </a:pPr>
            <a:r>
              <a:rPr lang="fr-FR" sz="1200" dirty="0" err="1">
                <a:solidFill>
                  <a:srgbClr val="000000"/>
                </a:solidFill>
                <a:latin typeface="Arial" panose="020B0604020202020204" pitchFamily="34" charset="0"/>
                <a:ea typeface="Verdana" panose="020B0604030504040204" pitchFamily="34" charset="0"/>
                <a:cs typeface="Arial" panose="020B0604020202020204" pitchFamily="34" charset="0"/>
              </a:rPr>
              <a:t>dryftuygih</a:t>
            </a:r>
            <a:endParaRPr kumimoji="0" lang="en-US" sz="1200" b="0" i="0" u="none" strike="noStrike" kern="1200" cap="none" spc="0" normalizeH="0" baseline="0" noProof="0" dirty="0">
              <a:ln>
                <a:noFill/>
              </a:ln>
              <a:solidFill>
                <a:srgbClr val="000000"/>
              </a:solidFill>
              <a:effectLst/>
              <a:uLnTx/>
              <a:uFillTx/>
              <a:latin typeface="Arial" panose="020B0604020202020204" pitchFamily="34" charset="0"/>
              <a:ea typeface="SimSun" pitchFamily="2" charset="-122"/>
              <a:cs typeface="Arial" panose="020B0604020202020204" pitchFamily="34" charset="0"/>
            </a:endParaRPr>
          </a:p>
        </p:txBody>
      </p:sp>
      <p:sp>
        <p:nvSpPr>
          <p:cNvPr id="14" name="TextBox 37">
            <a:extLst>
              <a:ext uri="{FF2B5EF4-FFF2-40B4-BE49-F238E27FC236}">
                <a16:creationId xmlns:a16="http://schemas.microsoft.com/office/drawing/2014/main" id="{4AD911BF-0791-4BD4-AFEF-9A94180E0161}"/>
              </a:ext>
            </a:extLst>
          </p:cNvPr>
          <p:cNvSpPr txBox="1"/>
          <p:nvPr/>
        </p:nvSpPr>
        <p:spPr>
          <a:xfrm>
            <a:off x="13336945" y="3090908"/>
            <a:ext cx="3462690" cy="296684"/>
          </a:xfrm>
          <a:prstGeom prst="rect">
            <a:avLst/>
          </a:prstGeom>
        </p:spPr>
        <p:txBody>
          <a:bodyPr lIns="0" tIns="0" rIns="0" bIns="0" rtlCol="0" anchor="t">
            <a:spAutoFit/>
          </a:bodyPr>
          <a:lstStyle/>
          <a:p>
            <a:pPr>
              <a:lnSpc>
                <a:spcPts val="2520"/>
              </a:lnSpc>
            </a:pPr>
            <a:r>
              <a:rPr lang="en-US" sz="1800" dirty="0" err="1">
                <a:solidFill>
                  <a:schemeClr val="bg1"/>
                </a:solidFill>
                <a:latin typeface="Century Schoolbook" panose="02040604050505020304" pitchFamily="18" charset="0"/>
              </a:rPr>
              <a:t>sdtrfvgj</a:t>
            </a:r>
            <a:endParaRPr lang="en-US" sz="1800" dirty="0">
              <a:solidFill>
                <a:schemeClr val="bg1"/>
              </a:solidFill>
              <a:latin typeface="Century Schoolbook" panose="02040604050505020304" pitchFamily="18" charset="0"/>
            </a:endParaRPr>
          </a:p>
        </p:txBody>
      </p:sp>
      <p:sp>
        <p:nvSpPr>
          <p:cNvPr id="15" name="TextBox 38">
            <a:extLst>
              <a:ext uri="{FF2B5EF4-FFF2-40B4-BE49-F238E27FC236}">
                <a16:creationId xmlns:a16="http://schemas.microsoft.com/office/drawing/2014/main" id="{3D254A60-0098-4940-B931-3BC990CE95A2}"/>
              </a:ext>
            </a:extLst>
          </p:cNvPr>
          <p:cNvSpPr txBox="1"/>
          <p:nvPr/>
        </p:nvSpPr>
        <p:spPr>
          <a:xfrm>
            <a:off x="11780520" y="3561412"/>
            <a:ext cx="5783580" cy="179344"/>
          </a:xfrm>
          <a:prstGeom prst="rect">
            <a:avLst/>
          </a:prstGeom>
        </p:spPr>
        <p:txBody>
          <a:bodyPr wrap="square" lIns="0" tIns="0" rIns="0" bIns="0" rtlCol="0" anchor="t">
            <a:spAutoFit/>
          </a:bodyPr>
          <a:lstStyle/>
          <a:p>
            <a:pPr marL="290195" lvl="1" indent="-171450" algn="just">
              <a:lnSpc>
                <a:spcPts val="1540"/>
              </a:lnSpc>
              <a:spcAft>
                <a:spcPts val="600"/>
              </a:spcAft>
              <a:buFont typeface="Arial" panose="020B0604020202020204" pitchFamily="34" charset="0"/>
              <a:buChar char="•"/>
            </a:pPr>
            <a:r>
              <a:rPr lang="en-US" sz="1200" dirty="0" err="1">
                <a:solidFill>
                  <a:schemeClr val="bg1"/>
                </a:solidFill>
                <a:latin typeface="Arial" panose="020B0604020202020204" pitchFamily="34" charset="0"/>
                <a:ea typeface="Verdana" panose="020B0604030504040204" pitchFamily="34" charset="0"/>
                <a:cs typeface="Arial" panose="020B0604020202020204" pitchFamily="34" charset="0"/>
              </a:rPr>
              <a:t>fjguyih</a:t>
            </a:r>
            <a:endParaRPr lang="en-US" sz="1200" dirty="0">
              <a:solidFill>
                <a:schemeClr val="bg1"/>
              </a:solidFill>
              <a:latin typeface="Arial" panose="020B0604020202020204" pitchFamily="34" charset="0"/>
              <a:ea typeface="Verdana" panose="020B0604030504040204" pitchFamily="34" charset="0"/>
              <a:cs typeface="Arial" panose="020B0604020202020204" pitchFamily="34" charset="0"/>
            </a:endParaRPr>
          </a:p>
        </p:txBody>
      </p:sp>
      <p:pic>
        <p:nvPicPr>
          <p:cNvPr id="16" name="Graphic 15" descr="Merger outline">
            <a:extLst>
              <a:ext uri="{FF2B5EF4-FFF2-40B4-BE49-F238E27FC236}">
                <a16:creationId xmlns:a16="http://schemas.microsoft.com/office/drawing/2014/main" id="{933D3C2C-2186-B0AC-0E77-997A751E921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260080" y="3656372"/>
            <a:ext cx="3200400" cy="3200400"/>
          </a:xfrm>
          <a:prstGeom prst="rect">
            <a:avLst/>
          </a:prstGeom>
        </p:spPr>
      </p:pic>
    </p:spTree>
    <p:extLst>
      <p:ext uri="{BB962C8B-B14F-4D97-AF65-F5344CB8AC3E}">
        <p14:creationId xmlns:p14="http://schemas.microsoft.com/office/powerpoint/2010/main" val="8704294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9"/>
          <p:cNvSpPr txBox="1"/>
          <p:nvPr/>
        </p:nvSpPr>
        <p:spPr>
          <a:xfrm>
            <a:off x="3428526" y="3819397"/>
            <a:ext cx="11430945" cy="2555443"/>
          </a:xfrm>
          <a:prstGeom prst="rect">
            <a:avLst/>
          </a:prstGeom>
        </p:spPr>
        <p:txBody>
          <a:bodyPr wrap="square" lIns="0" tIns="0" rIns="0" bIns="0" rtlCol="0" anchor="t">
            <a:spAutoFit/>
          </a:bodyPr>
          <a:lstStyle/>
          <a:p>
            <a:pPr algn="ctr">
              <a:lnSpc>
                <a:spcPts val="10528"/>
              </a:lnSpc>
            </a:pPr>
            <a:r>
              <a:rPr lang="en-US" sz="6600" spc="235">
                <a:solidFill>
                  <a:srgbClr val="FFFFFF"/>
                </a:solidFill>
                <a:latin typeface="Century Schoolbook" panose="02040604050505020304" pitchFamily="18" charset="0"/>
                <a:ea typeface="Verdana" panose="020B0604030504040204" pitchFamily="34" charset="0"/>
              </a:rPr>
              <a:t>3. DEVELOPMENT RECOMMENDATIONS</a:t>
            </a:r>
          </a:p>
        </p:txBody>
      </p:sp>
    </p:spTree>
    <p:extLst>
      <p:ext uri="{BB962C8B-B14F-4D97-AF65-F5344CB8AC3E}">
        <p14:creationId xmlns:p14="http://schemas.microsoft.com/office/powerpoint/2010/main" val="41362673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E923D6-30D3-4B1B-947E-AF25F4945388}"/>
            </a:ext>
          </a:extLst>
        </p:cNvPr>
        <p:cNvGrpSpPr/>
        <p:nvPr/>
      </p:nvGrpSpPr>
      <p:grpSpPr>
        <a:xfrm>
          <a:off x="0" y="0"/>
          <a:ext cx="0" cy="0"/>
          <a:chOff x="0" y="0"/>
          <a:chExt cx="0" cy="0"/>
        </a:xfrm>
      </p:grpSpPr>
      <p:sp>
        <p:nvSpPr>
          <p:cNvPr id="2" name="TextBox 9">
            <a:extLst>
              <a:ext uri="{FF2B5EF4-FFF2-40B4-BE49-F238E27FC236}">
                <a16:creationId xmlns:a16="http://schemas.microsoft.com/office/drawing/2014/main" id="{3331F9D0-5E92-2CCE-0FF3-489420B2FAE7}"/>
              </a:ext>
            </a:extLst>
          </p:cNvPr>
          <p:cNvSpPr txBox="1"/>
          <p:nvPr/>
        </p:nvSpPr>
        <p:spPr>
          <a:xfrm>
            <a:off x="723898" y="404845"/>
            <a:ext cx="7150101" cy="243400"/>
          </a:xfrm>
          <a:prstGeom prst="rect">
            <a:avLst/>
          </a:prstGeom>
        </p:spPr>
        <p:txBody>
          <a:bodyPr wrap="square" lIns="0" tIns="0" rIns="0" bIns="0" rtlCol="0" anchor="t">
            <a:spAutoFit/>
          </a:bodyPr>
          <a:lstStyle/>
          <a:p>
            <a:pPr marL="0" marR="0" lvl="0" indent="0" algn="l" defTabSz="914400" rtl="0" eaLnBrk="1" fontAlgn="auto" latinLnBrk="0" hangingPunct="1">
              <a:lnSpc>
                <a:spcPts val="2100"/>
              </a:lnSpc>
              <a:spcBef>
                <a:spcPct val="0"/>
              </a:spcBef>
              <a:spcAft>
                <a:spcPts val="0"/>
              </a:spcAft>
              <a:buClrTx/>
              <a:buSzTx/>
              <a:buFontTx/>
              <a:buNone/>
              <a:tabLst/>
              <a:defRPr/>
            </a:pPr>
            <a:r>
              <a:rPr kumimoji="0" lang="en-US" sz="1500" b="0" i="0" u="none" strike="noStrike" kern="1200" cap="none" spc="186" normalizeH="0" baseline="0" noProof="0" dirty="0">
                <a:ln>
                  <a:noFill/>
                </a:ln>
                <a:solidFill>
                  <a:srgbClr val="FFFFFF"/>
                </a:solidFill>
                <a:effectLst/>
                <a:uLnTx/>
                <a:uFillTx/>
                <a:latin typeface="Century Schoolbook" panose="02040604050505020304" pitchFamily="18" charset="0"/>
                <a:ea typeface="Verdana" panose="020B0604030504040204" pitchFamily="34" charset="0"/>
                <a:cs typeface="+mn-cs"/>
              </a:rPr>
              <a:t>DEVELOPMENT RECOMMENDATIONS</a:t>
            </a:r>
          </a:p>
        </p:txBody>
      </p:sp>
      <p:sp>
        <p:nvSpPr>
          <p:cNvPr id="3" name="TextBox 2">
            <a:extLst>
              <a:ext uri="{FF2B5EF4-FFF2-40B4-BE49-F238E27FC236}">
                <a16:creationId xmlns:a16="http://schemas.microsoft.com/office/drawing/2014/main" id="{14DD7CED-CF1A-7EB0-E888-8FD4D5555E08}"/>
              </a:ext>
            </a:extLst>
          </p:cNvPr>
          <p:cNvSpPr txBox="1"/>
          <p:nvPr/>
        </p:nvSpPr>
        <p:spPr>
          <a:xfrm>
            <a:off x="723899" y="727518"/>
            <a:ext cx="8783226" cy="331757"/>
          </a:xfrm>
          <a:prstGeom prst="rect">
            <a:avLst/>
          </a:prstGeom>
        </p:spPr>
        <p:txBody>
          <a:bodyPr lIns="0" tIns="0" rIns="0" bIns="0" rtlCol="0" anchor="t">
            <a:spAutoFit/>
          </a:bodyPr>
          <a:lstStyle/>
          <a:p>
            <a:pPr marL="0" marR="0" lvl="0" indent="0" algn="l" defTabSz="914400" rtl="0" eaLnBrk="1" fontAlgn="auto" latinLnBrk="0" hangingPunct="1">
              <a:lnSpc>
                <a:spcPts val="2800"/>
              </a:lnSpc>
              <a:spcBef>
                <a:spcPct val="0"/>
              </a:spcBef>
              <a:spcAft>
                <a:spcPts val="0"/>
              </a:spcAft>
              <a:buClrTx/>
              <a:buSzTx/>
              <a:buFontTx/>
              <a:buNone/>
              <a:tabLst/>
              <a:defRPr/>
            </a:pPr>
            <a:r>
              <a:rPr kumimoji="0" lang="en-US" sz="2000" b="0" i="0" u="none" strike="noStrike" kern="1200" cap="none" spc="248" normalizeH="0" baseline="0" noProof="0" dirty="0">
                <a:ln>
                  <a:noFill/>
                </a:ln>
                <a:solidFill>
                  <a:srgbClr val="FFFFFF"/>
                </a:solidFill>
                <a:effectLst/>
                <a:uLnTx/>
                <a:uFillTx/>
                <a:latin typeface="Century Schoolbook" panose="02040604050505020304" pitchFamily="18" charset="0"/>
                <a:ea typeface="Verdana" panose="020B0604030504040204" pitchFamily="34" charset="0"/>
                <a:cs typeface="+mn-cs"/>
              </a:rPr>
              <a:t>METHODOLOGY</a:t>
            </a:r>
          </a:p>
        </p:txBody>
      </p:sp>
      <p:sp>
        <p:nvSpPr>
          <p:cNvPr id="29" name="TextBox 11">
            <a:extLst>
              <a:ext uri="{FF2B5EF4-FFF2-40B4-BE49-F238E27FC236}">
                <a16:creationId xmlns:a16="http://schemas.microsoft.com/office/drawing/2014/main" id="{D3DA985F-CB27-3217-124E-0A57C4788271}"/>
              </a:ext>
            </a:extLst>
          </p:cNvPr>
          <p:cNvSpPr txBox="1"/>
          <p:nvPr/>
        </p:nvSpPr>
        <p:spPr>
          <a:xfrm>
            <a:off x="9949811" y="1515774"/>
            <a:ext cx="7834952" cy="221018"/>
          </a:xfrm>
          <a:prstGeom prst="rect">
            <a:avLst/>
          </a:prstGeom>
        </p:spPr>
        <p:txBody>
          <a:bodyPr wrap="square" lIns="36000" tIns="36000" rIns="36000" bIns="0" rtlCol="0" anchor="t">
            <a:spAutoFit/>
          </a:bodyPr>
          <a:lstStyle/>
          <a:p>
            <a:pPr algn="just">
              <a:spcAft>
                <a:spcPts val="600"/>
              </a:spcAft>
            </a:pPr>
            <a:r>
              <a:rPr lang="en-US" sz="1200" b="1" spc="56" dirty="0" err="1">
                <a:solidFill>
                  <a:srgbClr val="000000"/>
                </a:solidFill>
                <a:latin typeface="Arial" panose="020B0604020202020204" pitchFamily="34" charset="0"/>
                <a:cs typeface="Arial" panose="020B0604020202020204" pitchFamily="34" charset="0"/>
              </a:rPr>
              <a:t>zrsetdyf</a:t>
            </a:r>
            <a:endParaRPr lang="en-US" sz="1200" b="1" spc="56" dirty="0">
              <a:solidFill>
                <a:srgbClr val="000000"/>
              </a:solidFill>
              <a:latin typeface="Arial" panose="020B0604020202020204" pitchFamily="34" charset="0"/>
              <a:cs typeface="Arial" panose="020B0604020202020204" pitchFamily="34" charset="0"/>
            </a:endParaRPr>
          </a:p>
        </p:txBody>
      </p:sp>
      <p:sp>
        <p:nvSpPr>
          <p:cNvPr id="46" name="Hexagon 45">
            <a:extLst>
              <a:ext uri="{FF2B5EF4-FFF2-40B4-BE49-F238E27FC236}">
                <a16:creationId xmlns:a16="http://schemas.microsoft.com/office/drawing/2014/main" id="{AC18AE2B-7D33-2824-070D-9FEB4DC10A68}"/>
              </a:ext>
            </a:extLst>
          </p:cNvPr>
          <p:cNvSpPr/>
          <p:nvPr/>
        </p:nvSpPr>
        <p:spPr>
          <a:xfrm>
            <a:off x="723900" y="7064354"/>
            <a:ext cx="2142130" cy="1716109"/>
          </a:xfrm>
          <a:prstGeom prst="hexagon">
            <a:avLst/>
          </a:prstGeom>
          <a:solidFill>
            <a:srgbClr val="23487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sz="1200"/>
          </a:p>
        </p:txBody>
      </p:sp>
      <p:sp>
        <p:nvSpPr>
          <p:cNvPr id="49" name="TextBox 48">
            <a:extLst>
              <a:ext uri="{FF2B5EF4-FFF2-40B4-BE49-F238E27FC236}">
                <a16:creationId xmlns:a16="http://schemas.microsoft.com/office/drawing/2014/main" id="{A4316E05-9D6C-00AB-8AA6-302BF5582BB8}"/>
              </a:ext>
            </a:extLst>
          </p:cNvPr>
          <p:cNvSpPr txBox="1"/>
          <p:nvPr/>
        </p:nvSpPr>
        <p:spPr>
          <a:xfrm>
            <a:off x="1067976" y="7796351"/>
            <a:ext cx="1411714" cy="307777"/>
          </a:xfrm>
          <a:prstGeom prst="rect">
            <a:avLst/>
          </a:prstGeom>
          <a:noFill/>
        </p:spPr>
        <p:txBody>
          <a:bodyPr wrap="square" rtlCol="0">
            <a:spAutoFit/>
          </a:bodyPr>
          <a:lstStyle/>
          <a:p>
            <a:pPr algn="ctr"/>
            <a:r>
              <a:rPr lang="en-ZA" sz="1400" b="1" dirty="0" err="1">
                <a:solidFill>
                  <a:schemeClr val="bg1"/>
                </a:solidFill>
                <a:latin typeface="Century Schoolbook" panose="02040604050505020304" pitchFamily="18" charset="0"/>
                <a:cs typeface="Arial" panose="020B0604020202020204" pitchFamily="34" charset="0"/>
              </a:rPr>
              <a:t>dryftugy</a:t>
            </a:r>
            <a:endParaRPr lang="en-ZA" sz="1400" b="1" dirty="0">
              <a:solidFill>
                <a:schemeClr val="bg1"/>
              </a:solidFill>
              <a:latin typeface="Century Schoolbook" panose="02040604050505020304" pitchFamily="18" charset="0"/>
              <a:cs typeface="Arial" panose="020B0604020202020204" pitchFamily="34" charset="0"/>
            </a:endParaRPr>
          </a:p>
        </p:txBody>
      </p:sp>
      <p:sp>
        <p:nvSpPr>
          <p:cNvPr id="51" name="Hexagon 50">
            <a:extLst>
              <a:ext uri="{FF2B5EF4-FFF2-40B4-BE49-F238E27FC236}">
                <a16:creationId xmlns:a16="http://schemas.microsoft.com/office/drawing/2014/main" id="{862546D6-176B-1586-83B1-DA0C00F89BA6}"/>
              </a:ext>
            </a:extLst>
          </p:cNvPr>
          <p:cNvSpPr/>
          <p:nvPr/>
        </p:nvSpPr>
        <p:spPr>
          <a:xfrm>
            <a:off x="723900" y="4905682"/>
            <a:ext cx="2142130" cy="1716109"/>
          </a:xfrm>
          <a:prstGeom prst="hexagon">
            <a:avLst/>
          </a:prstGeom>
          <a:solidFill>
            <a:srgbClr val="67917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sz="1200"/>
          </a:p>
        </p:txBody>
      </p:sp>
      <p:sp>
        <p:nvSpPr>
          <p:cNvPr id="52" name="Hexagon 51">
            <a:extLst>
              <a:ext uri="{FF2B5EF4-FFF2-40B4-BE49-F238E27FC236}">
                <a16:creationId xmlns:a16="http://schemas.microsoft.com/office/drawing/2014/main" id="{3D1A070A-7684-861A-F1B1-3C74C42FA8EA}"/>
              </a:ext>
            </a:extLst>
          </p:cNvPr>
          <p:cNvSpPr/>
          <p:nvPr/>
        </p:nvSpPr>
        <p:spPr>
          <a:xfrm>
            <a:off x="723900" y="2747010"/>
            <a:ext cx="2142130" cy="1716109"/>
          </a:xfrm>
          <a:prstGeom prst="hexagon">
            <a:avLst/>
          </a:prstGeom>
          <a:solidFill>
            <a:srgbClr val="E2A3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sz="1200"/>
          </a:p>
        </p:txBody>
      </p:sp>
      <p:sp>
        <p:nvSpPr>
          <p:cNvPr id="53" name="Hexagon 52">
            <a:extLst>
              <a:ext uri="{FF2B5EF4-FFF2-40B4-BE49-F238E27FC236}">
                <a16:creationId xmlns:a16="http://schemas.microsoft.com/office/drawing/2014/main" id="{AB99051C-9634-955B-BA07-CB99163B6139}"/>
              </a:ext>
            </a:extLst>
          </p:cNvPr>
          <p:cNvSpPr/>
          <p:nvPr/>
        </p:nvSpPr>
        <p:spPr>
          <a:xfrm>
            <a:off x="3194725" y="5961631"/>
            <a:ext cx="2142130" cy="1716109"/>
          </a:xfrm>
          <a:prstGeom prst="hexagon">
            <a:avLst/>
          </a:prstGeom>
          <a:solidFill>
            <a:srgbClr val="E2A3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sz="1200"/>
          </a:p>
        </p:txBody>
      </p:sp>
      <p:sp>
        <p:nvSpPr>
          <p:cNvPr id="54" name="Hexagon 53">
            <a:extLst>
              <a:ext uri="{FF2B5EF4-FFF2-40B4-BE49-F238E27FC236}">
                <a16:creationId xmlns:a16="http://schemas.microsoft.com/office/drawing/2014/main" id="{C7C41C3F-7DC9-9C56-49E0-182F417F1847}"/>
              </a:ext>
            </a:extLst>
          </p:cNvPr>
          <p:cNvSpPr/>
          <p:nvPr/>
        </p:nvSpPr>
        <p:spPr>
          <a:xfrm>
            <a:off x="3194725" y="3754256"/>
            <a:ext cx="2142130" cy="1716109"/>
          </a:xfrm>
          <a:prstGeom prst="hexagon">
            <a:avLst/>
          </a:prstGeom>
          <a:solidFill>
            <a:srgbClr val="23487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sz="1200"/>
          </a:p>
        </p:txBody>
      </p:sp>
      <p:sp>
        <p:nvSpPr>
          <p:cNvPr id="55" name="Hexagon 54">
            <a:extLst>
              <a:ext uri="{FF2B5EF4-FFF2-40B4-BE49-F238E27FC236}">
                <a16:creationId xmlns:a16="http://schemas.microsoft.com/office/drawing/2014/main" id="{4E4D030E-43EC-73A6-3E18-55AB937E3E8B}"/>
              </a:ext>
            </a:extLst>
          </p:cNvPr>
          <p:cNvSpPr/>
          <p:nvPr/>
        </p:nvSpPr>
        <p:spPr>
          <a:xfrm>
            <a:off x="3194725" y="1515774"/>
            <a:ext cx="2142130" cy="1716109"/>
          </a:xfrm>
          <a:prstGeom prst="hexagon">
            <a:avLst/>
          </a:prstGeom>
          <a:solidFill>
            <a:srgbClr val="67917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sz="1200"/>
          </a:p>
        </p:txBody>
      </p:sp>
      <p:sp>
        <p:nvSpPr>
          <p:cNvPr id="56" name="Hexagon 55">
            <a:extLst>
              <a:ext uri="{FF2B5EF4-FFF2-40B4-BE49-F238E27FC236}">
                <a16:creationId xmlns:a16="http://schemas.microsoft.com/office/drawing/2014/main" id="{D4BED4C0-651C-B19E-2F1A-AA558E7D9666}"/>
              </a:ext>
            </a:extLst>
          </p:cNvPr>
          <p:cNvSpPr/>
          <p:nvPr/>
        </p:nvSpPr>
        <p:spPr>
          <a:xfrm>
            <a:off x="5665550" y="6938296"/>
            <a:ext cx="2142130" cy="1716109"/>
          </a:xfrm>
          <a:prstGeom prst="hexagon">
            <a:avLst/>
          </a:prstGeom>
          <a:solidFill>
            <a:srgbClr val="23487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sz="1200"/>
          </a:p>
        </p:txBody>
      </p:sp>
      <p:sp>
        <p:nvSpPr>
          <p:cNvPr id="57" name="Hexagon 56">
            <a:extLst>
              <a:ext uri="{FF2B5EF4-FFF2-40B4-BE49-F238E27FC236}">
                <a16:creationId xmlns:a16="http://schemas.microsoft.com/office/drawing/2014/main" id="{64F7673D-0C90-FC1A-05CF-30A2820598AB}"/>
              </a:ext>
            </a:extLst>
          </p:cNvPr>
          <p:cNvSpPr/>
          <p:nvPr/>
        </p:nvSpPr>
        <p:spPr>
          <a:xfrm>
            <a:off x="5665550" y="4730921"/>
            <a:ext cx="2142130" cy="1716109"/>
          </a:xfrm>
          <a:prstGeom prst="hexagon">
            <a:avLst/>
          </a:prstGeom>
          <a:solidFill>
            <a:srgbClr val="67917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sz="1200"/>
          </a:p>
        </p:txBody>
      </p:sp>
      <p:sp>
        <p:nvSpPr>
          <p:cNvPr id="58" name="Hexagon 57">
            <a:extLst>
              <a:ext uri="{FF2B5EF4-FFF2-40B4-BE49-F238E27FC236}">
                <a16:creationId xmlns:a16="http://schemas.microsoft.com/office/drawing/2014/main" id="{47F65822-9B9E-0893-A0E8-E8CBB069FE0E}"/>
              </a:ext>
            </a:extLst>
          </p:cNvPr>
          <p:cNvSpPr/>
          <p:nvPr/>
        </p:nvSpPr>
        <p:spPr>
          <a:xfrm>
            <a:off x="5665550" y="2492439"/>
            <a:ext cx="2142130" cy="1716109"/>
          </a:xfrm>
          <a:prstGeom prst="hexagon">
            <a:avLst/>
          </a:prstGeom>
          <a:solidFill>
            <a:srgbClr val="E2A3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sz="1200"/>
          </a:p>
        </p:txBody>
      </p:sp>
      <p:sp>
        <p:nvSpPr>
          <p:cNvPr id="41" name="TextBox 40">
            <a:extLst>
              <a:ext uri="{FF2B5EF4-FFF2-40B4-BE49-F238E27FC236}">
                <a16:creationId xmlns:a16="http://schemas.microsoft.com/office/drawing/2014/main" id="{6EB7AF54-DE18-23F3-890E-4DAF12F89668}"/>
              </a:ext>
            </a:extLst>
          </p:cNvPr>
          <p:cNvSpPr txBox="1"/>
          <p:nvPr/>
        </p:nvSpPr>
        <p:spPr>
          <a:xfrm>
            <a:off x="3596447" y="4132324"/>
            <a:ext cx="1411714" cy="307777"/>
          </a:xfrm>
          <a:prstGeom prst="rect">
            <a:avLst/>
          </a:prstGeom>
          <a:noFill/>
        </p:spPr>
        <p:txBody>
          <a:bodyPr wrap="square" rtlCol="0">
            <a:spAutoFit/>
          </a:bodyPr>
          <a:lstStyle>
            <a:defPPr>
              <a:defRPr lang="en-US"/>
            </a:defPPr>
            <a:lvl1pPr algn="ctr">
              <a:defRPr sz="1400" b="1">
                <a:solidFill>
                  <a:schemeClr val="bg1"/>
                </a:solidFill>
                <a:latin typeface="Century Schoolbook" panose="02040604050505020304" pitchFamily="18" charset="0"/>
                <a:cs typeface="Arial" panose="020B0604020202020204" pitchFamily="34" charset="0"/>
              </a:defRPr>
            </a:lvl1pPr>
          </a:lstStyle>
          <a:p>
            <a:r>
              <a:rPr lang="en-US" dirty="0" err="1"/>
              <a:t>edtrfyg</a:t>
            </a:r>
            <a:endParaRPr lang="en-US" dirty="0"/>
          </a:p>
        </p:txBody>
      </p:sp>
      <p:sp>
        <p:nvSpPr>
          <p:cNvPr id="48" name="TextBox 47">
            <a:extLst>
              <a:ext uri="{FF2B5EF4-FFF2-40B4-BE49-F238E27FC236}">
                <a16:creationId xmlns:a16="http://schemas.microsoft.com/office/drawing/2014/main" id="{7C01332E-FD59-9BBB-D914-8FC128F79CE8}"/>
              </a:ext>
            </a:extLst>
          </p:cNvPr>
          <p:cNvSpPr txBox="1"/>
          <p:nvPr/>
        </p:nvSpPr>
        <p:spPr>
          <a:xfrm>
            <a:off x="6030758" y="7425229"/>
            <a:ext cx="1411714" cy="307777"/>
          </a:xfrm>
          <a:prstGeom prst="rect">
            <a:avLst/>
          </a:prstGeom>
          <a:noFill/>
        </p:spPr>
        <p:txBody>
          <a:bodyPr wrap="square" rtlCol="0">
            <a:spAutoFit/>
          </a:bodyPr>
          <a:lstStyle>
            <a:defPPr>
              <a:defRPr lang="en-US"/>
            </a:defPPr>
            <a:lvl1pPr algn="ctr">
              <a:defRPr sz="1400" b="1">
                <a:solidFill>
                  <a:schemeClr val="bg1"/>
                </a:solidFill>
                <a:latin typeface="Century Schoolbook" panose="02040604050505020304" pitchFamily="18" charset="0"/>
                <a:cs typeface="Arial" panose="020B0604020202020204" pitchFamily="34" charset="0"/>
              </a:defRPr>
            </a:lvl1pPr>
          </a:lstStyle>
          <a:p>
            <a:r>
              <a:rPr lang="en-ZA" dirty="0" err="1"/>
              <a:t>xtrcyvubh</a:t>
            </a:r>
            <a:endParaRPr lang="en-ZA" dirty="0"/>
          </a:p>
        </p:txBody>
      </p:sp>
      <p:sp>
        <p:nvSpPr>
          <p:cNvPr id="43" name="TextBox 42">
            <a:extLst>
              <a:ext uri="{FF2B5EF4-FFF2-40B4-BE49-F238E27FC236}">
                <a16:creationId xmlns:a16="http://schemas.microsoft.com/office/drawing/2014/main" id="{BA4FA274-E227-F61D-746E-F8A09D41573D}"/>
              </a:ext>
            </a:extLst>
          </p:cNvPr>
          <p:cNvSpPr txBox="1"/>
          <p:nvPr/>
        </p:nvSpPr>
        <p:spPr>
          <a:xfrm>
            <a:off x="6067272" y="5219643"/>
            <a:ext cx="1411714" cy="307777"/>
          </a:xfrm>
          <a:prstGeom prst="rect">
            <a:avLst/>
          </a:prstGeom>
          <a:noFill/>
        </p:spPr>
        <p:txBody>
          <a:bodyPr wrap="square" rtlCol="0">
            <a:spAutoFit/>
          </a:bodyPr>
          <a:lstStyle>
            <a:defPPr>
              <a:defRPr lang="en-US"/>
            </a:defPPr>
            <a:lvl1pPr algn="ctr">
              <a:defRPr sz="1400" b="1">
                <a:solidFill>
                  <a:schemeClr val="bg1"/>
                </a:solidFill>
                <a:latin typeface="Century Schoolbook" panose="02040604050505020304" pitchFamily="18" charset="0"/>
                <a:cs typeface="Arial" panose="020B0604020202020204" pitchFamily="34" charset="0"/>
              </a:defRPr>
            </a:lvl1pPr>
          </a:lstStyle>
          <a:p>
            <a:r>
              <a:rPr lang="en-ZA" dirty="0" err="1"/>
              <a:t>rcyvbhkj</a:t>
            </a:r>
            <a:endParaRPr lang="en-ZA" dirty="0"/>
          </a:p>
        </p:txBody>
      </p:sp>
      <p:sp>
        <p:nvSpPr>
          <p:cNvPr id="45" name="TextBox 44">
            <a:extLst>
              <a:ext uri="{FF2B5EF4-FFF2-40B4-BE49-F238E27FC236}">
                <a16:creationId xmlns:a16="http://schemas.microsoft.com/office/drawing/2014/main" id="{3A961A9B-7E78-B103-5F69-430A845A7001}"/>
              </a:ext>
            </a:extLst>
          </p:cNvPr>
          <p:cNvSpPr txBox="1"/>
          <p:nvPr/>
        </p:nvSpPr>
        <p:spPr>
          <a:xfrm>
            <a:off x="3287898" y="6514463"/>
            <a:ext cx="2080015" cy="307777"/>
          </a:xfrm>
          <a:prstGeom prst="rect">
            <a:avLst/>
          </a:prstGeom>
          <a:noFill/>
        </p:spPr>
        <p:txBody>
          <a:bodyPr wrap="square" rtlCol="0">
            <a:spAutoFit/>
          </a:bodyPr>
          <a:lstStyle>
            <a:defPPr>
              <a:defRPr lang="en-US"/>
            </a:defPPr>
            <a:lvl1pPr algn="ctr">
              <a:defRPr sz="1400" b="1">
                <a:solidFill>
                  <a:schemeClr val="bg1"/>
                </a:solidFill>
                <a:latin typeface="Century Schoolbook" panose="02040604050505020304" pitchFamily="18" charset="0"/>
                <a:cs typeface="Arial" panose="020B0604020202020204" pitchFamily="34" charset="0"/>
              </a:defRPr>
            </a:lvl1pPr>
          </a:lstStyle>
          <a:p>
            <a:r>
              <a:rPr lang="en-ZA" dirty="0" err="1">
                <a:solidFill>
                  <a:schemeClr val="tx1"/>
                </a:solidFill>
              </a:rPr>
              <a:t>restdryftu</a:t>
            </a:r>
            <a:endParaRPr lang="en-ZA" dirty="0">
              <a:solidFill>
                <a:schemeClr val="tx1"/>
              </a:solidFill>
            </a:endParaRPr>
          </a:p>
        </p:txBody>
      </p:sp>
      <p:sp>
        <p:nvSpPr>
          <p:cNvPr id="38" name="TextBox 37">
            <a:extLst>
              <a:ext uri="{FF2B5EF4-FFF2-40B4-BE49-F238E27FC236}">
                <a16:creationId xmlns:a16="http://schemas.microsoft.com/office/drawing/2014/main" id="{87DDF492-5AD5-2564-11A7-606886E412BE}"/>
              </a:ext>
            </a:extLst>
          </p:cNvPr>
          <p:cNvSpPr txBox="1"/>
          <p:nvPr/>
        </p:nvSpPr>
        <p:spPr>
          <a:xfrm>
            <a:off x="-167776" y="3235732"/>
            <a:ext cx="2950895" cy="307777"/>
          </a:xfrm>
          <a:prstGeom prst="rect">
            <a:avLst/>
          </a:prstGeom>
          <a:noFill/>
        </p:spPr>
        <p:txBody>
          <a:bodyPr wrap="square" rtlCol="0">
            <a:spAutoFit/>
          </a:bodyPr>
          <a:lstStyle>
            <a:defPPr>
              <a:defRPr lang="en-US"/>
            </a:defPPr>
            <a:lvl1pPr algn="ctr">
              <a:defRPr sz="1400" b="1">
                <a:latin typeface="Century Schoolbook" panose="02040604050505020304" pitchFamily="18" charset="0"/>
                <a:cs typeface="Arial" panose="020B0604020202020204" pitchFamily="34" charset="0"/>
              </a:defRPr>
            </a:lvl1pPr>
          </a:lstStyle>
          <a:p>
            <a:pPr lvl="2" algn="ctr"/>
            <a:r>
              <a:rPr lang="en-US" sz="1400" b="1" dirty="0" err="1">
                <a:latin typeface="Century Schoolbook" panose="02040604050505020304" pitchFamily="18" charset="0"/>
              </a:rPr>
              <a:t>rsetdyfv</a:t>
            </a:r>
            <a:endParaRPr lang="en-US" sz="1400" b="1" dirty="0">
              <a:latin typeface="Century Schoolbook" panose="02040604050505020304" pitchFamily="18" charset="0"/>
            </a:endParaRPr>
          </a:p>
        </p:txBody>
      </p:sp>
      <p:sp>
        <p:nvSpPr>
          <p:cNvPr id="39" name="TextBox 38">
            <a:extLst>
              <a:ext uri="{FF2B5EF4-FFF2-40B4-BE49-F238E27FC236}">
                <a16:creationId xmlns:a16="http://schemas.microsoft.com/office/drawing/2014/main" id="{10024A00-A123-5AE5-06D3-61B8D899185C}"/>
              </a:ext>
            </a:extLst>
          </p:cNvPr>
          <p:cNvSpPr txBox="1"/>
          <p:nvPr/>
        </p:nvSpPr>
        <p:spPr>
          <a:xfrm>
            <a:off x="3583092" y="1929712"/>
            <a:ext cx="1411714" cy="307777"/>
          </a:xfrm>
          <a:prstGeom prst="rect">
            <a:avLst/>
          </a:prstGeom>
          <a:noFill/>
        </p:spPr>
        <p:txBody>
          <a:bodyPr wrap="square" rtlCol="0">
            <a:spAutoFit/>
          </a:bodyPr>
          <a:lstStyle>
            <a:defPPr>
              <a:defRPr lang="en-US"/>
            </a:defPPr>
            <a:lvl1pPr algn="ctr">
              <a:defRPr sz="1400" b="1">
                <a:solidFill>
                  <a:schemeClr val="bg1"/>
                </a:solidFill>
                <a:latin typeface="Century Schoolbook" panose="02040604050505020304" pitchFamily="18" charset="0"/>
                <a:cs typeface="Arial" panose="020B0604020202020204" pitchFamily="34" charset="0"/>
              </a:defRPr>
            </a:lvl1pPr>
          </a:lstStyle>
          <a:p>
            <a:r>
              <a:rPr lang="en-ZA" dirty="0" err="1"/>
              <a:t>zrsedt</a:t>
            </a:r>
            <a:endParaRPr lang="en-ZA" dirty="0"/>
          </a:p>
        </p:txBody>
      </p:sp>
      <p:sp>
        <p:nvSpPr>
          <p:cNvPr id="40" name="TextBox 39">
            <a:extLst>
              <a:ext uri="{FF2B5EF4-FFF2-40B4-BE49-F238E27FC236}">
                <a16:creationId xmlns:a16="http://schemas.microsoft.com/office/drawing/2014/main" id="{4B419017-526A-19EC-69F7-EE914FEAF212}"/>
              </a:ext>
            </a:extLst>
          </p:cNvPr>
          <p:cNvSpPr txBox="1"/>
          <p:nvPr/>
        </p:nvSpPr>
        <p:spPr>
          <a:xfrm>
            <a:off x="6030758" y="3114199"/>
            <a:ext cx="1411714" cy="307777"/>
          </a:xfrm>
          <a:prstGeom prst="rect">
            <a:avLst/>
          </a:prstGeom>
          <a:noFill/>
        </p:spPr>
        <p:txBody>
          <a:bodyPr wrap="square" rtlCol="0">
            <a:spAutoFit/>
          </a:bodyPr>
          <a:lstStyle>
            <a:defPPr>
              <a:defRPr lang="en-US"/>
            </a:defPPr>
            <a:lvl1pPr algn="ctr">
              <a:defRPr sz="1400" b="1">
                <a:latin typeface="Century Schoolbook" panose="02040604050505020304" pitchFamily="18" charset="0"/>
                <a:cs typeface="Arial" panose="020B0604020202020204" pitchFamily="34" charset="0"/>
              </a:defRPr>
            </a:lvl1pPr>
          </a:lstStyle>
          <a:p>
            <a:r>
              <a:rPr lang="en-ZA" dirty="0" err="1"/>
              <a:t>srdtryf</a:t>
            </a:r>
            <a:endParaRPr lang="en-ZA" dirty="0"/>
          </a:p>
        </p:txBody>
      </p:sp>
      <p:sp>
        <p:nvSpPr>
          <p:cNvPr id="44" name="TextBox 43">
            <a:extLst>
              <a:ext uri="{FF2B5EF4-FFF2-40B4-BE49-F238E27FC236}">
                <a16:creationId xmlns:a16="http://schemas.microsoft.com/office/drawing/2014/main" id="{38D1AFC7-FB66-DF30-93A3-24FB560F6790}"/>
              </a:ext>
            </a:extLst>
          </p:cNvPr>
          <p:cNvSpPr txBox="1"/>
          <p:nvPr/>
        </p:nvSpPr>
        <p:spPr>
          <a:xfrm>
            <a:off x="922331" y="5301875"/>
            <a:ext cx="1740904" cy="307777"/>
          </a:xfrm>
          <a:prstGeom prst="rect">
            <a:avLst/>
          </a:prstGeom>
          <a:noFill/>
        </p:spPr>
        <p:txBody>
          <a:bodyPr wrap="square" rtlCol="0">
            <a:spAutoFit/>
          </a:bodyPr>
          <a:lstStyle>
            <a:defPPr>
              <a:defRPr lang="en-US"/>
            </a:defPPr>
            <a:lvl1pPr algn="ctr">
              <a:defRPr sz="1400" b="1">
                <a:solidFill>
                  <a:schemeClr val="bg1"/>
                </a:solidFill>
                <a:latin typeface="Century Schoolbook" panose="02040604050505020304" pitchFamily="18" charset="0"/>
                <a:cs typeface="Arial" panose="020B0604020202020204" pitchFamily="34" charset="0"/>
              </a:defRPr>
            </a:lvl1pPr>
          </a:lstStyle>
          <a:p>
            <a:r>
              <a:rPr lang="en-ZA" dirty="0" err="1"/>
              <a:t>dtryftuvgy</a:t>
            </a:r>
            <a:endParaRPr lang="en-ZA" dirty="0"/>
          </a:p>
        </p:txBody>
      </p:sp>
    </p:spTree>
    <p:extLst>
      <p:ext uri="{BB962C8B-B14F-4D97-AF65-F5344CB8AC3E}">
        <p14:creationId xmlns:p14="http://schemas.microsoft.com/office/powerpoint/2010/main" val="18022526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C4A862">
              <a:alpha val="60000"/>
            </a:srgbClr>
          </a:solidFill>
          <a:ln/>
        </p:spPr>
      </p:sp>
      <p:sp>
        <p:nvSpPr>
          <p:cNvPr id="3" name="Text 1"/>
          <p:cNvSpPr/>
          <p:nvPr/>
        </p:nvSpPr>
        <p:spPr>
          <a:xfrm>
            <a:off x="0" y="2743200"/>
            <a:ext cx="12192000" cy="0"/>
          </a:xfrm>
          <a:prstGeom prst="rect">
            <a:avLst/>
          </a:prstGeom>
          <a:noFill/>
          <a:ln/>
        </p:spPr>
        <p:txBody>
          <a:bodyPr wrap="square" rtlCol="0" anchor="ctr"/>
          <a:lstStyle/>
          <a:p>
            <a:pPr algn="ctr" indent="0" marL="0">
              <a:buNone/>
            </a:pPr>
            <a:r>
              <a:rPr lang="en-US" sz="4800" b="1" dirty="0">
                <a:solidFill>
                  <a:srgbClr val="1E2761"/>
                </a:solidFill>
              </a:rPr>
              <a:t>DEVELOPMENT RECOMMENDATIONS</a:t>
            </a:r>
            <a:endParaRPr lang="en-US" sz="4800" dirty="0"/>
          </a:p>
        </p:txBody>
      </p:sp>
      <p:sp>
        <p:nvSpPr>
          <p:cNvPr id="4" name="Text 2"/>
          <p:cNvSpPr/>
          <p:nvPr/>
        </p:nvSpPr>
        <p:spPr>
          <a:xfrm>
            <a:off x="0" y="6515100"/>
            <a:ext cx="12192000" cy="0"/>
          </a:xfrm>
          <a:prstGeom prst="rect">
            <a:avLst/>
          </a:prstGeom>
          <a:noFill/>
          <a:ln/>
        </p:spPr>
        <p:txBody>
          <a:bodyPr wrap="square" rtlCol="0" anchor="ctr"/>
          <a:lstStyle/>
          <a:p>
            <a:pPr algn="ctr" indent="0" marL="0">
              <a:buNone/>
            </a:pPr>
            <a:r>
              <a:rPr lang="en-US" sz="1000" dirty="0">
                <a:solidFill>
                  <a:srgbClr val="888888"/>
                </a:solidFill>
                <a:latin typeface="Calibri" pitchFamily="34" charset="0"/>
                <a:ea typeface="Calibri" pitchFamily="34" charset="-122"/>
                <a:cs typeface="Calibri" pitchFamily="34" charset="-120"/>
              </a:rPr>
              <a:t>© 2025 AIRE Software - All rights reserved.</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274320"/>
            <a:ext cx="9144000" cy="0"/>
          </a:xfrm>
          <a:prstGeom prst="rect">
            <a:avLst/>
          </a:prstGeom>
          <a:noFill/>
          <a:ln/>
        </p:spPr>
        <p:txBody>
          <a:bodyPr wrap="square" rtlCol="0" anchor="ctr"/>
          <a:lstStyle/>
          <a:p>
            <a:pPr indent="0" marL="0">
              <a:buNone/>
            </a:pPr>
            <a:r>
              <a:rPr lang="en-US" sz="2400" b="1" dirty="0">
                <a:solidFill>
                  <a:srgbClr val="1E2761"/>
                </a:solidFill>
              </a:rPr>
              <a:t>CONCEPT DESIGN &amp; PROGRAMMING</a:t>
            </a:r>
            <a:endParaRPr lang="en-US" sz="2400" dirty="0"/>
          </a:p>
        </p:txBody>
      </p:sp>
      <p:sp>
        <p:nvSpPr>
          <p:cNvPr id="3" name="Text 1"/>
          <p:cNvSpPr/>
          <p:nvPr/>
        </p:nvSpPr>
        <p:spPr>
          <a:xfrm>
            <a:off x="457200" y="914400"/>
            <a:ext cx="10972800" cy="0"/>
          </a:xfrm>
          <a:prstGeom prst="rect">
            <a:avLst/>
          </a:prstGeom>
          <a:noFill/>
          <a:ln/>
        </p:spPr>
        <p:txBody>
          <a:bodyPr wrap="square" rtlCol="0" anchor="ctr"/>
          <a:lstStyle/>
          <a:p>
            <a:pPr indent="0" marL="0">
              <a:buNone/>
            </a:pPr>
            <a:r>
              <a:rPr lang="en-US" sz="1400" dirty="0">
                <a:solidFill>
                  <a:srgbClr val="000000"/>
                </a:solidFill>
              </a:rPr>
              <a:t>The development vision integrates smart-living technologies with biophilic design to create a sanctuary of luxury in the heart of the city.</a:t>
            </a:r>
            <a:endParaRPr lang="en-US" sz="14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1828800"/>
          <a:ext cx="8229600" cy="914400"/>
        </p:xfrm>
        <a:graphic>
          <a:graphicData uri="http://schemas.openxmlformats.org/drawingml/2006/table">
            <a:tbl>
              <a:tblPr/>
              <a:tblGrid>
                <a:gridCol w="4114800"/>
                <a:gridCol w="4114800"/>
              </a:tblGrid>
              <a:tr h="548640">
                <a:tc>
                  <a:txBody>
                    <a:bodyPr/>
                    <a:lstStyle/>
                    <a:p>
                      <a:pPr indent="0" marL="0">
                        <a:buNone/>
                      </a:pPr>
                      <a:r>
                        <a:rPr lang="en-US" sz="1200" dirty="0">
                          <a:solidFill>
                            <a:srgbClr val="FFFFFF"/>
                          </a:solidFill>
                        </a:rPr>
                        <a:t>Component</a:t>
                      </a:r>
                      <a:endParaRPr lang="en-US" sz="12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C4A862"/>
                    </a:solidFill>
                  </a:tcPr>
                </a:tc>
                <a:tc>
                  <a:txBody>
                    <a:bodyPr/>
                    <a:lstStyle/>
                    <a:p>
                      <a:pPr indent="0" marL="0">
                        <a:buNone/>
                      </a:pPr>
                      <a:r>
                        <a:rPr lang="en-US" sz="1200" dirty="0">
                          <a:solidFill>
                            <a:srgbClr val="FFFFFF"/>
                          </a:solidFill>
                        </a:rPr>
                        <a:t>Strategic Justification</a:t>
                      </a:r>
                      <a:endParaRPr lang="en-US" sz="12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C4A862"/>
                    </a:solidFill>
                  </a:tcPr>
                </a:tc>
              </a:tr>
              <a:tr h="548640">
                <a:tc>
                  <a:txBody>
                    <a:bodyPr/>
                    <a:lstStyle/>
                    <a:p>
                      <a:pPr indent="0" marL="0">
                        <a:buNone/>
                      </a:pPr>
                      <a:r>
                        <a:rPr lang="en-US" sz="1200" dirty="0">
                          <a:solidFill>
                            <a:srgbClr val="000000"/>
                          </a:solidFill>
                        </a:rPr>
                        <a:t>Infinity Sky Pool</a:t>
                      </a:r>
                      <a:endParaRPr lang="en-US" sz="12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000000"/>
                          </a:solidFill>
                        </a:rPr>
                        <a:t>Enhances premium positioning and capital appreciation</a:t>
                      </a:r>
                      <a:endParaRPr lang="en-US" sz="12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r>
              <a:tr h="548640">
                <a:tc>
                  <a:txBody>
                    <a:bodyPr/>
                    <a:lstStyle/>
                    <a:p>
                      <a:pPr indent="0" marL="0">
                        <a:buNone/>
                      </a:pPr>
                      <a:r>
                        <a:rPr lang="en-US" sz="1200" dirty="0">
                          <a:solidFill>
                            <a:srgbClr val="000000"/>
                          </a:solidFill>
                        </a:rPr>
                        <a:t>Smart Hub Integration</a:t>
                      </a:r>
                      <a:endParaRPr lang="en-US" sz="12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000000"/>
                          </a:solidFill>
                        </a:rPr>
                        <a:t>Targets tech-savvy mid-high income demographics</a:t>
                      </a:r>
                      <a:endParaRPr lang="en-US" sz="12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r>
              <a:tr h="548640">
                <a:tc>
                  <a:txBody>
                    <a:bodyPr/>
                    <a:lstStyle/>
                    <a:p>
                      <a:pPr indent="0" marL="0">
                        <a:buNone/>
                      </a:pPr>
                      <a:r>
                        <a:rPr lang="en-US" sz="1200" dirty="0">
                          <a:solidFill>
                            <a:srgbClr val="000000"/>
                          </a:solidFill>
                        </a:rPr>
                        <a:t>Wellness Center</a:t>
                      </a:r>
                      <a:endParaRPr lang="en-US" sz="12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000000"/>
                          </a:solidFill>
                        </a:rPr>
                        <a:t>Addresses post-pandemic health &amp; lifestyle trends</a:t>
                      </a:r>
                      <a:endParaRPr lang="en-US" sz="12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r>
            </a:tbl>
          </a:graphicData>
        </a:graphic>
      </p:graphicFrame>
      <p:sp>
        <p:nvSpPr>
          <p:cNvPr id="5" name="Text 2"/>
          <p:cNvSpPr/>
          <p:nvPr/>
        </p:nvSpPr>
        <p:spPr>
          <a:xfrm>
            <a:off x="0" y="6515100"/>
            <a:ext cx="12192000" cy="0"/>
          </a:xfrm>
          <a:prstGeom prst="rect">
            <a:avLst/>
          </a:prstGeom>
          <a:noFill/>
          <a:ln/>
        </p:spPr>
        <p:txBody>
          <a:bodyPr wrap="square" rtlCol="0" anchor="ctr"/>
          <a:lstStyle/>
          <a:p>
            <a:pPr algn="ctr" indent="0" marL="0">
              <a:buNone/>
            </a:pPr>
            <a:r>
              <a:rPr lang="en-US" sz="1000" dirty="0">
                <a:solidFill>
                  <a:srgbClr val="888888"/>
                </a:solidFill>
                <a:latin typeface="Calibri" pitchFamily="34" charset="0"/>
                <a:ea typeface="Calibri" pitchFamily="34" charset="-122"/>
                <a:cs typeface="Calibri" pitchFamily="34" charset="-120"/>
              </a:rPr>
              <a:t>© 2025 AIRE Software - All rights reserved.</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274320"/>
            <a:ext cx="9144000" cy="0"/>
          </a:xfrm>
          <a:prstGeom prst="rect">
            <a:avLst/>
          </a:prstGeom>
          <a:noFill/>
          <a:ln/>
        </p:spPr>
        <p:txBody>
          <a:bodyPr wrap="square" rtlCol="0" anchor="ctr"/>
          <a:lstStyle/>
          <a:p>
            <a:pPr indent="0" marL="0">
              <a:buNone/>
            </a:pPr>
            <a:r>
              <a:rPr lang="en-US" sz="2400" b="1" dirty="0">
                <a:solidFill>
                  <a:srgbClr val="1E2761"/>
                </a:solidFill>
              </a:rPr>
              <a:t>MARKET COMPARABLES</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914400"/>
          <a:ext cx="8229600" cy="914400"/>
        </p:xfrm>
        <a:graphic>
          <a:graphicData uri="http://schemas.openxmlformats.org/drawingml/2006/table">
            <a:tbl>
              <a:tblPr/>
              <a:tblGrid>
                <a:gridCol w="2743200"/>
                <a:gridCol w="2743200"/>
                <a:gridCol w="2743200"/>
              </a:tblGrid>
              <a:tr h="457200">
                <a:tc>
                  <a:txBody>
                    <a:bodyPr/>
                    <a:lstStyle/>
                    <a:p>
                      <a:pPr indent="0" marL="0">
                        <a:buNone/>
                      </a:pPr>
                      <a:r>
                        <a:rPr lang="en-US" sz="1200" dirty="0">
                          <a:solidFill>
                            <a:srgbClr val="000000"/>
                          </a:solidFill>
                        </a:rPr>
                        <a:t>Project</a:t>
                      </a:r>
                      <a:endParaRPr lang="en-US" sz="1200" dirty="0"/>
                    </a:p>
                  </a:txBody>
                  <a:tcPr marL="91440" marR="91440" marT="45720" marB="4572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indent="0" marL="0">
                        <a:buNone/>
                      </a:pPr>
                      <a:r>
                        <a:rPr lang="en-US" sz="1200" dirty="0">
                          <a:solidFill>
                            <a:srgbClr val="000000"/>
                          </a:solidFill>
                        </a:rPr>
                        <a:t>Price/sqft</a:t>
                      </a:r>
                      <a:endParaRPr lang="en-US" sz="1200" dirty="0"/>
                    </a:p>
                  </a:txBody>
                  <a:tcPr marL="91440" marR="91440" marT="45720" marB="4572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indent="0" marL="0">
                        <a:buNone/>
                      </a:pPr>
                      <a:r>
                        <a:rPr lang="en-US" sz="1200" dirty="0">
                          <a:solidFill>
                            <a:srgbClr val="000000"/>
                          </a:solidFill>
                        </a:rPr>
                        <a:t>Amenities</a:t>
                      </a:r>
                      <a:endParaRPr lang="en-US" sz="1200" dirty="0"/>
                    </a:p>
                  </a:txBody>
                  <a:tcPr marL="91440" marR="91440" marT="45720" marB="4572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r>
              <a:tr h="457200">
                <a:tc>
                  <a:txBody>
                    <a:bodyPr/>
                    <a:lstStyle/>
                    <a:p>
                      <a:pPr indent="0" marL="0">
                        <a:buNone/>
                      </a:pPr>
                      <a:r>
                        <a:rPr lang="en-US" sz="1200" dirty="0">
                          <a:solidFill>
                            <a:srgbClr val="000000"/>
                          </a:solidFill>
                        </a:rPr>
                        <a:t>The Ritz</a:t>
                      </a:r>
                      <a:endParaRPr lang="en-US" sz="1200" dirty="0"/>
                    </a:p>
                  </a:txBody>
                  <a:tcPr marL="91440" marR="91440" marT="45720" marB="4572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indent="0" marL="0">
                        <a:buNone/>
                      </a:pPr>
                      <a:r>
                        <a:rPr lang="en-US" sz="1200" dirty="0">
                          <a:solidFill>
                            <a:srgbClr val="000000"/>
                          </a:solidFill>
                        </a:rPr>
                        <a:t>$1,800</a:t>
                      </a:r>
                      <a:endParaRPr lang="en-US" sz="1200" dirty="0"/>
                    </a:p>
                  </a:txBody>
                  <a:tcPr marL="91440" marR="91440" marT="45720" marB="4572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indent="0" marL="0">
                        <a:buNone/>
                      </a:pPr>
                      <a:r>
                        <a:rPr lang="en-US" sz="1200" dirty="0">
                          <a:solidFill>
                            <a:srgbClr val="000000"/>
                          </a:solidFill>
                        </a:rPr>
                        <a:t>Full</a:t>
                      </a:r>
                      <a:endParaRPr lang="en-US" sz="1200" dirty="0"/>
                    </a:p>
                  </a:txBody>
                  <a:tcPr marL="91440" marR="91440" marT="45720" marB="4572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r>
              <a:tr h="457200">
                <a:tc>
                  <a:txBody>
                    <a:bodyPr/>
                    <a:lstStyle/>
                    <a:p>
                      <a:pPr indent="0" marL="0">
                        <a:buNone/>
                      </a:pPr>
                      <a:r>
                        <a:rPr lang="en-US" sz="1200" dirty="0">
                          <a:solidFill>
                            <a:srgbClr val="000000"/>
                          </a:solidFill>
                        </a:rPr>
                        <a:t>Luxury Tower</a:t>
                      </a:r>
                      <a:endParaRPr lang="en-US" sz="1200" dirty="0"/>
                    </a:p>
                  </a:txBody>
                  <a:tcPr marL="91440" marR="91440" marT="45720" marB="4572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indent="0" marL="0">
                        <a:buNone/>
                      </a:pPr>
                      <a:r>
                        <a:rPr lang="en-US" sz="1200" dirty="0">
                          <a:solidFill>
                            <a:srgbClr val="000000"/>
                          </a:solidFill>
                        </a:rPr>
                        <a:t> $1,650</a:t>
                      </a:r>
                      <a:endParaRPr lang="en-US" sz="1200" dirty="0"/>
                    </a:p>
                  </a:txBody>
                  <a:tcPr marL="91440" marR="91440" marT="45720" marB="4572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indent="0" marL="0">
                        <a:buNone/>
                      </a:pPr>
                      <a:r>
                        <a:rPr lang="en-US" sz="1200" dirty="0">
                          <a:solidFill>
                            <a:srgbClr val="000000"/>
                          </a:solidFill>
                        </a:rPr>
                        <a:t>Partial</a:t>
                      </a:r>
                      <a:endParaRPr lang="en-US" sz="1200" dirty="0"/>
                    </a:p>
                  </a:txBody>
                  <a:tcPr marL="91440" marR="91440" marT="45720" marB="4572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r>
            </a:tbl>
          </a:graphicData>
        </a:graphic>
      </p:graphicFrame>
      <p:sp>
        <p:nvSpPr>
          <p:cNvPr id="4" name="Text 1"/>
          <p:cNvSpPr/>
          <p:nvPr/>
        </p:nvSpPr>
        <p:spPr>
          <a:xfrm>
            <a:off x="0" y="6515100"/>
            <a:ext cx="12192000" cy="0"/>
          </a:xfrm>
          <a:prstGeom prst="rect">
            <a:avLst/>
          </a:prstGeom>
          <a:noFill/>
          <a:ln/>
        </p:spPr>
        <p:txBody>
          <a:bodyPr wrap="square" rtlCol="0" anchor="ctr"/>
          <a:lstStyle/>
          <a:p>
            <a:pPr algn="ctr" indent="0" marL="0">
              <a:buNone/>
            </a:pPr>
            <a:r>
              <a:rPr lang="en-US" sz="1000" dirty="0">
                <a:solidFill>
                  <a:srgbClr val="888888"/>
                </a:solidFill>
                <a:latin typeface="Calibri" pitchFamily="34" charset="0"/>
                <a:ea typeface="Calibri" pitchFamily="34" charset="-122"/>
                <a:cs typeface="Calibri" pitchFamily="34" charset="-120"/>
              </a:rPr>
              <a:t>© 2025 AIRE Software - All rights reserved.</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274320"/>
            <a:ext cx="9144000" cy="0"/>
          </a:xfrm>
          <a:prstGeom prst="rect">
            <a:avLst/>
          </a:prstGeom>
          <a:noFill/>
          <a:ln/>
        </p:spPr>
        <p:txBody>
          <a:bodyPr wrap="square" rtlCol="0" anchor="ctr"/>
          <a:lstStyle/>
          <a:p>
            <a:pPr indent="0" marL="0">
              <a:buNone/>
            </a:pPr>
            <a:r>
              <a:rPr lang="en-US" sz="2400" b="1" dirty="0">
                <a:solidFill>
                  <a:srgbClr val="1E2761"/>
                </a:solidFill>
              </a:rPr>
              <a:t>DEVELOPMENT BRIEF</a:t>
            </a:r>
            <a:endParaRPr lang="en-US" sz="2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2743200" y="1371600"/>
          <a:ext cx="3657600" cy="914400"/>
        </p:xfrm>
        <a:graphic>
          <a:graphicData uri="http://schemas.openxmlformats.org/drawingml/2006/table">
            <a:tbl>
              <a:tblPr/>
              <a:tblGrid>
                <a:gridCol w="1828800"/>
                <a:gridCol w="1828800"/>
              </a:tblGrid>
              <a:tr h="548640">
                <a:tc>
                  <a:txBody>
                    <a:bodyPr/>
                    <a:lstStyle/>
                    <a:p>
                      <a:pPr indent="0" marL="0">
                        <a:buNone/>
                      </a:pPr>
                      <a:r>
                        <a:rPr lang="en-US" sz="1200" dirty="0">
                          <a:solidFill>
                            <a:srgbClr val="000000"/>
                          </a:solidFill>
                        </a:rPr>
                        <a:t>Spec</a:t>
                      </a:r>
                      <a:endParaRPr lang="en-US" sz="1200" dirty="0"/>
                    </a:p>
                  </a:txBody>
                  <a:tcPr marL="91440" marR="91440" marT="45720" marB="45720">
                    <a:lnL w="0" cap="flat" cmpd="sng" algn="ctr">
                      <a:noFill/>
                    </a:lnL>
                    <a:lnR w="0" cap="flat" cmpd="sng" algn="ctr">
                      <a:noFill/>
                    </a:lnR>
                    <a:lnT w="0" cap="flat" cmpd="sng" algn="ctr">
                      <a:noFill/>
                    </a:lnT>
                    <a:lnB w="0" cap="flat" cmpd="sng" algn="ctr">
                      <a:noFill/>
                    </a:lnB>
                  </a:tcPr>
                </a:tc>
                <a:tc>
                  <a:txBody>
                    <a:bodyPr/>
                    <a:lstStyle/>
                    <a:p>
                      <a:pPr indent="0" marL="0">
                        <a:buNone/>
                      </a:pPr>
                      <a:r>
                        <a:rPr lang="en-US" sz="1200" dirty="0">
                          <a:solidFill>
                            <a:srgbClr val="000000"/>
                          </a:solidFill>
                        </a:rPr>
                        <a:t>Recommendation</a:t>
                      </a:r>
                      <a:endParaRPr lang="en-US" sz="1200" dirty="0"/>
                    </a:p>
                  </a:txBody>
                  <a:tcPr marL="91440" marR="91440" marT="45720" marB="45720">
                    <a:lnL w="0" cap="flat" cmpd="sng" algn="ctr">
                      <a:noFill/>
                    </a:lnL>
                    <a:lnR w="0" cap="flat" cmpd="sng" algn="ctr">
                      <a:noFill/>
                    </a:lnR>
                    <a:lnT w="0" cap="flat" cmpd="sng" algn="ctr">
                      <a:noFill/>
                    </a:lnT>
                    <a:lnB w="0" cap="flat" cmpd="sng" algn="ctr">
                      <a:noFill/>
                    </a:lnB>
                  </a:tcPr>
                </a:tc>
              </a:tr>
              <a:tr h="548640">
                <a:tc>
                  <a:txBody>
                    <a:bodyPr/>
                    <a:lstStyle/>
                    <a:p>
                      <a:pPr indent="0" marL="0">
                        <a:buNone/>
                      </a:pPr>
                      <a:r>
                        <a:rPr lang="en-US" sz="1200" dirty="0">
                          <a:solidFill>
                            <a:srgbClr val="000000"/>
                          </a:solidFill>
                        </a:rPr>
                        <a:t>Units</a:t>
                      </a:r>
                      <a:endParaRPr lang="en-US" sz="1200" dirty="0"/>
                    </a:p>
                  </a:txBody>
                  <a:tcPr marL="91440" marR="91440" marT="45720" marB="45720">
                    <a:lnL w="0" cap="flat" cmpd="sng" algn="ctr">
                      <a:noFill/>
                    </a:lnL>
                    <a:lnR w="0" cap="flat" cmpd="sng" algn="ctr">
                      <a:noFill/>
                    </a:lnR>
                    <a:lnT w="0" cap="flat" cmpd="sng" algn="ctr">
                      <a:noFill/>
                    </a:lnT>
                    <a:lnB w="0" cap="flat" cmpd="sng" algn="ctr">
                      <a:noFill/>
                    </a:lnB>
                  </a:tcPr>
                </a:tc>
                <a:tc>
                  <a:txBody>
                    <a:bodyPr/>
                    <a:lstStyle/>
                    <a:p>
                      <a:pPr indent="0" marL="0">
                        <a:buNone/>
                      </a:pPr>
                      <a:r>
                        <a:rPr lang="en-US" sz="1200" dirty="0">
                          <a:solidFill>
                            <a:srgbClr val="000000"/>
                          </a:solidFill>
                        </a:rPr>
                        <a:t>240</a:t>
                      </a:r>
                      <a:endParaRPr lang="en-US" sz="1200" dirty="0"/>
                    </a:p>
                  </a:txBody>
                  <a:tcPr marL="91440" marR="91440" marT="45720" marB="45720">
                    <a:lnL w="0" cap="flat" cmpd="sng" algn="ctr">
                      <a:noFill/>
                    </a:lnL>
                    <a:lnR w="0" cap="flat" cmpd="sng" algn="ctr">
                      <a:noFill/>
                    </a:lnR>
                    <a:lnT w="0" cap="flat" cmpd="sng" algn="ctr">
                      <a:noFill/>
                    </a:lnT>
                    <a:lnB w="0" cap="flat" cmpd="sng" algn="ctr">
                      <a:noFill/>
                    </a:lnB>
                  </a:tcPr>
                </a:tc>
              </a:tr>
              <a:tr h="548640">
                <a:tc>
                  <a:txBody>
                    <a:bodyPr/>
                    <a:lstStyle/>
                    <a:p>
                      <a:pPr indent="0" marL="0">
                        <a:buNone/>
                      </a:pPr>
                      <a:r>
                        <a:rPr lang="en-US" sz="1200" dirty="0">
                          <a:solidFill>
                            <a:srgbClr val="000000"/>
                          </a:solidFill>
                        </a:rPr>
                        <a:t>Finishing</a:t>
                      </a:r>
                      <a:endParaRPr lang="en-US" sz="1200" dirty="0"/>
                    </a:p>
                  </a:txBody>
                  <a:tcPr marL="91440" marR="91440" marT="45720" marB="45720">
                    <a:lnL w="0" cap="flat" cmpd="sng" algn="ctr">
                      <a:noFill/>
                    </a:lnL>
                    <a:lnR w="0" cap="flat" cmpd="sng" algn="ctr">
                      <a:noFill/>
                    </a:lnR>
                    <a:lnT w="0" cap="flat" cmpd="sng" algn="ctr">
                      <a:noFill/>
                    </a:lnT>
                    <a:lnB w="0" cap="flat" cmpd="sng" algn="ctr">
                      <a:noFill/>
                    </a:lnB>
                  </a:tcPr>
                </a:tc>
                <a:tc>
                  <a:txBody>
                    <a:bodyPr/>
                    <a:lstStyle/>
                    <a:p>
                      <a:pPr indent="0" marL="0">
                        <a:buNone/>
                      </a:pPr>
                      <a:r>
                        <a:rPr lang="en-US" sz="1200" dirty="0">
                          <a:solidFill>
                            <a:srgbClr val="000000"/>
                          </a:solidFill>
                        </a:rPr>
                        <a:t>Ultra-Premium</a:t>
                      </a:r>
                      <a:endParaRPr lang="en-US" sz="1200" dirty="0"/>
                    </a:p>
                  </a:txBody>
                  <a:tcPr marL="91440" marR="91440" marT="45720" marB="45720">
                    <a:lnL w="0" cap="flat" cmpd="sng" algn="ctr">
                      <a:noFill/>
                    </a:lnL>
                    <a:lnR w="0" cap="flat" cmpd="sng" algn="ctr">
                      <a:noFill/>
                    </a:lnR>
                    <a:lnT w="0" cap="flat" cmpd="sng" algn="ctr">
                      <a:noFill/>
                    </a:lnT>
                    <a:lnB w="0" cap="flat" cmpd="sng" algn="ctr">
                      <a:noFill/>
                    </a:lnB>
                  </a:tcPr>
                </a:tc>
              </a:tr>
            </a:tbl>
          </a:graphicData>
        </a:graphic>
      </p:graphicFrame>
      <p:sp>
        <p:nvSpPr>
          <p:cNvPr id="4" name="Text 1"/>
          <p:cNvSpPr/>
          <p:nvPr/>
        </p:nvSpPr>
        <p:spPr>
          <a:xfrm>
            <a:off x="0" y="6515100"/>
            <a:ext cx="12192000" cy="0"/>
          </a:xfrm>
          <a:prstGeom prst="rect">
            <a:avLst/>
          </a:prstGeom>
          <a:noFill/>
          <a:ln/>
        </p:spPr>
        <p:txBody>
          <a:bodyPr wrap="square" rtlCol="0" anchor="ctr"/>
          <a:lstStyle/>
          <a:p>
            <a:pPr algn="ctr" indent="0" marL="0">
              <a:buNone/>
            </a:pPr>
            <a:r>
              <a:rPr lang="en-US" sz="1000" dirty="0">
                <a:solidFill>
                  <a:srgbClr val="888888"/>
                </a:solidFill>
                <a:latin typeface="Calibri" pitchFamily="34" charset="0"/>
                <a:ea typeface="Calibri" pitchFamily="34" charset="-122"/>
                <a:cs typeface="Calibri" pitchFamily="34" charset="-120"/>
              </a:rPr>
              <a:t>© 2025 AIRE Software - All rights reserved.</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C4A862">
              <a:alpha val="60000"/>
            </a:srgbClr>
          </a:solidFill>
          <a:ln/>
        </p:spPr>
      </p:sp>
      <p:sp>
        <p:nvSpPr>
          <p:cNvPr id="3" name="Text 1"/>
          <p:cNvSpPr/>
          <p:nvPr/>
        </p:nvSpPr>
        <p:spPr>
          <a:xfrm>
            <a:off x="0" y="2743200"/>
            <a:ext cx="12192000" cy="0"/>
          </a:xfrm>
          <a:prstGeom prst="rect">
            <a:avLst/>
          </a:prstGeom>
          <a:noFill/>
          <a:ln/>
        </p:spPr>
        <p:txBody>
          <a:bodyPr wrap="square" rtlCol="0" anchor="ctr"/>
          <a:lstStyle/>
          <a:p>
            <a:pPr algn="ctr" indent="0" marL="0">
              <a:buNone/>
            </a:pPr>
            <a:r>
              <a:rPr lang="en-US" sz="4800" b="1" dirty="0">
                <a:solidFill>
                  <a:srgbClr val="1E2761"/>
                </a:solidFill>
              </a:rPr>
              <a:t>DEVELOPMENT RECOMMENDATIONS</a:t>
            </a:r>
            <a:endParaRPr lang="en-US" sz="4800" dirty="0"/>
          </a:p>
        </p:txBody>
      </p:sp>
      <p:sp>
        <p:nvSpPr>
          <p:cNvPr id="4" name="Text 2"/>
          <p:cNvSpPr/>
          <p:nvPr/>
        </p:nvSpPr>
        <p:spPr>
          <a:xfrm>
            <a:off x="0" y="6515100"/>
            <a:ext cx="12192000" cy="0"/>
          </a:xfrm>
          <a:prstGeom prst="rect">
            <a:avLst/>
          </a:prstGeom>
          <a:noFill/>
          <a:ln/>
        </p:spPr>
        <p:txBody>
          <a:bodyPr wrap="square" rtlCol="0" anchor="ctr"/>
          <a:lstStyle/>
          <a:p>
            <a:pPr algn="ctr" indent="0" marL="0">
              <a:buNone/>
            </a:pPr>
            <a:r>
              <a:rPr lang="en-US" sz="1000" dirty="0">
                <a:solidFill>
                  <a:srgbClr val="888888"/>
                </a:solidFill>
                <a:latin typeface="Calibri" pitchFamily="34" charset="0"/>
                <a:ea typeface="Calibri" pitchFamily="34" charset="-122"/>
                <a:cs typeface="Calibri" pitchFamily="34" charset="-120"/>
              </a:rPr>
              <a:t>© 2025 AIRE Software - All rights reserved.</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274320"/>
            <a:ext cx="9144000" cy="0"/>
          </a:xfrm>
          <a:prstGeom prst="rect">
            <a:avLst/>
          </a:prstGeom>
          <a:noFill/>
          <a:ln/>
        </p:spPr>
        <p:txBody>
          <a:bodyPr wrap="square" rtlCol="0" anchor="ctr"/>
          <a:lstStyle/>
          <a:p>
            <a:pPr indent="0" marL="0">
              <a:buNone/>
            </a:pPr>
            <a:r>
              <a:rPr lang="en-US" sz="2400" b="1" dirty="0">
                <a:solidFill>
                  <a:srgbClr val="1E2761"/>
                </a:solidFill>
              </a:rPr>
              <a:t>CONCEPT DESIGN &amp; PROGRAMMING</a:t>
            </a:r>
            <a:endParaRPr lang="en-US" sz="2400" dirty="0"/>
          </a:p>
        </p:txBody>
      </p:sp>
      <p:sp>
        <p:nvSpPr>
          <p:cNvPr id="3" name="Text 1"/>
          <p:cNvSpPr/>
          <p:nvPr/>
        </p:nvSpPr>
        <p:spPr>
          <a:xfrm>
            <a:off x="457200" y="914400"/>
            <a:ext cx="10972800" cy="0"/>
          </a:xfrm>
          <a:prstGeom prst="rect">
            <a:avLst/>
          </a:prstGeom>
          <a:noFill/>
          <a:ln/>
        </p:spPr>
        <p:txBody>
          <a:bodyPr wrap="square" rtlCol="0" anchor="ctr"/>
          <a:lstStyle/>
          <a:p>
            <a:pPr indent="0" marL="0">
              <a:buNone/>
            </a:pPr>
            <a:r>
              <a:rPr lang="en-US" sz="1400" dirty="0">
                <a:solidFill>
                  <a:srgbClr val="000000"/>
                </a:solidFill>
              </a:rPr>
              <a:t>The development vision integrates smart-living technologies with biophilic design to create a sanctuary of luxury in the heart of the city.</a:t>
            </a:r>
            <a:endParaRPr lang="en-US" sz="14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1828800"/>
          <a:ext cx="8229600" cy="914400"/>
        </p:xfrm>
        <a:graphic>
          <a:graphicData uri="http://schemas.openxmlformats.org/drawingml/2006/table">
            <a:tbl>
              <a:tblPr/>
              <a:tblGrid>
                <a:gridCol w="4114800"/>
                <a:gridCol w="4114800"/>
              </a:tblGrid>
              <a:tr h="548640">
                <a:tc>
                  <a:txBody>
                    <a:bodyPr/>
                    <a:lstStyle/>
                    <a:p>
                      <a:pPr indent="0" marL="0">
                        <a:buNone/>
                      </a:pPr>
                      <a:r>
                        <a:rPr lang="en-US" sz="1200" dirty="0">
                          <a:solidFill>
                            <a:srgbClr val="FFFFFF"/>
                          </a:solidFill>
                        </a:rPr>
                        <a:t>Component</a:t>
                      </a:r>
                      <a:endParaRPr lang="en-US" sz="12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C4A862"/>
                    </a:solidFill>
                  </a:tcPr>
                </a:tc>
                <a:tc>
                  <a:txBody>
                    <a:bodyPr/>
                    <a:lstStyle/>
                    <a:p>
                      <a:pPr indent="0" marL="0">
                        <a:buNone/>
                      </a:pPr>
                      <a:r>
                        <a:rPr lang="en-US" sz="1200" dirty="0">
                          <a:solidFill>
                            <a:srgbClr val="FFFFFF"/>
                          </a:solidFill>
                        </a:rPr>
                        <a:t>Strategic Justification</a:t>
                      </a:r>
                      <a:endParaRPr lang="en-US" sz="12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C4A862"/>
                    </a:solidFill>
                  </a:tcPr>
                </a:tc>
              </a:tr>
              <a:tr h="548640">
                <a:tc>
                  <a:txBody>
                    <a:bodyPr/>
                    <a:lstStyle/>
                    <a:p>
                      <a:pPr indent="0" marL="0">
                        <a:buNone/>
                      </a:pPr>
                      <a:r>
                        <a:rPr lang="en-US" sz="1200" dirty="0">
                          <a:solidFill>
                            <a:srgbClr val="000000"/>
                          </a:solidFill>
                        </a:rPr>
                        <a:t>Infinity Sky Pool</a:t>
                      </a:r>
                      <a:endParaRPr lang="en-US" sz="12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000000"/>
                          </a:solidFill>
                        </a:rPr>
                        <a:t>Enhances premium positioning and capital appreciation</a:t>
                      </a:r>
                      <a:endParaRPr lang="en-US" sz="12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r>
              <a:tr h="548640">
                <a:tc>
                  <a:txBody>
                    <a:bodyPr/>
                    <a:lstStyle/>
                    <a:p>
                      <a:pPr indent="0" marL="0">
                        <a:buNone/>
                      </a:pPr>
                      <a:r>
                        <a:rPr lang="en-US" sz="1200" dirty="0">
                          <a:solidFill>
                            <a:srgbClr val="000000"/>
                          </a:solidFill>
                        </a:rPr>
                        <a:t>Smart Hub Integration</a:t>
                      </a:r>
                      <a:endParaRPr lang="en-US" sz="12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000000"/>
                          </a:solidFill>
                        </a:rPr>
                        <a:t>Targets tech-savvy mid-high income demographics</a:t>
                      </a:r>
                      <a:endParaRPr lang="en-US" sz="12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r>
              <a:tr h="548640">
                <a:tc>
                  <a:txBody>
                    <a:bodyPr/>
                    <a:lstStyle/>
                    <a:p>
                      <a:pPr indent="0" marL="0">
                        <a:buNone/>
                      </a:pPr>
                      <a:r>
                        <a:rPr lang="en-US" sz="1200" dirty="0">
                          <a:solidFill>
                            <a:srgbClr val="000000"/>
                          </a:solidFill>
                        </a:rPr>
                        <a:t>Wellness Center</a:t>
                      </a:r>
                      <a:endParaRPr lang="en-US" sz="12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000000"/>
                          </a:solidFill>
                        </a:rPr>
                        <a:t>Addresses post-pandemic health &amp; lifestyle trends</a:t>
                      </a:r>
                      <a:endParaRPr lang="en-US" sz="12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r>
            </a:tbl>
          </a:graphicData>
        </a:graphic>
      </p:graphicFrame>
      <p:sp>
        <p:nvSpPr>
          <p:cNvPr id="5" name="Text 2"/>
          <p:cNvSpPr/>
          <p:nvPr/>
        </p:nvSpPr>
        <p:spPr>
          <a:xfrm>
            <a:off x="0" y="6515100"/>
            <a:ext cx="12192000" cy="0"/>
          </a:xfrm>
          <a:prstGeom prst="rect">
            <a:avLst/>
          </a:prstGeom>
          <a:noFill/>
          <a:ln/>
        </p:spPr>
        <p:txBody>
          <a:bodyPr wrap="square" rtlCol="0" anchor="ctr"/>
          <a:lstStyle/>
          <a:p>
            <a:pPr algn="ctr" indent="0" marL="0">
              <a:buNone/>
            </a:pPr>
            <a:r>
              <a:rPr lang="en-US" sz="1000" dirty="0">
                <a:solidFill>
                  <a:srgbClr val="888888"/>
                </a:solidFill>
                <a:latin typeface="Calibri" pitchFamily="34" charset="0"/>
                <a:ea typeface="Calibri" pitchFamily="34" charset="-122"/>
                <a:cs typeface="Calibri" pitchFamily="34" charset="-120"/>
              </a:rPr>
              <a:t>© 2025 AIRE Software - All rights reserved.</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274320"/>
            <a:ext cx="9144000" cy="0"/>
          </a:xfrm>
          <a:prstGeom prst="rect">
            <a:avLst/>
          </a:prstGeom>
          <a:noFill/>
          <a:ln/>
        </p:spPr>
        <p:txBody>
          <a:bodyPr wrap="square" rtlCol="0" anchor="ctr"/>
          <a:lstStyle/>
          <a:p>
            <a:pPr indent="0" marL="0">
              <a:buNone/>
            </a:pPr>
            <a:r>
              <a:rPr lang="en-US" sz="2400" b="1" dirty="0">
                <a:solidFill>
                  <a:srgbClr val="1E2761"/>
                </a:solidFill>
              </a:rPr>
              <a:t>MARKET COMPARABLES</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914400"/>
          <a:ext cx="8229600" cy="914400"/>
        </p:xfrm>
        <a:graphic>
          <a:graphicData uri="http://schemas.openxmlformats.org/drawingml/2006/table">
            <a:tbl>
              <a:tblPr/>
              <a:tblGrid>
                <a:gridCol w="2743200"/>
                <a:gridCol w="2743200"/>
                <a:gridCol w="2743200"/>
              </a:tblGrid>
              <a:tr h="457200">
                <a:tc>
                  <a:txBody>
                    <a:bodyPr/>
                    <a:lstStyle/>
                    <a:p>
                      <a:pPr indent="0" marL="0">
                        <a:buNone/>
                      </a:pPr>
                      <a:r>
                        <a:rPr lang="en-US" sz="1200" dirty="0">
                          <a:solidFill>
                            <a:srgbClr val="000000"/>
                          </a:solidFill>
                        </a:rPr>
                        <a:t>Project</a:t>
                      </a:r>
                      <a:endParaRPr lang="en-US" sz="1200" dirty="0"/>
                    </a:p>
                  </a:txBody>
                  <a:tcPr marL="91440" marR="91440" marT="45720" marB="4572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indent="0" marL="0">
                        <a:buNone/>
                      </a:pPr>
                      <a:r>
                        <a:rPr lang="en-US" sz="1200" dirty="0">
                          <a:solidFill>
                            <a:srgbClr val="000000"/>
                          </a:solidFill>
                        </a:rPr>
                        <a:t>Price/sqft</a:t>
                      </a:r>
                      <a:endParaRPr lang="en-US" sz="1200" dirty="0"/>
                    </a:p>
                  </a:txBody>
                  <a:tcPr marL="91440" marR="91440" marT="45720" marB="4572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indent="0" marL="0">
                        <a:buNone/>
                      </a:pPr>
                      <a:r>
                        <a:rPr lang="en-US" sz="1200" dirty="0">
                          <a:solidFill>
                            <a:srgbClr val="000000"/>
                          </a:solidFill>
                        </a:rPr>
                        <a:t>Amenities</a:t>
                      </a:r>
                      <a:endParaRPr lang="en-US" sz="1200" dirty="0"/>
                    </a:p>
                  </a:txBody>
                  <a:tcPr marL="91440" marR="91440" marT="45720" marB="4572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r>
              <a:tr h="457200">
                <a:tc>
                  <a:txBody>
                    <a:bodyPr/>
                    <a:lstStyle/>
                    <a:p>
                      <a:pPr indent="0" marL="0">
                        <a:buNone/>
                      </a:pPr>
                      <a:r>
                        <a:rPr lang="en-US" sz="1200" dirty="0">
                          <a:solidFill>
                            <a:srgbClr val="000000"/>
                          </a:solidFill>
                        </a:rPr>
                        <a:t>The Ritz</a:t>
                      </a:r>
                      <a:endParaRPr lang="en-US" sz="1200" dirty="0"/>
                    </a:p>
                  </a:txBody>
                  <a:tcPr marL="91440" marR="91440" marT="45720" marB="4572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indent="0" marL="0">
                        <a:buNone/>
                      </a:pPr>
                      <a:r>
                        <a:rPr lang="en-US" sz="1200" dirty="0">
                          <a:solidFill>
                            <a:srgbClr val="000000"/>
                          </a:solidFill>
                        </a:rPr>
                        <a:t>$1,800</a:t>
                      </a:r>
                      <a:endParaRPr lang="en-US" sz="1200" dirty="0"/>
                    </a:p>
                  </a:txBody>
                  <a:tcPr marL="91440" marR="91440" marT="45720" marB="4572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indent="0" marL="0">
                        <a:buNone/>
                      </a:pPr>
                      <a:r>
                        <a:rPr lang="en-US" sz="1200" dirty="0">
                          <a:solidFill>
                            <a:srgbClr val="000000"/>
                          </a:solidFill>
                        </a:rPr>
                        <a:t>Full</a:t>
                      </a:r>
                      <a:endParaRPr lang="en-US" sz="1200" dirty="0"/>
                    </a:p>
                  </a:txBody>
                  <a:tcPr marL="91440" marR="91440" marT="45720" marB="4572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r>
              <a:tr h="457200">
                <a:tc>
                  <a:txBody>
                    <a:bodyPr/>
                    <a:lstStyle/>
                    <a:p>
                      <a:pPr indent="0" marL="0">
                        <a:buNone/>
                      </a:pPr>
                      <a:r>
                        <a:rPr lang="en-US" sz="1200" dirty="0">
                          <a:solidFill>
                            <a:srgbClr val="000000"/>
                          </a:solidFill>
                        </a:rPr>
                        <a:t>Luxury Tower</a:t>
                      </a:r>
                      <a:endParaRPr lang="en-US" sz="1200" dirty="0"/>
                    </a:p>
                  </a:txBody>
                  <a:tcPr marL="91440" marR="91440" marT="45720" marB="4572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indent="0" marL="0">
                        <a:buNone/>
                      </a:pPr>
                      <a:r>
                        <a:rPr lang="en-US" sz="1200" dirty="0">
                          <a:solidFill>
                            <a:srgbClr val="000000"/>
                          </a:solidFill>
                        </a:rPr>
                        <a:t> $1,650</a:t>
                      </a:r>
                      <a:endParaRPr lang="en-US" sz="1200" dirty="0"/>
                    </a:p>
                  </a:txBody>
                  <a:tcPr marL="91440" marR="91440" marT="45720" marB="4572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indent="0" marL="0">
                        <a:buNone/>
                      </a:pPr>
                      <a:r>
                        <a:rPr lang="en-US" sz="1200" dirty="0">
                          <a:solidFill>
                            <a:srgbClr val="000000"/>
                          </a:solidFill>
                        </a:rPr>
                        <a:t>Partial</a:t>
                      </a:r>
                      <a:endParaRPr lang="en-US" sz="1200" dirty="0"/>
                    </a:p>
                  </a:txBody>
                  <a:tcPr marL="91440" marR="91440" marT="45720" marB="4572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r>
            </a:tbl>
          </a:graphicData>
        </a:graphic>
      </p:graphicFrame>
      <p:sp>
        <p:nvSpPr>
          <p:cNvPr id="4" name="Text 1"/>
          <p:cNvSpPr/>
          <p:nvPr/>
        </p:nvSpPr>
        <p:spPr>
          <a:xfrm>
            <a:off x="0" y="6515100"/>
            <a:ext cx="12192000" cy="0"/>
          </a:xfrm>
          <a:prstGeom prst="rect">
            <a:avLst/>
          </a:prstGeom>
          <a:noFill/>
          <a:ln/>
        </p:spPr>
        <p:txBody>
          <a:bodyPr wrap="square" rtlCol="0" anchor="ctr"/>
          <a:lstStyle/>
          <a:p>
            <a:pPr algn="ctr" indent="0" marL="0">
              <a:buNone/>
            </a:pPr>
            <a:r>
              <a:rPr lang="en-US" sz="1000" dirty="0">
                <a:solidFill>
                  <a:srgbClr val="888888"/>
                </a:solidFill>
                <a:latin typeface="Calibri" pitchFamily="34" charset="0"/>
                <a:ea typeface="Calibri" pitchFamily="34" charset="-122"/>
                <a:cs typeface="Calibri" pitchFamily="34" charset="-120"/>
              </a:rPr>
              <a:t>© 2025 AIRE Software - All rights reserved.</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274320"/>
            <a:ext cx="9144000" cy="0"/>
          </a:xfrm>
          <a:prstGeom prst="rect">
            <a:avLst/>
          </a:prstGeom>
          <a:noFill/>
          <a:ln/>
        </p:spPr>
        <p:txBody>
          <a:bodyPr wrap="square" rtlCol="0" anchor="ctr"/>
          <a:lstStyle/>
          <a:p>
            <a:pPr indent="0" marL="0">
              <a:buNone/>
            </a:pPr>
            <a:r>
              <a:rPr lang="en-US" sz="2400" b="1" dirty="0">
                <a:solidFill>
                  <a:srgbClr val="1E2761"/>
                </a:solidFill>
              </a:rPr>
              <a:t>DEVELOPMENT BRIEF</a:t>
            </a:r>
            <a:endParaRPr lang="en-US" sz="2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2743200" y="1371600"/>
          <a:ext cx="3657600" cy="914400"/>
        </p:xfrm>
        <a:graphic>
          <a:graphicData uri="http://schemas.openxmlformats.org/drawingml/2006/table">
            <a:tbl>
              <a:tblPr/>
              <a:tblGrid>
                <a:gridCol w="1828800"/>
                <a:gridCol w="1828800"/>
              </a:tblGrid>
              <a:tr h="548640">
                <a:tc>
                  <a:txBody>
                    <a:bodyPr/>
                    <a:lstStyle/>
                    <a:p>
                      <a:pPr indent="0" marL="0">
                        <a:buNone/>
                      </a:pPr>
                      <a:r>
                        <a:rPr lang="en-US" sz="1200" dirty="0">
                          <a:solidFill>
                            <a:srgbClr val="000000"/>
                          </a:solidFill>
                        </a:rPr>
                        <a:t>Spec</a:t>
                      </a:r>
                      <a:endParaRPr lang="en-US" sz="1200" dirty="0"/>
                    </a:p>
                  </a:txBody>
                  <a:tcPr marL="91440" marR="91440" marT="45720" marB="45720">
                    <a:lnL w="0" cap="flat" cmpd="sng" algn="ctr">
                      <a:noFill/>
                    </a:lnL>
                    <a:lnR w="0" cap="flat" cmpd="sng" algn="ctr">
                      <a:noFill/>
                    </a:lnR>
                    <a:lnT w="0" cap="flat" cmpd="sng" algn="ctr">
                      <a:noFill/>
                    </a:lnT>
                    <a:lnB w="0" cap="flat" cmpd="sng" algn="ctr">
                      <a:noFill/>
                    </a:lnB>
                  </a:tcPr>
                </a:tc>
                <a:tc>
                  <a:txBody>
                    <a:bodyPr/>
                    <a:lstStyle/>
                    <a:p>
                      <a:pPr indent="0" marL="0">
                        <a:buNone/>
                      </a:pPr>
                      <a:r>
                        <a:rPr lang="en-US" sz="1200" dirty="0">
                          <a:solidFill>
                            <a:srgbClr val="000000"/>
                          </a:solidFill>
                        </a:rPr>
                        <a:t>Recommendation</a:t>
                      </a:r>
                      <a:endParaRPr lang="en-US" sz="1200" dirty="0"/>
                    </a:p>
                  </a:txBody>
                  <a:tcPr marL="91440" marR="91440" marT="45720" marB="45720">
                    <a:lnL w="0" cap="flat" cmpd="sng" algn="ctr">
                      <a:noFill/>
                    </a:lnL>
                    <a:lnR w="0" cap="flat" cmpd="sng" algn="ctr">
                      <a:noFill/>
                    </a:lnR>
                    <a:lnT w="0" cap="flat" cmpd="sng" algn="ctr">
                      <a:noFill/>
                    </a:lnT>
                    <a:lnB w="0" cap="flat" cmpd="sng" algn="ctr">
                      <a:noFill/>
                    </a:lnB>
                  </a:tcPr>
                </a:tc>
              </a:tr>
              <a:tr h="548640">
                <a:tc>
                  <a:txBody>
                    <a:bodyPr/>
                    <a:lstStyle/>
                    <a:p>
                      <a:pPr indent="0" marL="0">
                        <a:buNone/>
                      </a:pPr>
                      <a:r>
                        <a:rPr lang="en-US" sz="1200" dirty="0">
                          <a:solidFill>
                            <a:srgbClr val="000000"/>
                          </a:solidFill>
                        </a:rPr>
                        <a:t>Units</a:t>
                      </a:r>
                      <a:endParaRPr lang="en-US" sz="1200" dirty="0"/>
                    </a:p>
                  </a:txBody>
                  <a:tcPr marL="91440" marR="91440" marT="45720" marB="45720">
                    <a:lnL w="0" cap="flat" cmpd="sng" algn="ctr">
                      <a:noFill/>
                    </a:lnL>
                    <a:lnR w="0" cap="flat" cmpd="sng" algn="ctr">
                      <a:noFill/>
                    </a:lnR>
                    <a:lnT w="0" cap="flat" cmpd="sng" algn="ctr">
                      <a:noFill/>
                    </a:lnT>
                    <a:lnB w="0" cap="flat" cmpd="sng" algn="ctr">
                      <a:noFill/>
                    </a:lnB>
                  </a:tcPr>
                </a:tc>
                <a:tc>
                  <a:txBody>
                    <a:bodyPr/>
                    <a:lstStyle/>
                    <a:p>
                      <a:pPr indent="0" marL="0">
                        <a:buNone/>
                      </a:pPr>
                      <a:r>
                        <a:rPr lang="en-US" sz="1200" dirty="0">
                          <a:solidFill>
                            <a:srgbClr val="000000"/>
                          </a:solidFill>
                        </a:rPr>
                        <a:t>240</a:t>
                      </a:r>
                      <a:endParaRPr lang="en-US" sz="1200" dirty="0"/>
                    </a:p>
                  </a:txBody>
                  <a:tcPr marL="91440" marR="91440" marT="45720" marB="45720">
                    <a:lnL w="0" cap="flat" cmpd="sng" algn="ctr">
                      <a:noFill/>
                    </a:lnL>
                    <a:lnR w="0" cap="flat" cmpd="sng" algn="ctr">
                      <a:noFill/>
                    </a:lnR>
                    <a:lnT w="0" cap="flat" cmpd="sng" algn="ctr">
                      <a:noFill/>
                    </a:lnT>
                    <a:lnB w="0" cap="flat" cmpd="sng" algn="ctr">
                      <a:noFill/>
                    </a:lnB>
                  </a:tcPr>
                </a:tc>
              </a:tr>
              <a:tr h="548640">
                <a:tc>
                  <a:txBody>
                    <a:bodyPr/>
                    <a:lstStyle/>
                    <a:p>
                      <a:pPr indent="0" marL="0">
                        <a:buNone/>
                      </a:pPr>
                      <a:r>
                        <a:rPr lang="en-US" sz="1200" dirty="0">
                          <a:solidFill>
                            <a:srgbClr val="000000"/>
                          </a:solidFill>
                        </a:rPr>
                        <a:t>Finishing</a:t>
                      </a:r>
                      <a:endParaRPr lang="en-US" sz="1200" dirty="0"/>
                    </a:p>
                  </a:txBody>
                  <a:tcPr marL="91440" marR="91440" marT="45720" marB="45720">
                    <a:lnL w="0" cap="flat" cmpd="sng" algn="ctr">
                      <a:noFill/>
                    </a:lnL>
                    <a:lnR w="0" cap="flat" cmpd="sng" algn="ctr">
                      <a:noFill/>
                    </a:lnR>
                    <a:lnT w="0" cap="flat" cmpd="sng" algn="ctr">
                      <a:noFill/>
                    </a:lnT>
                    <a:lnB w="0" cap="flat" cmpd="sng" algn="ctr">
                      <a:noFill/>
                    </a:lnB>
                  </a:tcPr>
                </a:tc>
                <a:tc>
                  <a:txBody>
                    <a:bodyPr/>
                    <a:lstStyle/>
                    <a:p>
                      <a:pPr indent="0" marL="0">
                        <a:buNone/>
                      </a:pPr>
                      <a:r>
                        <a:rPr lang="en-US" sz="1200" dirty="0">
                          <a:solidFill>
                            <a:srgbClr val="000000"/>
                          </a:solidFill>
                        </a:rPr>
                        <a:t>Ultra-Premium</a:t>
                      </a:r>
                      <a:endParaRPr lang="en-US" sz="1200" dirty="0"/>
                    </a:p>
                  </a:txBody>
                  <a:tcPr marL="91440" marR="91440" marT="45720" marB="45720">
                    <a:lnL w="0" cap="flat" cmpd="sng" algn="ctr">
                      <a:noFill/>
                    </a:lnL>
                    <a:lnR w="0" cap="flat" cmpd="sng" algn="ctr">
                      <a:noFill/>
                    </a:lnR>
                    <a:lnT w="0" cap="flat" cmpd="sng" algn="ctr">
                      <a:noFill/>
                    </a:lnT>
                    <a:lnB w="0" cap="flat" cmpd="sng" algn="ctr">
                      <a:noFill/>
                    </a:lnB>
                  </a:tcPr>
                </a:tc>
              </a:tr>
            </a:tbl>
          </a:graphicData>
        </a:graphic>
      </p:graphicFrame>
      <p:sp>
        <p:nvSpPr>
          <p:cNvPr id="4" name="Text 1"/>
          <p:cNvSpPr/>
          <p:nvPr/>
        </p:nvSpPr>
        <p:spPr>
          <a:xfrm>
            <a:off x="0" y="6515100"/>
            <a:ext cx="12192000" cy="0"/>
          </a:xfrm>
          <a:prstGeom prst="rect">
            <a:avLst/>
          </a:prstGeom>
          <a:noFill/>
          <a:ln/>
        </p:spPr>
        <p:txBody>
          <a:bodyPr wrap="square" rtlCol="0" anchor="ctr"/>
          <a:lstStyle/>
          <a:p>
            <a:pPr algn="ctr" indent="0" marL="0">
              <a:buNone/>
            </a:pPr>
            <a:r>
              <a:rPr lang="en-US" sz="1000" dirty="0">
                <a:solidFill>
                  <a:srgbClr val="888888"/>
                </a:solidFill>
                <a:latin typeface="Calibri" pitchFamily="34" charset="0"/>
                <a:ea typeface="Calibri" pitchFamily="34" charset="-122"/>
                <a:cs typeface="Calibri" pitchFamily="34" charset="-120"/>
              </a:rPr>
              <a:t>© 2025 AIRE Software - All rights reserved.</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1" name="Google Shape;161;p25"/>
          <p:cNvGrpSpPr/>
          <p:nvPr/>
        </p:nvGrpSpPr>
        <p:grpSpPr>
          <a:xfrm>
            <a:off x="2890080" y="3921840"/>
            <a:ext cx="12504600" cy="3299760"/>
            <a:chOff x="2890080" y="3921840"/>
            <a:chExt cx="12504600" cy="3299760"/>
          </a:xfrm>
        </p:grpSpPr>
        <p:sp>
          <p:nvSpPr>
            <p:cNvPr id="372" name="Google Shape;162;p25"/>
            <p:cNvSpPr/>
            <p:nvPr/>
          </p:nvSpPr>
          <p:spPr>
            <a:xfrm>
              <a:off x="2890080" y="4138920"/>
              <a:ext cx="12504600" cy="3082680"/>
            </a:xfrm>
            <a:custGeom>
              <a:avLst/>
              <a:gdLst>
                <a:gd name="textAreaLeft" fmla="*/ 0 w 12504600"/>
                <a:gd name="textAreaRight" fmla="*/ 12507840 w 12504600"/>
                <a:gd name="textAreaTop" fmla="*/ 0 h 3082680"/>
                <a:gd name="textAreaBottom" fmla="*/ 3085920 h 3082680"/>
              </a:gdLst>
              <a:ahLst/>
              <a:cxnLst/>
              <a:rect l="textAreaLeft" t="textAreaTop" r="textAreaRight" b="textAreaBottom"/>
              <a:pathLst>
                <a:path w="3294209" h="812800">
                  <a:moveTo>
                    <a:pt x="0" y="0"/>
                  </a:moveTo>
                  <a:lnTo>
                    <a:pt x="3294209" y="0"/>
                  </a:lnTo>
                  <a:lnTo>
                    <a:pt x="3294209" y="812800"/>
                  </a:lnTo>
                  <a:lnTo>
                    <a:pt x="0" y="812800"/>
                  </a:lnTo>
                  <a:close/>
                </a:path>
              </a:pathLst>
            </a:custGeom>
            <a:solidFill>
              <a:srgbClr val="E2A30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endParaRPr kumimoji="0" lang="en-US" sz="1400" b="0" i="0" u="none" strike="noStrike" kern="1200" cap="none" spc="0" normalizeH="0" baseline="0" noProof="0">
                <a:ln>
                  <a:noFill/>
                </a:ln>
                <a:solidFill>
                  <a:srgbClr val="000000"/>
                </a:solidFill>
                <a:effectLst/>
                <a:uLnTx/>
                <a:uFillTx/>
                <a:latin typeface="Arial"/>
                <a:ea typeface="+mn-ea"/>
                <a:cs typeface="+mn-cs"/>
              </a:endParaRPr>
            </a:p>
          </p:txBody>
        </p:sp>
        <p:sp>
          <p:nvSpPr>
            <p:cNvPr id="373" name="Google Shape;163;p25"/>
            <p:cNvSpPr/>
            <p:nvPr/>
          </p:nvSpPr>
          <p:spPr>
            <a:xfrm>
              <a:off x="2890080" y="3921840"/>
              <a:ext cx="3083040" cy="3299760"/>
            </a:xfrm>
            <a:prstGeom prst="rect">
              <a:avLst/>
            </a:prstGeom>
            <a:solidFill>
              <a:srgbClr val="E2A300"/>
            </a:solid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marL="0" marR="0" lvl="0" indent="0" algn="ctr" defTabSz="914400" rtl="0" eaLnBrk="1" fontAlgn="auto" latinLnBrk="0" hangingPunct="1">
                <a:lnSpc>
                  <a:spcPct val="155000"/>
                </a:lnSpc>
                <a:spcBef>
                  <a:spcPts val="0"/>
                </a:spcBef>
                <a:spcAft>
                  <a:spcPts val="0"/>
                </a:spcAft>
                <a:buClrTx/>
                <a:buSzTx/>
                <a:buFontTx/>
                <a:buNone/>
                <a:tabLst>
                  <a:tab pos="0" algn="l"/>
                </a:tabLst>
                <a:defRPr/>
              </a:pPr>
              <a:endParaRPr kumimoji="0" lang="en-US" sz="1400" b="0" i="0" u="none" strike="noStrike" kern="1200" cap="none" spc="0" normalizeH="0" baseline="0" noProof="0">
                <a:ln>
                  <a:noFill/>
                </a:ln>
                <a:solidFill>
                  <a:srgbClr val="000000"/>
                </a:solidFill>
                <a:effectLst/>
                <a:uLnTx/>
                <a:uFillTx/>
                <a:latin typeface="Arial"/>
                <a:ea typeface="+mn-ea"/>
                <a:cs typeface="+mn-cs"/>
              </a:endParaRPr>
            </a:p>
          </p:txBody>
        </p:sp>
      </p:grpSp>
      <p:pic>
        <p:nvPicPr>
          <p:cNvPr id="374" name="Google Shape;164;p25"/>
          <p:cNvPicPr/>
          <p:nvPr/>
        </p:nvPicPr>
        <p:blipFill>
          <a:blip r:embed="rId2"/>
          <a:stretch/>
        </p:blipFill>
        <p:spPr>
          <a:xfrm>
            <a:off x="0" y="0"/>
            <a:ext cx="18284760" cy="5140440"/>
          </a:xfrm>
          <a:prstGeom prst="rect">
            <a:avLst/>
          </a:prstGeom>
          <a:noFill/>
          <a:ln w="0">
            <a:noFill/>
          </a:ln>
        </p:spPr>
      </p:pic>
      <p:sp>
        <p:nvSpPr>
          <p:cNvPr id="375" name="Google Shape;165;p25"/>
          <p:cNvSpPr/>
          <p:nvPr/>
        </p:nvSpPr>
        <p:spPr>
          <a:xfrm>
            <a:off x="3428640" y="3600360"/>
            <a:ext cx="11427840" cy="3083040"/>
          </a:xfrm>
          <a:custGeom>
            <a:avLst/>
            <a:gdLst>
              <a:gd name="textAreaLeft" fmla="*/ 0 w 11427840"/>
              <a:gd name="textAreaRight" fmla="*/ 11431080 w 11427840"/>
              <a:gd name="textAreaTop" fmla="*/ 0 h 3083040"/>
              <a:gd name="textAreaBottom" fmla="*/ 3086280 h 3083040"/>
            </a:gdLst>
            <a:ahLst/>
            <a:cxnLst/>
            <a:rect l="textAreaLeft" t="textAreaTop" r="textAreaRight" b="textAreaBottom"/>
            <a:pathLst>
              <a:path w="3010620" h="812800">
                <a:moveTo>
                  <a:pt x="0" y="0"/>
                </a:moveTo>
                <a:lnTo>
                  <a:pt x="3010620" y="0"/>
                </a:lnTo>
                <a:lnTo>
                  <a:pt x="3010620" y="812800"/>
                </a:lnTo>
                <a:lnTo>
                  <a:pt x="0" y="812800"/>
                </a:lnTo>
                <a:close/>
              </a:path>
            </a:pathLst>
          </a:custGeom>
          <a:solidFill>
            <a:srgbClr val="234874"/>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endParaRPr kumimoji="0" lang="en-US" sz="1400" b="0" i="0" u="none" strike="noStrike" kern="1200" cap="none" spc="0" normalizeH="0" baseline="0" noProof="0">
              <a:ln>
                <a:noFill/>
              </a:ln>
              <a:solidFill>
                <a:srgbClr val="FFFFFF"/>
              </a:solidFill>
              <a:effectLst/>
              <a:uLnTx/>
              <a:uFillTx/>
              <a:latin typeface="Arial"/>
              <a:ea typeface="+mn-ea"/>
              <a:cs typeface="+mn-cs"/>
            </a:endParaRPr>
          </a:p>
        </p:txBody>
      </p:sp>
      <p:sp>
        <p:nvSpPr>
          <p:cNvPr id="376" name="Google Shape;166;p25"/>
          <p:cNvSpPr/>
          <p:nvPr/>
        </p:nvSpPr>
        <p:spPr>
          <a:xfrm>
            <a:off x="3428640" y="3819240"/>
            <a:ext cx="11427840" cy="2913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0" marR="0" lvl="0" indent="0" algn="ctr" defTabSz="914400" rtl="0" eaLnBrk="1" fontAlgn="auto" latinLnBrk="0" hangingPunct="1">
              <a:lnSpc>
                <a:spcPct val="131000"/>
              </a:lnSpc>
              <a:spcBef>
                <a:spcPts val="0"/>
              </a:spcBef>
              <a:spcAft>
                <a:spcPts val="0"/>
              </a:spcAft>
              <a:buClrTx/>
              <a:buSzTx/>
              <a:buFontTx/>
              <a:buNone/>
              <a:tabLst>
                <a:tab pos="0" algn="l"/>
              </a:tabLst>
              <a:defRPr/>
            </a:pPr>
            <a:r>
              <a:rPr kumimoji="0" lang="en-US" sz="8000" b="0" i="0" u="none" strike="noStrike" kern="1200" cap="none" spc="0" normalizeH="0" baseline="0" noProof="0">
                <a:ln>
                  <a:noFill/>
                </a:ln>
                <a:solidFill>
                  <a:srgbClr val="FFFFFF"/>
                </a:solidFill>
                <a:effectLst/>
                <a:uLnTx/>
                <a:uFillTx/>
                <a:latin typeface="Century Schoolbook"/>
                <a:ea typeface="Century Schoolbook"/>
                <a:cs typeface="+mn-cs"/>
              </a:rPr>
              <a:t>4. FINANCIAL &amp; </a:t>
            </a:r>
            <a:r>
              <a:rPr kumimoji="0" lang="en-US" sz="6600" b="0" i="0" u="none" strike="noStrike" kern="1200" cap="none" spc="0" normalizeH="0" baseline="0" noProof="0">
                <a:ln>
                  <a:noFill/>
                </a:ln>
                <a:solidFill>
                  <a:srgbClr val="FFFFFF"/>
                </a:solidFill>
                <a:effectLst/>
                <a:uLnTx/>
                <a:uFillTx/>
                <a:latin typeface="Century Schoolbook"/>
                <a:ea typeface="Century Schoolbook"/>
                <a:cs typeface="+mn-cs"/>
              </a:rPr>
              <a:t>INVESTMENT ANALYSIS</a:t>
            </a:r>
            <a:endParaRPr kumimoji="0" lang="en-US" sz="6600" b="0" i="0" u="none" strike="noStrike" kern="1200" cap="none" spc="0" normalizeH="0" baseline="0" noProof="0">
              <a:ln>
                <a:noFill/>
              </a:ln>
              <a:solidFill>
                <a:srgbClr val="000000"/>
              </a:solidFill>
              <a:effectLst/>
              <a:uLnTx/>
              <a:uFillTx/>
              <a:latin typeface="Arial"/>
              <a:ea typeface="+mn-ea"/>
              <a:cs typeface="+mn-cs"/>
            </a:endParaRPr>
          </a:p>
        </p:txBody>
      </p:sp>
      <p:sp>
        <p:nvSpPr>
          <p:cNvPr id="377" name="PlaceHolder 1"/>
          <p:cNvSpPr>
            <a:spLocks noGrp="1"/>
          </p:cNvSpPr>
          <p:nvPr>
            <p:ph type="sldNum" idx="98"/>
          </p:nvPr>
        </p:nvSpPr>
        <p:spPr>
          <a:prstGeom prst="rect">
            <a:avLst/>
          </a:prstGeom>
          <a:noFill/>
          <a:ln w="0">
            <a:noFill/>
          </a:ln>
        </p:spPr>
        <p:txBody>
          <a:bodyPr lIns="91440" tIns="45720" rIns="91440" bIns="45720" anchor="ctr">
            <a:noAutofit/>
          </a:bodyPr>
          <a:lstStyle>
            <a:lvl1pPr indent="0">
              <a:lnSpc>
                <a:spcPct val="100000"/>
              </a:lnSpc>
              <a:buNone/>
              <a:tabLst>
                <a:tab pos="0" algn="l"/>
              </a:tabLst>
              <a:defRPr lang="en-US" sz="1200" b="0" u="none" strike="noStrike">
                <a:solidFill>
                  <a:schemeClr val="dk1"/>
                </a:solidFill>
                <a:uFillTx/>
                <a:latin typeface="Alata"/>
                <a:ea typeface="Alata"/>
              </a:defRPr>
            </a:lvl1p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fld id="{920E8BB9-0892-4ADF-892B-D78014C0A33A}" type="slidenum">
              <a:rPr kumimoji="0" lang="en-US" sz="1200" b="0" i="0" u="none" strike="noStrike" kern="1200" cap="none" spc="0" normalizeH="0" baseline="0" noProof="0">
                <a:ln>
                  <a:noFill/>
                </a:ln>
                <a:solidFill>
                  <a:srgbClr val="000000"/>
                </a:solidFill>
                <a:effectLst/>
                <a:uLnTx/>
                <a:uFillTx/>
                <a:latin typeface="Alata"/>
                <a:ea typeface="Alata"/>
                <a:cs typeface="+mn-cs"/>
              </a:rPr>
              <a:pPr marL="0" marR="0" lvl="0" indent="0" algn="l" defTabSz="914400" rtl="0" eaLnBrk="1" fontAlgn="auto" latinLnBrk="0" hangingPunct="1">
                <a:lnSpc>
                  <a:spcPct val="100000"/>
                </a:lnSpc>
                <a:spcBef>
                  <a:spcPts val="0"/>
                </a:spcBef>
                <a:spcAft>
                  <a:spcPts val="0"/>
                </a:spcAft>
                <a:buClrTx/>
                <a:buSzTx/>
                <a:buFontTx/>
                <a:buNone/>
                <a:tabLst>
                  <a:tab pos="0" algn="l"/>
                </a:tabLst>
                <a:defRPr/>
              </a:pPr>
              <a:t>1</a:t>
            </a:fld>
            <a:r>
              <a:rPr kumimoji="0" lang="en-US" sz="1200" b="0" i="0" u="none" strike="noStrike" kern="1200" cap="none" spc="0" normalizeH="0" baseline="0" noProof="0">
                <a:ln>
                  <a:noFill/>
                </a:ln>
                <a:solidFill>
                  <a:srgbClr val="000000"/>
                </a:solidFill>
                <a:effectLst/>
                <a:uLnTx/>
                <a:uFillTx/>
                <a:latin typeface="Alata"/>
                <a:ea typeface="Alata"/>
                <a:cs typeface="+mn-cs"/>
              </a:rPr>
              <a:t> | © 2025 AIRE Software - All rights reserved.</a:t>
            </a:r>
            <a:endParaRPr kumimoji="0" lang="en-US" sz="1200" b="0" i="0" u="none" strike="noStrike" kern="1200" cap="none" spc="0" normalizeH="0" baseline="0" noProof="0">
              <a:ln>
                <a:noFill/>
              </a:ln>
              <a:solidFill>
                <a:srgbClr val="000000"/>
              </a:solidFill>
              <a:effectLst/>
              <a:uLnTx/>
              <a:uFillTx/>
              <a:latin typeface="Times New Roman"/>
              <a:cs typeface="+mn-cs"/>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 name="Google Shape;174;p26"/>
          <p:cNvSpPr/>
          <p:nvPr/>
        </p:nvSpPr>
        <p:spPr>
          <a:xfrm>
            <a:off x="0" y="0"/>
            <a:ext cx="18287640" cy="1198800"/>
          </a:xfrm>
          <a:custGeom>
            <a:avLst/>
            <a:gdLst>
              <a:gd name="textAreaLeft" fmla="*/ 0 w 18287640"/>
              <a:gd name="textAreaRight" fmla="*/ 18290880 w 18287640"/>
              <a:gd name="textAreaTop" fmla="*/ 0 h 1198800"/>
              <a:gd name="textAreaBottom" fmla="*/ 1202040 h 1198800"/>
            </a:gdLst>
            <a:ahLst/>
            <a:cxnLst/>
            <a:rect l="textAreaLeft" t="textAreaTop" r="textAreaRight" b="textAreaBottom"/>
            <a:pathLst>
              <a:path w="4816592" h="316518">
                <a:moveTo>
                  <a:pt x="0" y="0"/>
                </a:moveTo>
                <a:lnTo>
                  <a:pt x="4816592" y="0"/>
                </a:lnTo>
                <a:lnTo>
                  <a:pt x="4816592" y="316518"/>
                </a:lnTo>
                <a:lnTo>
                  <a:pt x="0" y="316518"/>
                </a:lnTo>
                <a:close/>
              </a:path>
            </a:pathLst>
          </a:custGeom>
          <a:solidFill>
            <a:srgbClr val="234874"/>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endParaRPr kumimoji="0" lang="en-US" sz="1400" b="0" i="0" u="none" strike="noStrike" kern="1200" cap="none" spc="0" normalizeH="0" baseline="0" noProof="0">
              <a:ln>
                <a:noFill/>
              </a:ln>
              <a:solidFill>
                <a:srgbClr val="FFFFFF"/>
              </a:solidFill>
              <a:effectLst/>
              <a:uLnTx/>
              <a:uFillTx/>
              <a:latin typeface="Arial"/>
              <a:ea typeface="+mn-ea"/>
              <a:cs typeface="+mn-cs"/>
            </a:endParaRPr>
          </a:p>
        </p:txBody>
      </p:sp>
      <p:sp>
        <p:nvSpPr>
          <p:cNvPr id="379" name="Google Shape;175;p26"/>
          <p:cNvSpPr/>
          <p:nvPr/>
        </p:nvSpPr>
        <p:spPr>
          <a:xfrm>
            <a:off x="475200" y="669960"/>
            <a:ext cx="8780040" cy="426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0" marR="0" lvl="0" indent="0" algn="l" defTabSz="914400" rtl="0" eaLnBrk="1" fontAlgn="auto" latinLnBrk="0" hangingPunct="1">
              <a:lnSpc>
                <a:spcPct val="140000"/>
              </a:lnSpc>
              <a:spcBef>
                <a:spcPts val="0"/>
              </a:spcBef>
              <a:spcAft>
                <a:spcPts val="0"/>
              </a:spcAft>
              <a:buClrTx/>
              <a:buSzTx/>
              <a:buFontTx/>
              <a:buNone/>
              <a:tabLst>
                <a:tab pos="0" algn="l"/>
              </a:tabLst>
              <a:defRPr/>
            </a:pPr>
            <a:r>
              <a:rPr kumimoji="0" lang="en-US" sz="2000" b="0" i="0" u="none" strike="noStrike" kern="1200" cap="none" spc="0" normalizeH="0" baseline="0" noProof="0">
                <a:ln>
                  <a:noFill/>
                </a:ln>
                <a:solidFill>
                  <a:srgbClr val="FFFFFF"/>
                </a:solidFill>
                <a:effectLst/>
                <a:uLnTx/>
                <a:uFillTx/>
                <a:latin typeface="Century Schoolbook"/>
                <a:ea typeface="Century Schoolbook"/>
                <a:cs typeface="+mn-cs"/>
              </a:rPr>
              <a:t>ASSUMPTIONS</a:t>
            </a:r>
            <a:endParaRPr kumimoji="0" lang="en-US" sz="2000" b="0" i="0" u="none" strike="noStrike" kern="1200" cap="none" spc="0" normalizeH="0" baseline="0" noProof="0">
              <a:ln>
                <a:noFill/>
              </a:ln>
              <a:solidFill>
                <a:srgbClr val="000000"/>
              </a:solidFill>
              <a:effectLst/>
              <a:uLnTx/>
              <a:uFillTx/>
              <a:latin typeface="Arial"/>
              <a:ea typeface="+mn-ea"/>
              <a:cs typeface="+mn-cs"/>
            </a:endParaRPr>
          </a:p>
        </p:txBody>
      </p:sp>
      <p:sp>
        <p:nvSpPr>
          <p:cNvPr id="380" name="Google Shape;176;p26"/>
          <p:cNvSpPr/>
          <p:nvPr/>
        </p:nvSpPr>
        <p:spPr>
          <a:xfrm>
            <a:off x="475200" y="347400"/>
            <a:ext cx="539496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0" marR="0" lvl="0" indent="0" algn="l" defTabSz="914400" rtl="0" eaLnBrk="1" fontAlgn="auto" latinLnBrk="0" hangingPunct="1">
              <a:lnSpc>
                <a:spcPct val="140000"/>
              </a:lnSpc>
              <a:spcBef>
                <a:spcPts val="0"/>
              </a:spcBef>
              <a:spcAft>
                <a:spcPts val="0"/>
              </a:spcAft>
              <a:buClrTx/>
              <a:buSzTx/>
              <a:buFontTx/>
              <a:buNone/>
              <a:tabLst>
                <a:tab pos="0" algn="l"/>
              </a:tabLst>
              <a:defRPr/>
            </a:pPr>
            <a:r>
              <a:rPr kumimoji="0" lang="en-US" sz="1500" b="0" i="0" u="none" strike="noStrike" kern="1200" cap="none" spc="0" normalizeH="0" baseline="0" noProof="0">
                <a:ln>
                  <a:noFill/>
                </a:ln>
                <a:solidFill>
                  <a:srgbClr val="FFFFFF"/>
                </a:solidFill>
                <a:effectLst/>
                <a:uLnTx/>
                <a:uFillTx/>
                <a:latin typeface="Century Schoolbook"/>
                <a:ea typeface="Century Schoolbook"/>
                <a:cs typeface="+mn-cs"/>
              </a:rPr>
              <a:t>FINANCIAL AND INVESTMENT ANALYSIS</a:t>
            </a:r>
            <a:endParaRPr kumimoji="0" lang="en-US" sz="1500" b="0" i="0" u="none" strike="noStrike" kern="1200" cap="none" spc="0" normalizeH="0" baseline="0" noProof="0">
              <a:ln>
                <a:noFill/>
              </a:ln>
              <a:solidFill>
                <a:srgbClr val="000000"/>
              </a:solidFill>
              <a:effectLst/>
              <a:uLnTx/>
              <a:uFillTx/>
              <a:latin typeface="Arial"/>
              <a:ea typeface="+mn-ea"/>
              <a:cs typeface="+mn-cs"/>
            </a:endParaRPr>
          </a:p>
        </p:txBody>
      </p:sp>
      <p:graphicFrame>
        <p:nvGraphicFramePr>
          <p:cNvPr id="381" name="Google Shape;177;p26"/>
          <p:cNvGraphicFramePr/>
          <p:nvPr>
            <p:extLst>
              <p:ext uri="{D42A27DB-BD31-4B8C-83A1-F6EECF244321}">
                <p14:modId xmlns:p14="http://schemas.microsoft.com/office/powerpoint/2010/main" val="1589561866"/>
              </p:ext>
            </p:extLst>
          </p:nvPr>
        </p:nvGraphicFramePr>
        <p:xfrm>
          <a:off x="503280" y="2167936"/>
          <a:ext cx="7918560" cy="1775880"/>
        </p:xfrm>
        <a:graphic>
          <a:graphicData uri="http://schemas.openxmlformats.org/drawingml/2006/table">
            <a:tbl>
              <a:tblPr/>
              <a:tblGrid>
                <a:gridCol w="2049840">
                  <a:extLst>
                    <a:ext uri="{9D8B030D-6E8A-4147-A177-3AD203B41FA5}">
                      <a16:colId xmlns:a16="http://schemas.microsoft.com/office/drawing/2014/main" val="20000"/>
                    </a:ext>
                  </a:extLst>
                </a:gridCol>
                <a:gridCol w="978120">
                  <a:extLst>
                    <a:ext uri="{9D8B030D-6E8A-4147-A177-3AD203B41FA5}">
                      <a16:colId xmlns:a16="http://schemas.microsoft.com/office/drawing/2014/main" val="20001"/>
                    </a:ext>
                  </a:extLst>
                </a:gridCol>
                <a:gridCol w="978120">
                  <a:extLst>
                    <a:ext uri="{9D8B030D-6E8A-4147-A177-3AD203B41FA5}">
                      <a16:colId xmlns:a16="http://schemas.microsoft.com/office/drawing/2014/main" val="20002"/>
                    </a:ext>
                  </a:extLst>
                </a:gridCol>
                <a:gridCol w="978120">
                  <a:extLst>
                    <a:ext uri="{9D8B030D-6E8A-4147-A177-3AD203B41FA5}">
                      <a16:colId xmlns:a16="http://schemas.microsoft.com/office/drawing/2014/main" val="20003"/>
                    </a:ext>
                  </a:extLst>
                </a:gridCol>
                <a:gridCol w="978120">
                  <a:extLst>
                    <a:ext uri="{9D8B030D-6E8A-4147-A177-3AD203B41FA5}">
                      <a16:colId xmlns:a16="http://schemas.microsoft.com/office/drawing/2014/main" val="20004"/>
                    </a:ext>
                  </a:extLst>
                </a:gridCol>
                <a:gridCol w="978120">
                  <a:extLst>
                    <a:ext uri="{9D8B030D-6E8A-4147-A177-3AD203B41FA5}">
                      <a16:colId xmlns:a16="http://schemas.microsoft.com/office/drawing/2014/main" val="20005"/>
                    </a:ext>
                  </a:extLst>
                </a:gridCol>
                <a:gridCol w="978120">
                  <a:extLst>
                    <a:ext uri="{9D8B030D-6E8A-4147-A177-3AD203B41FA5}">
                      <a16:colId xmlns:a16="http://schemas.microsoft.com/office/drawing/2014/main" val="20006"/>
                    </a:ext>
                  </a:extLst>
                </a:gridCol>
              </a:tblGrid>
              <a:tr h="219960">
                <a:tc gridSpan="7">
                  <a:txBody>
                    <a:bodyPr/>
                    <a:lstStyle/>
                    <a:p>
                      <a:pPr>
                        <a:lnSpc>
                          <a:spcPct val="100000"/>
                        </a:lnSpc>
                        <a:tabLst>
                          <a:tab pos="0" algn="l"/>
                        </a:tabLst>
                      </a:pPr>
                      <a:endParaRPr lang="en-US" sz="1000" b="0" u="none" strike="noStrike" dirty="0">
                        <a:solidFill>
                          <a:srgbClr val="000000"/>
                        </a:solidFill>
                        <a:uFillTx/>
                        <a:latin typeface="Arial"/>
                      </a:endParaRPr>
                    </a:p>
                  </a:txBody>
                  <a:tcPr marL="45720"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hMerge="1">
                  <a:txBody>
                    <a:bodyPr/>
                    <a:lstStyle/>
                    <a:p>
                      <a:pPr>
                        <a:lnSpc>
                          <a:spcPct val="100000"/>
                        </a:lnSpc>
                        <a:tabLst>
                          <a:tab pos="0" algn="l"/>
                        </a:tabLst>
                      </a:pPr>
                      <a:endParaRPr lang="en-US" sz="1000" b="0" u="none" strike="noStrike" dirty="0">
                        <a:solidFill>
                          <a:srgbClr val="000000"/>
                        </a:solidFill>
                        <a:uFillTx/>
                        <a:latin typeface="Arial"/>
                      </a:endParaRPr>
                    </a:p>
                  </a:txBody>
                  <a:tcPr marL="45720" anchor="ctr">
                    <a:lnL w="9360" cap="flat" cmpd="sng" algn="ctr">
                      <a:solidFill>
                        <a:srgbClr val="000000"/>
                      </a:solidFill>
                      <a:prstDash val="solid"/>
                      <a:round/>
                      <a:headEnd type="none" w="med" len="med"/>
                      <a:tailEnd type="none" w="med" len="med"/>
                    </a:lnL>
                    <a:lnR w="9360">
                      <a:solidFill>
                        <a:srgbClr val="000000"/>
                      </a:solidFill>
                      <a:prstDash val="solid"/>
                    </a:lnR>
                    <a:lnT w="9360" cap="flat" cmpd="sng" algn="ctr">
                      <a:solidFill>
                        <a:srgbClr val="000000"/>
                      </a:solidFill>
                      <a:prstDash val="solid"/>
                      <a:round/>
                      <a:headEnd type="none" w="med" len="med"/>
                      <a:tailEnd type="none" w="med" len="med"/>
                    </a:lnT>
                    <a:lnB w="9360" cap="flat" cmpd="sng" algn="ctr">
                      <a:solidFill>
                        <a:srgbClr val="000000"/>
                      </a:solidFill>
                      <a:prstDash val="solid"/>
                      <a:round/>
                      <a:headEnd type="none" w="med" len="med"/>
                      <a:tailEnd type="none" w="med" len="med"/>
                    </a:lnB>
                    <a:noFill/>
                  </a:tcPr>
                </a:tc>
                <a:tc hMerge="1">
                  <a:txBody>
                    <a:bodyPr/>
                    <a:lstStyle/>
                    <a:p>
                      <a:pPr>
                        <a:lnSpc>
                          <a:spcPct val="100000"/>
                        </a:lnSpc>
                        <a:tabLst>
                          <a:tab pos="0" algn="l"/>
                        </a:tabLst>
                      </a:pPr>
                      <a:endParaRPr lang="en-US" sz="1000" b="0" u="none" strike="noStrike" dirty="0">
                        <a:solidFill>
                          <a:srgbClr val="000000"/>
                        </a:solidFill>
                        <a:uFillTx/>
                        <a:latin typeface="Arial"/>
                      </a:endParaRPr>
                    </a:p>
                  </a:txBody>
                  <a:tcPr marL="45720" anchor="ctr">
                    <a:lnL w="9360" cap="flat" cmpd="sng" algn="ctr">
                      <a:solidFill>
                        <a:srgbClr val="000000"/>
                      </a:solidFill>
                      <a:prstDash val="solid"/>
                      <a:round/>
                      <a:headEnd type="none" w="med" len="med"/>
                      <a:tailEnd type="none" w="med" len="med"/>
                    </a:lnL>
                    <a:lnR w="9360">
                      <a:solidFill>
                        <a:srgbClr val="000000"/>
                      </a:solidFill>
                      <a:prstDash val="solid"/>
                    </a:lnR>
                    <a:lnT w="9360" cap="flat" cmpd="sng" algn="ctr">
                      <a:solidFill>
                        <a:srgbClr val="000000"/>
                      </a:solidFill>
                      <a:prstDash val="solid"/>
                      <a:round/>
                      <a:headEnd type="none" w="med" len="med"/>
                      <a:tailEnd type="none" w="med" len="med"/>
                    </a:lnT>
                    <a:lnB w="9360" cap="flat" cmpd="sng" algn="ctr">
                      <a:solidFill>
                        <a:srgbClr val="000000"/>
                      </a:solidFill>
                      <a:prstDash val="solid"/>
                      <a:round/>
                      <a:headEnd type="none" w="med" len="med"/>
                      <a:tailEnd type="none" w="med" len="med"/>
                    </a:lnB>
                    <a:noFill/>
                  </a:tcPr>
                </a:tc>
                <a:tc hMerge="1">
                  <a:txBody>
                    <a:bodyPr/>
                    <a:lstStyle/>
                    <a:p>
                      <a:pPr>
                        <a:lnSpc>
                          <a:spcPct val="100000"/>
                        </a:lnSpc>
                        <a:tabLst>
                          <a:tab pos="0" algn="l"/>
                        </a:tabLst>
                      </a:pPr>
                      <a:endParaRPr lang="en-US" sz="1000" b="0" u="none" strike="noStrike" dirty="0">
                        <a:solidFill>
                          <a:srgbClr val="000000"/>
                        </a:solidFill>
                        <a:uFillTx/>
                        <a:latin typeface="Arial"/>
                      </a:endParaRPr>
                    </a:p>
                  </a:txBody>
                  <a:tcPr marL="45720" anchor="ctr">
                    <a:lnL w="9360" cap="flat" cmpd="sng" algn="ctr">
                      <a:solidFill>
                        <a:srgbClr val="000000"/>
                      </a:solidFill>
                      <a:prstDash val="solid"/>
                      <a:round/>
                      <a:headEnd type="none" w="med" len="med"/>
                      <a:tailEnd type="none" w="med" len="med"/>
                    </a:lnL>
                    <a:lnR w="9360">
                      <a:solidFill>
                        <a:srgbClr val="000000"/>
                      </a:solidFill>
                      <a:prstDash val="solid"/>
                    </a:lnR>
                    <a:lnT w="9360" cap="flat" cmpd="sng" algn="ctr">
                      <a:solidFill>
                        <a:srgbClr val="000000"/>
                      </a:solidFill>
                      <a:prstDash val="solid"/>
                      <a:round/>
                      <a:headEnd type="none" w="med" len="med"/>
                      <a:tailEnd type="none" w="med" len="med"/>
                    </a:lnT>
                    <a:lnB w="9360" cap="flat" cmpd="sng" algn="ctr">
                      <a:solidFill>
                        <a:srgbClr val="000000"/>
                      </a:solidFill>
                      <a:prstDash val="solid"/>
                      <a:round/>
                      <a:headEnd type="none" w="med" len="med"/>
                      <a:tailEnd type="none" w="med" len="med"/>
                    </a:lnB>
                    <a:noFill/>
                  </a:tcPr>
                </a:tc>
                <a:tc hMerge="1">
                  <a:txBody>
                    <a:bodyPr/>
                    <a:lstStyle/>
                    <a:p>
                      <a:pPr>
                        <a:lnSpc>
                          <a:spcPct val="100000"/>
                        </a:lnSpc>
                        <a:tabLst>
                          <a:tab pos="0" algn="l"/>
                        </a:tabLst>
                      </a:pPr>
                      <a:endParaRPr lang="en-US" sz="1000" b="0" u="none" strike="noStrike" dirty="0">
                        <a:solidFill>
                          <a:srgbClr val="000000"/>
                        </a:solidFill>
                        <a:uFillTx/>
                        <a:latin typeface="Arial"/>
                      </a:endParaRPr>
                    </a:p>
                  </a:txBody>
                  <a:tcPr marL="45720" anchor="ctr">
                    <a:lnL w="9360" cap="flat" cmpd="sng" algn="ctr">
                      <a:solidFill>
                        <a:srgbClr val="000000"/>
                      </a:solidFill>
                      <a:prstDash val="solid"/>
                      <a:round/>
                      <a:headEnd type="none" w="med" len="med"/>
                      <a:tailEnd type="none" w="med" len="med"/>
                    </a:lnL>
                    <a:lnR w="9360">
                      <a:solidFill>
                        <a:srgbClr val="000000"/>
                      </a:solidFill>
                      <a:prstDash val="solid"/>
                    </a:lnR>
                    <a:lnT w="9360" cap="flat" cmpd="sng" algn="ctr">
                      <a:solidFill>
                        <a:srgbClr val="000000"/>
                      </a:solidFill>
                      <a:prstDash val="solid"/>
                      <a:round/>
                      <a:headEnd type="none" w="med" len="med"/>
                      <a:tailEnd type="none" w="med" len="med"/>
                    </a:lnT>
                    <a:lnB w="9360" cap="flat" cmpd="sng" algn="ctr">
                      <a:solidFill>
                        <a:srgbClr val="000000"/>
                      </a:solidFill>
                      <a:prstDash val="solid"/>
                      <a:round/>
                      <a:headEnd type="none" w="med" len="med"/>
                      <a:tailEnd type="none" w="med" len="med"/>
                    </a:lnB>
                    <a:noFill/>
                  </a:tcPr>
                </a:tc>
                <a:tc hMerge="1">
                  <a:txBody>
                    <a:bodyPr/>
                    <a:lstStyle/>
                    <a:p>
                      <a:pPr>
                        <a:lnSpc>
                          <a:spcPct val="100000"/>
                        </a:lnSpc>
                        <a:tabLst>
                          <a:tab pos="0" algn="l"/>
                        </a:tabLst>
                      </a:pPr>
                      <a:endParaRPr lang="en-US" sz="1000" b="0" u="none" strike="noStrike" dirty="0">
                        <a:solidFill>
                          <a:srgbClr val="000000"/>
                        </a:solidFill>
                        <a:uFillTx/>
                        <a:latin typeface="Arial"/>
                      </a:endParaRPr>
                    </a:p>
                  </a:txBody>
                  <a:tcPr marL="45720" anchor="ctr">
                    <a:lnL w="9360" cap="flat" cmpd="sng" algn="ctr">
                      <a:solidFill>
                        <a:srgbClr val="000000"/>
                      </a:solidFill>
                      <a:prstDash val="solid"/>
                      <a:round/>
                      <a:headEnd type="none" w="med" len="med"/>
                      <a:tailEnd type="none" w="med" len="med"/>
                    </a:lnL>
                    <a:lnR w="9360">
                      <a:solidFill>
                        <a:srgbClr val="000000"/>
                      </a:solidFill>
                      <a:prstDash val="solid"/>
                    </a:lnR>
                    <a:lnT w="9360" cap="flat" cmpd="sng" algn="ctr">
                      <a:solidFill>
                        <a:srgbClr val="000000"/>
                      </a:solidFill>
                      <a:prstDash val="solid"/>
                      <a:round/>
                      <a:headEnd type="none" w="med" len="med"/>
                      <a:tailEnd type="none" w="med" len="med"/>
                    </a:lnT>
                    <a:lnB w="9360" cap="flat" cmpd="sng" algn="ctr">
                      <a:solidFill>
                        <a:srgbClr val="000000"/>
                      </a:solidFill>
                      <a:prstDash val="solid"/>
                      <a:round/>
                      <a:headEnd type="none" w="med" len="med"/>
                      <a:tailEnd type="none" w="med" len="med"/>
                    </a:lnB>
                    <a:noFill/>
                  </a:tcPr>
                </a:tc>
                <a:tc hMerge="1">
                  <a:txBody>
                    <a:bodyPr/>
                    <a:lstStyle/>
                    <a:p>
                      <a:pPr>
                        <a:lnSpc>
                          <a:spcPct val="100000"/>
                        </a:lnSpc>
                        <a:tabLst>
                          <a:tab pos="0" algn="l"/>
                        </a:tabLst>
                      </a:pPr>
                      <a:endParaRPr lang="en-US" sz="1000" b="0" u="none" strike="noStrike" dirty="0">
                        <a:solidFill>
                          <a:srgbClr val="000000"/>
                        </a:solidFill>
                        <a:uFillTx/>
                        <a:latin typeface="Arial"/>
                      </a:endParaRPr>
                    </a:p>
                  </a:txBody>
                  <a:tcPr marL="45720" anchor="ctr">
                    <a:lnL w="9360" cap="flat" cmpd="sng" algn="ctr">
                      <a:solidFill>
                        <a:srgbClr val="000000"/>
                      </a:solidFill>
                      <a:prstDash val="solid"/>
                      <a:round/>
                      <a:headEnd type="none" w="med" len="med"/>
                      <a:tailEnd type="none" w="med" len="med"/>
                    </a:lnL>
                    <a:lnR w="9360">
                      <a:solidFill>
                        <a:srgbClr val="000000"/>
                      </a:solidFill>
                      <a:prstDash val="solid"/>
                    </a:lnR>
                    <a:lnT w="9360" cap="flat" cmpd="sng" algn="ctr">
                      <a:solidFill>
                        <a:srgbClr val="000000"/>
                      </a:solidFill>
                      <a:prstDash val="solid"/>
                      <a:round/>
                      <a:headEnd type="none" w="med" len="med"/>
                      <a:tailEnd type="none" w="med" len="med"/>
                    </a:lnT>
                    <a:lnB w="936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0"/>
                  </a:ext>
                </a:extLst>
              </a:tr>
              <a:tr h="348120">
                <a:tc>
                  <a:txBody>
                    <a:bodyPr/>
                    <a:lstStyle/>
                    <a:p>
                      <a:pPr>
                        <a:lnSpc>
                          <a:spcPct val="100000"/>
                        </a:lnSpc>
                        <a:tabLst>
                          <a:tab pos="0" algn="l"/>
                        </a:tabLst>
                      </a:pPr>
                      <a:endParaRPr lang="en-US" sz="1000" b="0" u="none" strike="noStrike" dirty="0">
                        <a:solidFill>
                          <a:srgbClr val="000000"/>
                        </a:solidFill>
                        <a:uFillTx/>
                        <a:latin typeface="Arial"/>
                      </a:endParaRPr>
                    </a:p>
                  </a:txBody>
                  <a:tcPr marL="45720"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E2A300"/>
                    </a:solidFill>
                  </a:tcPr>
                </a:tc>
                <a:tc>
                  <a:txBody>
                    <a:bodyPr/>
                    <a:lstStyle/>
                    <a:p>
                      <a:pPr algn="ctr">
                        <a:lnSpc>
                          <a:spcPct val="100000"/>
                        </a:lnSpc>
                        <a:tabLst>
                          <a:tab pos="0" algn="l"/>
                        </a:tabLst>
                      </a:pPr>
                      <a:endParaRPr lang="en-US" sz="1000" b="0" u="none" strike="noStrike" dirty="0">
                        <a:solidFill>
                          <a:schemeClr val="bg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E2A300"/>
                    </a:solidFill>
                  </a:tcPr>
                </a:tc>
                <a:tc>
                  <a:txBody>
                    <a:bodyPr/>
                    <a:lstStyle/>
                    <a:p>
                      <a:pPr algn="ctr">
                        <a:lnSpc>
                          <a:spcPct val="100000"/>
                        </a:lnSpc>
                        <a:tabLst>
                          <a:tab pos="0" algn="l"/>
                        </a:tabLst>
                      </a:pPr>
                      <a:endParaRPr lang="en-US" sz="1000" b="0" u="none" strike="noStrike" dirty="0">
                        <a:solidFill>
                          <a:schemeClr val="bg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E2A300"/>
                    </a:solidFill>
                  </a:tcPr>
                </a:tc>
                <a:tc>
                  <a:txBody>
                    <a:bodyPr/>
                    <a:lstStyle/>
                    <a:p>
                      <a:pPr algn="ctr">
                        <a:lnSpc>
                          <a:spcPct val="100000"/>
                        </a:lnSpc>
                        <a:tabLst>
                          <a:tab pos="0" algn="l"/>
                        </a:tabLst>
                      </a:pPr>
                      <a:endParaRPr lang="en-US" sz="1000" b="0" u="none" strike="noStrike" dirty="0">
                        <a:solidFill>
                          <a:schemeClr val="bg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E2A300"/>
                    </a:solidFill>
                  </a:tcPr>
                </a:tc>
                <a:tc>
                  <a:txBody>
                    <a:bodyPr/>
                    <a:lstStyle/>
                    <a:p>
                      <a:pPr algn="ctr">
                        <a:lnSpc>
                          <a:spcPct val="100000"/>
                        </a:lnSpc>
                        <a:tabLst>
                          <a:tab pos="0" algn="l"/>
                        </a:tabLst>
                      </a:pPr>
                      <a:endParaRPr lang="en-US" sz="1000" b="0" u="none" strike="noStrike" dirty="0">
                        <a:solidFill>
                          <a:schemeClr val="bg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E2A300"/>
                    </a:solidFill>
                  </a:tcPr>
                </a:tc>
                <a:tc>
                  <a:txBody>
                    <a:bodyPr/>
                    <a:lstStyle/>
                    <a:p>
                      <a:pPr algn="ctr">
                        <a:lnSpc>
                          <a:spcPct val="100000"/>
                        </a:lnSpc>
                        <a:tabLst>
                          <a:tab pos="0" algn="l"/>
                        </a:tabLst>
                      </a:pPr>
                      <a:endParaRPr lang="en-US" sz="1000" b="0" u="none" strike="noStrike" dirty="0">
                        <a:solidFill>
                          <a:schemeClr val="bg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E2A300"/>
                    </a:solidFill>
                  </a:tcPr>
                </a:tc>
                <a:tc>
                  <a:txBody>
                    <a:bodyPr/>
                    <a:lstStyle/>
                    <a:p>
                      <a:pPr algn="ctr">
                        <a:lnSpc>
                          <a:spcPct val="100000"/>
                        </a:lnSpc>
                        <a:tabLst>
                          <a:tab pos="0" algn="l"/>
                        </a:tabLst>
                      </a:pPr>
                      <a:endParaRPr lang="en-US" sz="1000" b="0" u="none" strike="noStrike" dirty="0">
                        <a:solidFill>
                          <a:schemeClr val="bg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E2A300"/>
                    </a:solidFill>
                  </a:tcPr>
                </a:tc>
                <a:extLst>
                  <a:ext uri="{0D108BD9-81ED-4DB2-BD59-A6C34878D82A}">
                    <a16:rowId xmlns:a16="http://schemas.microsoft.com/office/drawing/2014/main" val="10001"/>
                  </a:ext>
                </a:extLst>
              </a:tr>
              <a:tr h="219960">
                <a:tc gridSpan="7">
                  <a:txBody>
                    <a:bodyPr/>
                    <a:lstStyle/>
                    <a:p>
                      <a:pPr>
                        <a:lnSpc>
                          <a:spcPct val="100000"/>
                        </a:lnSpc>
                        <a:tabLst>
                          <a:tab pos="0" algn="l"/>
                        </a:tabLst>
                      </a:pPr>
                      <a:endParaRPr lang="en-US" sz="1000" b="0" u="none" strike="noStrike" dirty="0">
                        <a:solidFill>
                          <a:srgbClr val="FFFFFF"/>
                        </a:solidFill>
                        <a:uFillTx/>
                        <a:latin typeface="Arial"/>
                      </a:endParaRPr>
                    </a:p>
                  </a:txBody>
                  <a:tcPr marL="45720" anchor="ctr">
                    <a:lnL w="9360">
                      <a:solidFill>
                        <a:srgbClr val="000000"/>
                      </a:solidFill>
                      <a:prstDash val="solid"/>
                    </a:lnL>
                    <a:lnR w="9360">
                      <a:solidFill>
                        <a:srgbClr val="000000"/>
                      </a:solidFill>
                      <a:prstDash val="solid"/>
                    </a:lnR>
                    <a:lnT w="9360" cap="flat" cmpd="sng" algn="ctr">
                      <a:solidFill>
                        <a:srgbClr val="000000"/>
                      </a:solidFill>
                      <a:prstDash val="solid"/>
                      <a:round/>
                      <a:headEnd type="none" w="med" len="med"/>
                      <a:tailEnd type="none" w="med" len="med"/>
                    </a:lnT>
                    <a:lnB w="9360">
                      <a:solidFill>
                        <a:srgbClr val="000000"/>
                      </a:solidFill>
                      <a:prstDash val="solid"/>
                    </a:lnB>
                    <a:solidFill>
                      <a:srgbClr val="234874"/>
                    </a:solidFill>
                  </a:tcPr>
                </a:tc>
                <a:tc hMerge="1">
                  <a:txBody>
                    <a:bodyPr/>
                    <a:lstStyle/>
                    <a:p>
                      <a:endParaRPr lang="en-US" sz="1800" b="0" u="none" strike="noStrike">
                        <a:solidFill>
                          <a:srgbClr val="000000"/>
                        </a:solidFill>
                        <a:uFillTx/>
                        <a:latin typeface="Arial"/>
                      </a:endParaRPr>
                    </a:p>
                  </a:txBody>
                  <a:tcPr marL="90000" marR="90000">
                    <a:lnL>
                      <a:noFill/>
                    </a:lnL>
                    <a:lnR>
                      <a:noFill/>
                    </a:lnR>
                    <a:lnT>
                      <a:noFill/>
                    </a:lnT>
                    <a:lnB>
                      <a:noFill/>
                    </a:lnB>
                    <a:solidFill>
                      <a:srgbClr val="729FCF"/>
                    </a:solidFill>
                  </a:tcPr>
                </a:tc>
                <a:tc hMerge="1">
                  <a:txBody>
                    <a:bodyPr/>
                    <a:lstStyle/>
                    <a:p>
                      <a:endParaRPr lang="en-US" sz="1800" b="0" u="none" strike="noStrike">
                        <a:solidFill>
                          <a:srgbClr val="000000"/>
                        </a:solidFill>
                        <a:uFillTx/>
                        <a:latin typeface="Arial"/>
                      </a:endParaRPr>
                    </a:p>
                  </a:txBody>
                  <a:tcPr marL="90000" marR="90000">
                    <a:lnL>
                      <a:noFill/>
                    </a:lnL>
                    <a:lnR>
                      <a:noFill/>
                    </a:lnR>
                    <a:lnT>
                      <a:noFill/>
                    </a:lnT>
                    <a:lnB>
                      <a:noFill/>
                    </a:lnB>
                    <a:solidFill>
                      <a:srgbClr val="729FCF"/>
                    </a:solidFill>
                  </a:tcPr>
                </a:tc>
                <a:tc hMerge="1">
                  <a:txBody>
                    <a:bodyPr/>
                    <a:lstStyle/>
                    <a:p>
                      <a:endParaRPr lang="en-US" sz="1800" b="0" u="none" strike="noStrike">
                        <a:solidFill>
                          <a:srgbClr val="000000"/>
                        </a:solidFill>
                        <a:uFillTx/>
                        <a:latin typeface="Arial"/>
                      </a:endParaRPr>
                    </a:p>
                  </a:txBody>
                  <a:tcPr marL="90000" marR="90000">
                    <a:lnL>
                      <a:noFill/>
                    </a:lnL>
                    <a:lnR>
                      <a:noFill/>
                    </a:lnR>
                    <a:lnT>
                      <a:noFill/>
                    </a:lnT>
                    <a:lnB>
                      <a:noFill/>
                    </a:lnB>
                    <a:solidFill>
                      <a:srgbClr val="729FCF"/>
                    </a:solidFill>
                  </a:tcPr>
                </a:tc>
                <a:tc hMerge="1">
                  <a:txBody>
                    <a:bodyPr/>
                    <a:lstStyle/>
                    <a:p>
                      <a:endParaRPr lang="en-US" sz="1800" b="0" u="none" strike="noStrike">
                        <a:solidFill>
                          <a:srgbClr val="000000"/>
                        </a:solidFill>
                        <a:uFillTx/>
                        <a:latin typeface="Arial"/>
                      </a:endParaRPr>
                    </a:p>
                  </a:txBody>
                  <a:tcPr marL="90000" marR="90000">
                    <a:lnL>
                      <a:noFill/>
                    </a:lnL>
                    <a:lnR>
                      <a:noFill/>
                    </a:lnR>
                    <a:lnT>
                      <a:noFill/>
                    </a:lnT>
                    <a:lnB>
                      <a:noFill/>
                    </a:lnB>
                    <a:solidFill>
                      <a:srgbClr val="729FCF"/>
                    </a:solidFill>
                  </a:tcPr>
                </a:tc>
                <a:tc hMerge="1">
                  <a:txBody>
                    <a:bodyPr/>
                    <a:lstStyle/>
                    <a:p>
                      <a:endParaRPr lang="en-US" sz="1800" b="0" u="none" strike="noStrike">
                        <a:solidFill>
                          <a:srgbClr val="000000"/>
                        </a:solidFill>
                        <a:uFillTx/>
                        <a:latin typeface="Arial"/>
                      </a:endParaRPr>
                    </a:p>
                  </a:txBody>
                  <a:tcPr marL="90000" marR="90000">
                    <a:lnL>
                      <a:noFill/>
                    </a:lnL>
                    <a:lnR>
                      <a:noFill/>
                    </a:lnR>
                    <a:lnT>
                      <a:noFill/>
                    </a:lnT>
                    <a:lnB>
                      <a:noFill/>
                    </a:lnB>
                    <a:solidFill>
                      <a:srgbClr val="729FCF"/>
                    </a:solidFill>
                  </a:tcPr>
                </a:tc>
                <a:tc hMerge="1">
                  <a:txBody>
                    <a:bodyPr/>
                    <a:lstStyle/>
                    <a:p>
                      <a:endParaRPr lang="en-US" sz="1800" b="0" u="none" strike="noStrike">
                        <a:solidFill>
                          <a:srgbClr val="000000"/>
                        </a:solidFill>
                        <a:uFillTx/>
                        <a:latin typeface="Arial"/>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2"/>
                  </a:ext>
                </a:extLst>
              </a:tr>
              <a:tr h="348120">
                <a:tc>
                  <a:txBody>
                    <a:bodyPr/>
                    <a:lstStyle/>
                    <a:p>
                      <a:pPr>
                        <a:lnSpc>
                          <a:spcPct val="100000"/>
                        </a:lnSpc>
                        <a:tabLst>
                          <a:tab pos="0" algn="l"/>
                        </a:tabLst>
                      </a:pPr>
                      <a:endParaRPr lang="en-US" sz="1000" b="0" u="none" strike="noStrike">
                        <a:solidFill>
                          <a:srgbClr val="000000"/>
                        </a:solidFill>
                        <a:uFillTx/>
                        <a:latin typeface="Arial"/>
                      </a:endParaRPr>
                    </a:p>
                  </a:txBody>
                  <a:tcPr marL="45720" anchor="ctr">
                    <a:lnL w="9360">
                      <a:solidFill>
                        <a:srgbClr val="000000"/>
                      </a:solidFill>
                      <a:prstDash val="solid"/>
                    </a:lnL>
                    <a:lnR w="9360" cap="flat" cmpd="sng" algn="ctr">
                      <a:solidFill>
                        <a:srgbClr val="000000"/>
                      </a:solidFill>
                      <a:prstDash val="solid"/>
                      <a:round/>
                      <a:headEnd type="none" w="med" len="med"/>
                      <a:tailEnd type="none" w="med" len="med"/>
                    </a:lnR>
                    <a:lnT w="9360" cap="flat" cmpd="sng" algn="ctr">
                      <a:solidFill>
                        <a:srgbClr val="000000"/>
                      </a:solidFill>
                      <a:prstDash val="solid"/>
                      <a:round/>
                      <a:headEnd type="none" w="med" len="med"/>
                      <a:tailEnd type="none" w="med" len="med"/>
                    </a:lnT>
                    <a:lnB w="9360">
                      <a:solidFill>
                        <a:srgbClr val="000000"/>
                      </a:solidFill>
                      <a:prstDash val="solid"/>
                    </a:lnB>
                    <a:noFill/>
                  </a:tcPr>
                </a:tc>
                <a:tc>
                  <a:txBody>
                    <a:bodyPr/>
                    <a:lstStyle/>
                    <a:p>
                      <a:pPr algn="ctr">
                        <a:lnSpc>
                          <a:spcPct val="100000"/>
                        </a:lnSpc>
                        <a:tabLst>
                          <a:tab pos="0" algn="l"/>
                        </a:tabLst>
                      </a:pPr>
                      <a:endParaRPr lang="en-US" sz="1000" b="0" u="none" strike="noStrike" dirty="0">
                        <a:solidFill>
                          <a:schemeClr val="tx1"/>
                        </a:solidFill>
                        <a:uFillTx/>
                        <a:latin typeface="Arial"/>
                      </a:endParaRPr>
                    </a:p>
                  </a:txBody>
                  <a:tcPr anchor="ctr">
                    <a:lnL w="9360" cap="flat" cmpd="sng" algn="ctr">
                      <a:solidFill>
                        <a:srgbClr val="000000"/>
                      </a:solidFill>
                      <a:prstDash val="solid"/>
                      <a:round/>
                      <a:headEnd type="none" w="med" len="med"/>
                      <a:tailEnd type="none" w="med" len="med"/>
                    </a:lnL>
                    <a:lnR w="9360" cap="flat" cmpd="sng" algn="ctr">
                      <a:solidFill>
                        <a:srgbClr val="000000"/>
                      </a:solidFill>
                      <a:prstDash val="solid"/>
                      <a:round/>
                      <a:headEnd type="none" w="med" len="med"/>
                      <a:tailEnd type="none" w="med" len="me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1000" b="0" u="none" strike="noStrike" dirty="0">
                        <a:solidFill>
                          <a:schemeClr val="tx1"/>
                        </a:solidFill>
                        <a:uFillTx/>
                        <a:latin typeface="Arial"/>
                      </a:endParaRPr>
                    </a:p>
                  </a:txBody>
                  <a:tcPr anchor="ctr">
                    <a:lnL w="9360" cap="flat" cmpd="sng" algn="ctr">
                      <a:solidFill>
                        <a:srgbClr val="000000"/>
                      </a:solidFill>
                      <a:prstDash val="solid"/>
                      <a:round/>
                      <a:headEnd type="none" w="med" len="med"/>
                      <a:tailEnd type="none" w="med" len="med"/>
                    </a:lnL>
                    <a:lnR w="9360" cap="flat" cmpd="sng" algn="ctr">
                      <a:solidFill>
                        <a:srgbClr val="000000"/>
                      </a:solidFill>
                      <a:prstDash val="solid"/>
                      <a:round/>
                      <a:headEnd type="none" w="med" len="med"/>
                      <a:tailEnd type="none" w="med" len="me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1000" b="0" u="none" strike="noStrike" dirty="0">
                        <a:solidFill>
                          <a:schemeClr val="tx1"/>
                        </a:solidFill>
                        <a:uFillTx/>
                        <a:latin typeface="Arial"/>
                      </a:endParaRPr>
                    </a:p>
                  </a:txBody>
                  <a:tcPr anchor="ctr">
                    <a:lnL w="9360" cap="flat" cmpd="sng" algn="ctr">
                      <a:solidFill>
                        <a:srgbClr val="000000"/>
                      </a:solidFill>
                      <a:prstDash val="solid"/>
                      <a:round/>
                      <a:headEnd type="none" w="med" len="med"/>
                      <a:tailEnd type="none" w="med" len="med"/>
                    </a:lnL>
                    <a:lnR w="9360" cap="flat" cmpd="sng" algn="ctr">
                      <a:solidFill>
                        <a:srgbClr val="000000"/>
                      </a:solidFill>
                      <a:prstDash val="solid"/>
                      <a:round/>
                      <a:headEnd type="none" w="med" len="med"/>
                      <a:tailEnd type="none" w="med" len="me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1000" b="0" u="none" strike="noStrike" dirty="0">
                        <a:solidFill>
                          <a:schemeClr val="tx1"/>
                        </a:solidFill>
                        <a:uFillTx/>
                        <a:latin typeface="Arial"/>
                      </a:endParaRPr>
                    </a:p>
                  </a:txBody>
                  <a:tcPr anchor="ctr">
                    <a:lnL w="9360" cap="flat" cmpd="sng" algn="ctr">
                      <a:solidFill>
                        <a:srgbClr val="000000"/>
                      </a:solidFill>
                      <a:prstDash val="solid"/>
                      <a:round/>
                      <a:headEnd type="none" w="med" len="med"/>
                      <a:tailEnd type="none" w="med" len="med"/>
                    </a:lnL>
                    <a:lnR w="9360" cap="flat" cmpd="sng" algn="ctr">
                      <a:solidFill>
                        <a:srgbClr val="000000"/>
                      </a:solidFill>
                      <a:prstDash val="solid"/>
                      <a:round/>
                      <a:headEnd type="none" w="med" len="med"/>
                      <a:tailEnd type="none" w="med" len="me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1000" b="0" u="none" strike="noStrike" dirty="0">
                        <a:solidFill>
                          <a:schemeClr val="tx1"/>
                        </a:solidFill>
                        <a:uFillTx/>
                        <a:latin typeface="Arial"/>
                      </a:endParaRPr>
                    </a:p>
                  </a:txBody>
                  <a:tcPr anchor="ctr">
                    <a:lnL w="9360" cap="flat" cmpd="sng" algn="ctr">
                      <a:solidFill>
                        <a:srgbClr val="000000"/>
                      </a:solidFill>
                      <a:prstDash val="solid"/>
                      <a:round/>
                      <a:headEnd type="none" w="med" len="med"/>
                      <a:tailEnd type="none" w="med" len="med"/>
                    </a:lnL>
                    <a:lnR w="9360" cap="flat" cmpd="sng" algn="ctr">
                      <a:solidFill>
                        <a:srgbClr val="000000"/>
                      </a:solidFill>
                      <a:prstDash val="solid"/>
                      <a:round/>
                      <a:headEnd type="none" w="med" len="med"/>
                      <a:tailEnd type="none" w="med" len="me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1000" b="0" u="none" strike="noStrike" dirty="0">
                        <a:solidFill>
                          <a:schemeClr val="tx1"/>
                        </a:solidFill>
                        <a:uFillTx/>
                        <a:latin typeface="Arial"/>
                      </a:endParaRPr>
                    </a:p>
                  </a:txBody>
                  <a:tcPr anchor="ctr">
                    <a:lnL w="9360" cap="flat" cmpd="sng" algn="ctr">
                      <a:solidFill>
                        <a:srgbClr val="000000"/>
                      </a:solidFill>
                      <a:prstDash val="solid"/>
                      <a:round/>
                      <a:headEnd type="none" w="med" len="med"/>
                      <a:tailEnd type="none" w="med" len="med"/>
                    </a:lnL>
                    <a:lnR w="9360">
                      <a:solidFill>
                        <a:srgbClr val="000000"/>
                      </a:solidFill>
                      <a:prstDash val="solid"/>
                    </a:lnR>
                    <a:lnT w="9360">
                      <a:solidFill>
                        <a:srgbClr val="000000"/>
                      </a:solidFill>
                      <a:prstDash val="solid"/>
                    </a:lnT>
                    <a:lnB w="9360">
                      <a:solidFill>
                        <a:srgbClr val="000000"/>
                      </a:solidFill>
                      <a:prstDash val="solid"/>
                    </a:lnB>
                    <a:noFill/>
                  </a:tcPr>
                </a:tc>
                <a:extLst>
                  <a:ext uri="{0D108BD9-81ED-4DB2-BD59-A6C34878D82A}">
                    <a16:rowId xmlns:a16="http://schemas.microsoft.com/office/drawing/2014/main" val="10003"/>
                  </a:ext>
                </a:extLst>
              </a:tr>
              <a:tr h="219960">
                <a:tc gridSpan="7">
                  <a:txBody>
                    <a:bodyPr/>
                    <a:lstStyle/>
                    <a:p>
                      <a:pPr>
                        <a:lnSpc>
                          <a:spcPct val="100000"/>
                        </a:lnSpc>
                        <a:tabLst>
                          <a:tab pos="0" algn="l"/>
                        </a:tabLst>
                      </a:pPr>
                      <a:endParaRPr lang="en-US" sz="1000" b="0" u="none" strike="noStrike" dirty="0">
                        <a:solidFill>
                          <a:srgbClr val="FFFFFF"/>
                        </a:solidFill>
                        <a:uFillTx/>
                        <a:latin typeface="Arial"/>
                      </a:endParaRPr>
                    </a:p>
                  </a:txBody>
                  <a:tcPr marL="45720" anchor="ctr">
                    <a:lnL w="9360">
                      <a:solidFill>
                        <a:srgbClr val="000000"/>
                      </a:solidFill>
                      <a:prstDash val="solid"/>
                    </a:lnL>
                    <a:lnR w="9360">
                      <a:solidFill>
                        <a:srgbClr val="000000"/>
                      </a:solidFill>
                      <a:prstDash val="solid"/>
                    </a:lnR>
                    <a:lnT w="9360" cap="flat" cmpd="sng" algn="ctr">
                      <a:solidFill>
                        <a:srgbClr val="000000"/>
                      </a:solidFill>
                      <a:prstDash val="solid"/>
                      <a:round/>
                      <a:headEnd type="none" w="med" len="med"/>
                      <a:tailEnd type="none" w="med" len="med"/>
                    </a:lnT>
                    <a:lnB w="9360">
                      <a:solidFill>
                        <a:srgbClr val="000000"/>
                      </a:solidFill>
                      <a:prstDash val="solid"/>
                    </a:lnB>
                    <a:solidFill>
                      <a:srgbClr val="234874"/>
                    </a:solidFill>
                  </a:tcPr>
                </a:tc>
                <a:tc hMerge="1">
                  <a:txBody>
                    <a:bodyPr/>
                    <a:lstStyle/>
                    <a:p>
                      <a:endParaRPr lang="en-US" sz="1800" b="0" u="none" strike="noStrike">
                        <a:solidFill>
                          <a:srgbClr val="000000"/>
                        </a:solidFill>
                        <a:uFillTx/>
                        <a:latin typeface="Arial"/>
                      </a:endParaRPr>
                    </a:p>
                  </a:txBody>
                  <a:tcPr marL="90000" marR="90000">
                    <a:lnL>
                      <a:noFill/>
                    </a:lnL>
                    <a:lnR>
                      <a:noFill/>
                    </a:lnR>
                    <a:lnT>
                      <a:noFill/>
                    </a:lnT>
                    <a:lnB>
                      <a:noFill/>
                    </a:lnB>
                    <a:solidFill>
                      <a:srgbClr val="729FCF"/>
                    </a:solidFill>
                  </a:tcPr>
                </a:tc>
                <a:tc hMerge="1">
                  <a:txBody>
                    <a:bodyPr/>
                    <a:lstStyle/>
                    <a:p>
                      <a:endParaRPr lang="en-US" sz="1800" b="0" u="none" strike="noStrike">
                        <a:solidFill>
                          <a:srgbClr val="000000"/>
                        </a:solidFill>
                        <a:uFillTx/>
                        <a:latin typeface="Arial"/>
                      </a:endParaRPr>
                    </a:p>
                  </a:txBody>
                  <a:tcPr marL="90000" marR="90000">
                    <a:lnL>
                      <a:noFill/>
                    </a:lnL>
                    <a:lnR>
                      <a:noFill/>
                    </a:lnR>
                    <a:lnT>
                      <a:noFill/>
                    </a:lnT>
                    <a:lnB>
                      <a:noFill/>
                    </a:lnB>
                    <a:solidFill>
                      <a:srgbClr val="729FCF"/>
                    </a:solidFill>
                  </a:tcPr>
                </a:tc>
                <a:tc hMerge="1">
                  <a:txBody>
                    <a:bodyPr/>
                    <a:lstStyle/>
                    <a:p>
                      <a:endParaRPr lang="en-US" sz="1800" b="0" u="none" strike="noStrike">
                        <a:solidFill>
                          <a:srgbClr val="000000"/>
                        </a:solidFill>
                        <a:uFillTx/>
                        <a:latin typeface="Arial"/>
                      </a:endParaRPr>
                    </a:p>
                  </a:txBody>
                  <a:tcPr marL="90000" marR="90000">
                    <a:lnL>
                      <a:noFill/>
                    </a:lnL>
                    <a:lnR>
                      <a:noFill/>
                    </a:lnR>
                    <a:lnT>
                      <a:noFill/>
                    </a:lnT>
                    <a:lnB>
                      <a:noFill/>
                    </a:lnB>
                    <a:solidFill>
                      <a:srgbClr val="729FCF"/>
                    </a:solidFill>
                  </a:tcPr>
                </a:tc>
                <a:tc hMerge="1">
                  <a:txBody>
                    <a:bodyPr/>
                    <a:lstStyle/>
                    <a:p>
                      <a:endParaRPr lang="en-US" sz="1800" b="0" u="none" strike="noStrike">
                        <a:solidFill>
                          <a:srgbClr val="000000"/>
                        </a:solidFill>
                        <a:uFillTx/>
                        <a:latin typeface="Arial"/>
                      </a:endParaRPr>
                    </a:p>
                  </a:txBody>
                  <a:tcPr marL="90000" marR="90000">
                    <a:lnL>
                      <a:noFill/>
                    </a:lnL>
                    <a:lnR>
                      <a:noFill/>
                    </a:lnR>
                    <a:lnT>
                      <a:noFill/>
                    </a:lnT>
                    <a:lnB>
                      <a:noFill/>
                    </a:lnB>
                    <a:solidFill>
                      <a:srgbClr val="729FCF"/>
                    </a:solidFill>
                  </a:tcPr>
                </a:tc>
                <a:tc hMerge="1">
                  <a:txBody>
                    <a:bodyPr/>
                    <a:lstStyle/>
                    <a:p>
                      <a:endParaRPr lang="en-US" sz="1800" b="0" u="none" strike="noStrike">
                        <a:solidFill>
                          <a:srgbClr val="000000"/>
                        </a:solidFill>
                        <a:uFillTx/>
                        <a:latin typeface="Arial"/>
                      </a:endParaRPr>
                    </a:p>
                  </a:txBody>
                  <a:tcPr marL="90000" marR="90000">
                    <a:lnL>
                      <a:noFill/>
                    </a:lnL>
                    <a:lnR>
                      <a:noFill/>
                    </a:lnR>
                    <a:lnT>
                      <a:noFill/>
                    </a:lnT>
                    <a:lnB>
                      <a:noFill/>
                    </a:lnB>
                    <a:solidFill>
                      <a:srgbClr val="729FCF"/>
                    </a:solidFill>
                  </a:tcPr>
                </a:tc>
                <a:tc hMerge="1">
                  <a:txBody>
                    <a:bodyPr/>
                    <a:lstStyle/>
                    <a:p>
                      <a:endParaRPr lang="en-US" sz="1800" b="0" u="none" strike="noStrike">
                        <a:solidFill>
                          <a:srgbClr val="000000"/>
                        </a:solidFill>
                        <a:uFillTx/>
                        <a:latin typeface="Arial"/>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4"/>
                  </a:ext>
                </a:extLst>
              </a:tr>
              <a:tr h="348120">
                <a:tc>
                  <a:txBody>
                    <a:bodyPr/>
                    <a:lstStyle/>
                    <a:p>
                      <a:pPr>
                        <a:lnSpc>
                          <a:spcPct val="100000"/>
                        </a:lnSpc>
                        <a:tabLst>
                          <a:tab pos="0" algn="l"/>
                        </a:tabLst>
                      </a:pPr>
                      <a:endParaRPr lang="en-US" sz="1000" b="0" u="none" strike="noStrike" dirty="0">
                        <a:solidFill>
                          <a:schemeClr val="tx1"/>
                        </a:solidFill>
                        <a:uFillTx/>
                        <a:latin typeface="Arial"/>
                      </a:endParaRPr>
                    </a:p>
                  </a:txBody>
                  <a:tcPr marL="45720" anchor="ctr">
                    <a:lnL w="9360">
                      <a:solidFill>
                        <a:srgbClr val="000000"/>
                      </a:solidFill>
                      <a:prstDash val="solid"/>
                    </a:lnL>
                    <a:lnR w="9360" cap="flat" cmpd="sng" algn="ctr">
                      <a:solidFill>
                        <a:srgbClr val="000000"/>
                      </a:solidFill>
                      <a:prstDash val="solid"/>
                      <a:round/>
                      <a:headEnd type="none" w="med" len="med"/>
                      <a:tailEnd type="none" w="med" len="med"/>
                    </a:lnR>
                    <a:lnT w="9360" cap="flat" cmpd="sng" algn="ctr">
                      <a:solidFill>
                        <a:srgbClr val="000000"/>
                      </a:solidFill>
                      <a:prstDash val="solid"/>
                      <a:round/>
                      <a:headEnd type="none" w="med" len="med"/>
                      <a:tailEnd type="none" w="med" len="med"/>
                    </a:lnT>
                    <a:lnB w="9360">
                      <a:solidFill>
                        <a:srgbClr val="000000"/>
                      </a:solidFill>
                      <a:prstDash val="solid"/>
                    </a:lnB>
                    <a:noFill/>
                  </a:tcPr>
                </a:tc>
                <a:tc>
                  <a:txBody>
                    <a:bodyPr/>
                    <a:lstStyle/>
                    <a:p>
                      <a:pPr algn="ctr">
                        <a:lnSpc>
                          <a:spcPct val="100000"/>
                        </a:lnSpc>
                        <a:tabLst>
                          <a:tab pos="0" algn="l"/>
                        </a:tabLst>
                      </a:pPr>
                      <a:endParaRPr lang="en-US" sz="1000" b="0" u="none" strike="noStrike" dirty="0">
                        <a:solidFill>
                          <a:schemeClr val="tx1"/>
                        </a:solidFill>
                        <a:uFillTx/>
                        <a:latin typeface="Arial"/>
                      </a:endParaRPr>
                    </a:p>
                  </a:txBody>
                  <a:tcPr anchor="ctr">
                    <a:lnL w="9360" cap="flat" cmpd="sng" algn="ctr">
                      <a:solidFill>
                        <a:srgbClr val="000000"/>
                      </a:solidFill>
                      <a:prstDash val="solid"/>
                      <a:round/>
                      <a:headEnd type="none" w="med" len="med"/>
                      <a:tailEnd type="none" w="med" len="med"/>
                    </a:lnL>
                    <a:lnR w="9360" cap="flat" cmpd="sng" algn="ctr">
                      <a:solidFill>
                        <a:srgbClr val="000000"/>
                      </a:solidFill>
                      <a:prstDash val="solid"/>
                      <a:round/>
                      <a:headEnd type="none" w="med" len="med"/>
                      <a:tailEnd type="none" w="med" len="me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1000" b="0" u="none" strike="noStrike" dirty="0">
                        <a:solidFill>
                          <a:schemeClr val="tx1"/>
                        </a:solidFill>
                        <a:uFillTx/>
                        <a:latin typeface="Arial"/>
                      </a:endParaRPr>
                    </a:p>
                  </a:txBody>
                  <a:tcPr anchor="ctr">
                    <a:lnL w="9360" cap="flat" cmpd="sng" algn="ctr">
                      <a:solidFill>
                        <a:srgbClr val="000000"/>
                      </a:solidFill>
                      <a:prstDash val="solid"/>
                      <a:round/>
                      <a:headEnd type="none" w="med" len="med"/>
                      <a:tailEnd type="none" w="med" len="med"/>
                    </a:lnL>
                    <a:lnR w="9360" cap="flat" cmpd="sng" algn="ctr">
                      <a:solidFill>
                        <a:srgbClr val="000000"/>
                      </a:solidFill>
                      <a:prstDash val="solid"/>
                      <a:round/>
                      <a:headEnd type="none" w="med" len="med"/>
                      <a:tailEnd type="none" w="med" len="me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1000" b="0" u="none" strike="noStrike" dirty="0">
                        <a:solidFill>
                          <a:schemeClr val="tx1"/>
                        </a:solidFill>
                        <a:uFillTx/>
                        <a:latin typeface="Arial"/>
                      </a:endParaRPr>
                    </a:p>
                  </a:txBody>
                  <a:tcPr anchor="ctr">
                    <a:lnL w="9360" cap="flat" cmpd="sng" algn="ctr">
                      <a:solidFill>
                        <a:srgbClr val="000000"/>
                      </a:solidFill>
                      <a:prstDash val="solid"/>
                      <a:round/>
                      <a:headEnd type="none" w="med" len="med"/>
                      <a:tailEnd type="none" w="med" len="med"/>
                    </a:lnL>
                    <a:lnR w="9360" cap="flat" cmpd="sng" algn="ctr">
                      <a:solidFill>
                        <a:srgbClr val="000000"/>
                      </a:solidFill>
                      <a:prstDash val="solid"/>
                      <a:round/>
                      <a:headEnd type="none" w="med" len="med"/>
                      <a:tailEnd type="none" w="med" len="me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1000" b="0" u="none" strike="noStrike" dirty="0">
                        <a:solidFill>
                          <a:schemeClr val="tx1"/>
                        </a:solidFill>
                        <a:uFillTx/>
                        <a:latin typeface="Arial"/>
                      </a:endParaRPr>
                    </a:p>
                  </a:txBody>
                  <a:tcPr anchor="ctr">
                    <a:lnL w="9360" cap="flat" cmpd="sng" algn="ctr">
                      <a:solidFill>
                        <a:srgbClr val="000000"/>
                      </a:solidFill>
                      <a:prstDash val="solid"/>
                      <a:round/>
                      <a:headEnd type="none" w="med" len="med"/>
                      <a:tailEnd type="none" w="med" len="med"/>
                    </a:lnL>
                    <a:lnR w="9360" cap="flat" cmpd="sng" algn="ctr">
                      <a:solidFill>
                        <a:srgbClr val="000000"/>
                      </a:solidFill>
                      <a:prstDash val="solid"/>
                      <a:round/>
                      <a:headEnd type="none" w="med" len="med"/>
                      <a:tailEnd type="none" w="med" len="me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1000" b="0" u="none" strike="noStrike" dirty="0">
                        <a:solidFill>
                          <a:schemeClr val="tx1"/>
                        </a:solidFill>
                        <a:uFillTx/>
                        <a:latin typeface="Arial"/>
                      </a:endParaRPr>
                    </a:p>
                  </a:txBody>
                  <a:tcPr anchor="ctr">
                    <a:lnL w="9360" cap="flat" cmpd="sng" algn="ctr">
                      <a:solidFill>
                        <a:srgbClr val="000000"/>
                      </a:solidFill>
                      <a:prstDash val="solid"/>
                      <a:round/>
                      <a:headEnd type="none" w="med" len="med"/>
                      <a:tailEnd type="none" w="med" len="med"/>
                    </a:lnL>
                    <a:lnR w="9360" cap="flat" cmpd="sng" algn="ctr">
                      <a:solidFill>
                        <a:srgbClr val="000000"/>
                      </a:solidFill>
                      <a:prstDash val="solid"/>
                      <a:round/>
                      <a:headEnd type="none" w="med" len="med"/>
                      <a:tailEnd type="none" w="med" len="me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1000" b="0" u="none" strike="noStrike" dirty="0">
                        <a:solidFill>
                          <a:schemeClr val="tx1"/>
                        </a:solidFill>
                        <a:uFillTx/>
                        <a:latin typeface="Arial"/>
                      </a:endParaRPr>
                    </a:p>
                  </a:txBody>
                  <a:tcPr anchor="ctr">
                    <a:lnL w="9360" cap="flat" cmpd="sng" algn="ctr">
                      <a:solidFill>
                        <a:srgbClr val="000000"/>
                      </a:solidFill>
                      <a:prstDash val="solid"/>
                      <a:round/>
                      <a:headEnd type="none" w="med" len="med"/>
                      <a:tailEnd type="none" w="med" len="med"/>
                    </a:lnL>
                    <a:lnR w="9360">
                      <a:solidFill>
                        <a:srgbClr val="000000"/>
                      </a:solidFill>
                      <a:prstDash val="solid"/>
                    </a:lnR>
                    <a:lnT w="9360">
                      <a:solidFill>
                        <a:srgbClr val="000000"/>
                      </a:solidFill>
                      <a:prstDash val="solid"/>
                    </a:lnT>
                    <a:lnB w="9360">
                      <a:solidFill>
                        <a:srgbClr val="000000"/>
                      </a:solidFill>
                      <a:prstDash val="solid"/>
                    </a:lnB>
                    <a:noFill/>
                  </a:tcPr>
                </a:tc>
                <a:extLst>
                  <a:ext uri="{0D108BD9-81ED-4DB2-BD59-A6C34878D82A}">
                    <a16:rowId xmlns:a16="http://schemas.microsoft.com/office/drawing/2014/main" val="10005"/>
                  </a:ext>
                </a:extLst>
              </a:tr>
            </a:tbl>
          </a:graphicData>
        </a:graphic>
      </p:graphicFrame>
      <p:graphicFrame>
        <p:nvGraphicFramePr>
          <p:cNvPr id="383" name="Google Shape;179;p26"/>
          <p:cNvGraphicFramePr/>
          <p:nvPr>
            <p:extLst>
              <p:ext uri="{D42A27DB-BD31-4B8C-83A1-F6EECF244321}">
                <p14:modId xmlns:p14="http://schemas.microsoft.com/office/powerpoint/2010/main" val="1599474406"/>
              </p:ext>
            </p:extLst>
          </p:nvPr>
        </p:nvGraphicFramePr>
        <p:xfrm>
          <a:off x="507624" y="4571848"/>
          <a:ext cx="7919280" cy="975360"/>
        </p:xfrm>
        <a:graphic>
          <a:graphicData uri="http://schemas.openxmlformats.org/drawingml/2006/table">
            <a:tbl>
              <a:tblPr/>
              <a:tblGrid>
                <a:gridCol w="3859200">
                  <a:extLst>
                    <a:ext uri="{9D8B030D-6E8A-4147-A177-3AD203B41FA5}">
                      <a16:colId xmlns:a16="http://schemas.microsoft.com/office/drawing/2014/main" val="20000"/>
                    </a:ext>
                  </a:extLst>
                </a:gridCol>
                <a:gridCol w="1944720">
                  <a:extLst>
                    <a:ext uri="{9D8B030D-6E8A-4147-A177-3AD203B41FA5}">
                      <a16:colId xmlns:a16="http://schemas.microsoft.com/office/drawing/2014/main" val="20001"/>
                    </a:ext>
                  </a:extLst>
                </a:gridCol>
                <a:gridCol w="2115360">
                  <a:extLst>
                    <a:ext uri="{9D8B030D-6E8A-4147-A177-3AD203B41FA5}">
                      <a16:colId xmlns:a16="http://schemas.microsoft.com/office/drawing/2014/main" val="20002"/>
                    </a:ext>
                  </a:extLst>
                </a:gridCol>
              </a:tblGrid>
              <a:tr h="237600">
                <a:tc gridSpan="3">
                  <a:txBody>
                    <a:bodyPr/>
                    <a:lstStyle/>
                    <a:p>
                      <a:pPr>
                        <a:lnSpc>
                          <a:spcPct val="100000"/>
                        </a:lnSpc>
                        <a:tabLst>
                          <a:tab pos="0" algn="l"/>
                        </a:tabLst>
                      </a:pPr>
                      <a:endParaRPr lang="en-US" sz="1000" b="0" u="none" strike="noStrike" dirty="0">
                        <a:solidFill>
                          <a:srgbClr val="000000"/>
                        </a:solidFill>
                        <a:uFillTx/>
                        <a:latin typeface="Arial"/>
                      </a:endParaRPr>
                    </a:p>
                  </a:txBody>
                  <a:tcPr marL="45720"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hMerge="1">
                  <a:txBody>
                    <a:bodyPr/>
                    <a:lstStyle/>
                    <a:p>
                      <a:endParaRPr lang="en-US" sz="1800" b="0" u="none" strike="noStrike">
                        <a:solidFill>
                          <a:srgbClr val="000000"/>
                        </a:solidFill>
                        <a:uFillTx/>
                        <a:latin typeface="Arial"/>
                      </a:endParaRPr>
                    </a:p>
                  </a:txBody>
                  <a:tcPr marL="90000" marR="90000">
                    <a:lnL>
                      <a:noFill/>
                    </a:lnL>
                    <a:lnR>
                      <a:noFill/>
                    </a:lnR>
                    <a:lnT>
                      <a:noFill/>
                    </a:lnT>
                    <a:lnB>
                      <a:noFill/>
                    </a:lnB>
                    <a:solidFill>
                      <a:srgbClr val="729FCF"/>
                    </a:solidFill>
                  </a:tcPr>
                </a:tc>
                <a:tc hMerge="1">
                  <a:txBody>
                    <a:bodyPr/>
                    <a:lstStyle/>
                    <a:p>
                      <a:endParaRPr lang="en-US" sz="1800" b="0" u="none" strike="noStrike">
                        <a:solidFill>
                          <a:srgbClr val="000000"/>
                        </a:solidFill>
                        <a:uFillTx/>
                        <a:latin typeface="Arial"/>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0"/>
                  </a:ext>
                </a:extLst>
              </a:tr>
              <a:tr h="237600">
                <a:tc>
                  <a:txBody>
                    <a:bodyPr/>
                    <a:lstStyle/>
                    <a:p>
                      <a:pPr>
                        <a:lnSpc>
                          <a:spcPct val="100000"/>
                        </a:lnSpc>
                        <a:tabLst>
                          <a:tab pos="0" algn="l"/>
                        </a:tabLst>
                      </a:pPr>
                      <a:endParaRPr lang="en-US" sz="1000" b="0" u="none" strike="noStrike" dirty="0">
                        <a:solidFill>
                          <a:srgbClr val="000000"/>
                        </a:solidFill>
                        <a:uFillTx/>
                        <a:latin typeface="Arial"/>
                      </a:endParaRPr>
                    </a:p>
                  </a:txBody>
                  <a:tcPr marL="45720"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E2A300"/>
                    </a:solidFill>
                  </a:tcPr>
                </a:tc>
                <a:tc>
                  <a:txBody>
                    <a:bodyPr/>
                    <a:lstStyle/>
                    <a:p>
                      <a:pPr algn="ctr">
                        <a:lnSpc>
                          <a:spcPct val="100000"/>
                        </a:lnSpc>
                        <a:tabLst>
                          <a:tab pos="0" algn="l"/>
                        </a:tabLst>
                      </a:pPr>
                      <a:endParaRPr lang="en-US" sz="1000" b="0" u="none" strike="noStrike">
                        <a:solidFill>
                          <a:srgbClr val="000000"/>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E2A300"/>
                    </a:solidFill>
                  </a:tcPr>
                </a:tc>
                <a:tc>
                  <a:txBody>
                    <a:bodyPr/>
                    <a:lstStyle/>
                    <a:p>
                      <a:pPr algn="ctr">
                        <a:lnSpc>
                          <a:spcPct val="100000"/>
                        </a:lnSpc>
                        <a:tabLst>
                          <a:tab pos="0" algn="l"/>
                        </a:tabLst>
                      </a:pPr>
                      <a:endParaRPr lang="en-US" sz="1000" b="0" u="none" strike="noStrike">
                        <a:solidFill>
                          <a:srgbClr val="000000"/>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E2A300"/>
                    </a:solidFill>
                  </a:tcPr>
                </a:tc>
                <a:extLst>
                  <a:ext uri="{0D108BD9-81ED-4DB2-BD59-A6C34878D82A}">
                    <a16:rowId xmlns:a16="http://schemas.microsoft.com/office/drawing/2014/main" val="10001"/>
                  </a:ext>
                </a:extLst>
              </a:tr>
              <a:tr h="237600">
                <a:tc>
                  <a:txBody>
                    <a:bodyPr/>
                    <a:lstStyle/>
                    <a:p>
                      <a:pPr>
                        <a:lnSpc>
                          <a:spcPct val="100000"/>
                        </a:lnSpc>
                        <a:tabLst>
                          <a:tab pos="0" algn="l"/>
                        </a:tabLst>
                      </a:pPr>
                      <a:endParaRPr lang="en-US" sz="1000" b="0" u="none" strike="noStrike" dirty="0">
                        <a:solidFill>
                          <a:srgbClr val="000000"/>
                        </a:solidFill>
                        <a:uFillTx/>
                        <a:latin typeface="Arial"/>
                      </a:endParaRPr>
                    </a:p>
                  </a:txBody>
                  <a:tcPr marL="45720"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1000" b="0" u="none" strike="noStrike" dirty="0">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10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extLst>
                  <a:ext uri="{0D108BD9-81ED-4DB2-BD59-A6C34878D82A}">
                    <a16:rowId xmlns:a16="http://schemas.microsoft.com/office/drawing/2014/main" val="10002"/>
                  </a:ext>
                </a:extLst>
              </a:tr>
              <a:tr h="237600">
                <a:tc>
                  <a:txBody>
                    <a:bodyPr/>
                    <a:lstStyle/>
                    <a:p>
                      <a:pPr>
                        <a:lnSpc>
                          <a:spcPct val="100000"/>
                        </a:lnSpc>
                        <a:tabLst>
                          <a:tab pos="0" algn="l"/>
                        </a:tabLst>
                      </a:pPr>
                      <a:endParaRPr lang="en-US" sz="1000" b="0" u="none" strike="noStrike" dirty="0">
                        <a:solidFill>
                          <a:srgbClr val="000000"/>
                        </a:solidFill>
                        <a:uFillTx/>
                        <a:latin typeface="Arial"/>
                      </a:endParaRPr>
                    </a:p>
                  </a:txBody>
                  <a:tcPr marL="45720"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1000" b="0" u="none" strike="noStrike" dirty="0">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1000" b="0" u="none" strike="noStrike" dirty="0">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extLst>
                  <a:ext uri="{0D108BD9-81ED-4DB2-BD59-A6C34878D82A}">
                    <a16:rowId xmlns:a16="http://schemas.microsoft.com/office/drawing/2014/main" val="10003"/>
                  </a:ext>
                </a:extLst>
              </a:tr>
            </a:tbl>
          </a:graphicData>
        </a:graphic>
      </p:graphicFrame>
      <p:sp>
        <p:nvSpPr>
          <p:cNvPr id="384" name="PlaceHolder 1"/>
          <p:cNvSpPr>
            <a:spLocks noGrp="1"/>
          </p:cNvSpPr>
          <p:nvPr>
            <p:ph type="sldNum" idx="157"/>
          </p:nvPr>
        </p:nvSpPr>
        <p:spPr>
          <a:xfrm>
            <a:off x="555480" y="9706680"/>
            <a:ext cx="4242240" cy="361800"/>
          </a:xfrm>
          <a:prstGeom prst="rect">
            <a:avLst/>
          </a:prstGeom>
          <a:noFill/>
          <a:ln w="0">
            <a:noFill/>
          </a:ln>
        </p:spPr>
        <p:txBody>
          <a:bodyPr lIns="91440" tIns="45720" rIns="91440" bIns="45720" anchor="ctr">
            <a:noAutofit/>
          </a:bodyPr>
          <a:lstStyle>
            <a:lvl1pPr indent="0">
              <a:lnSpc>
                <a:spcPct val="100000"/>
              </a:lnSpc>
              <a:buNone/>
              <a:tabLst>
                <a:tab pos="0" algn="l"/>
              </a:tabLst>
              <a:defRPr lang="en-US" sz="1200" b="0" u="none" strike="noStrike">
                <a:solidFill>
                  <a:schemeClr val="dk1"/>
                </a:solidFill>
                <a:uFillTx/>
                <a:latin typeface="Alata"/>
                <a:ea typeface="Alata"/>
              </a:defRPr>
            </a:lvl1p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fld id="{1A66D15C-DBB8-4792-AE0F-FFECF0E36190}" type="slidenum">
              <a:rPr kumimoji="0" lang="en-US" sz="1200" b="0" i="0" u="none" strike="noStrike" kern="1200" cap="none" spc="0" normalizeH="0" baseline="0" noProof="0">
                <a:ln>
                  <a:noFill/>
                </a:ln>
                <a:solidFill>
                  <a:srgbClr val="000000"/>
                </a:solidFill>
                <a:effectLst/>
                <a:uLnTx/>
                <a:uFillTx/>
                <a:latin typeface="Alata"/>
                <a:ea typeface="Alata"/>
                <a:cs typeface="+mn-cs"/>
              </a:rPr>
              <a:pPr marL="0" marR="0" lvl="0" indent="0" algn="l" defTabSz="914400" rtl="0" eaLnBrk="1" fontAlgn="auto" latinLnBrk="0" hangingPunct="1">
                <a:lnSpc>
                  <a:spcPct val="100000"/>
                </a:lnSpc>
                <a:spcBef>
                  <a:spcPts val="0"/>
                </a:spcBef>
                <a:spcAft>
                  <a:spcPts val="0"/>
                </a:spcAft>
                <a:buClrTx/>
                <a:buSzTx/>
                <a:buFontTx/>
                <a:buNone/>
                <a:tabLst>
                  <a:tab pos="0" algn="l"/>
                </a:tabLst>
                <a:defRPr/>
              </a:pPr>
              <a:t>2</a:t>
            </a:fld>
            <a:r>
              <a:rPr kumimoji="0" lang="en-US" sz="1200" b="0" i="0" u="none" strike="noStrike" kern="1200" cap="none" spc="0" normalizeH="0" baseline="0" noProof="0">
                <a:ln>
                  <a:noFill/>
                </a:ln>
                <a:solidFill>
                  <a:srgbClr val="000000"/>
                </a:solidFill>
                <a:effectLst/>
                <a:uLnTx/>
                <a:uFillTx/>
                <a:latin typeface="Alata"/>
                <a:ea typeface="Alata"/>
                <a:cs typeface="+mn-cs"/>
              </a:rPr>
              <a:t> | © 2025 AIRE Software - All rights reserved.</a:t>
            </a:r>
            <a:endParaRPr kumimoji="0" lang="en-US" sz="1200" b="0" i="0" u="none" strike="noStrike" kern="1200" cap="none" spc="0" normalizeH="0" baseline="0" noProof="0">
              <a:ln>
                <a:noFill/>
              </a:ln>
              <a:solidFill>
                <a:srgbClr val="000000"/>
              </a:solidFill>
              <a:effectLst/>
              <a:uLnTx/>
              <a:uFillTx/>
              <a:latin typeface="Times New Roman"/>
              <a:cs typeface="+mn-cs"/>
            </a:endParaRPr>
          </a:p>
        </p:txBody>
      </p:sp>
      <p:graphicFrame>
        <p:nvGraphicFramePr>
          <p:cNvPr id="385" name="Google Shape;181;p26"/>
          <p:cNvGraphicFramePr/>
          <p:nvPr>
            <p:extLst>
              <p:ext uri="{D42A27DB-BD31-4B8C-83A1-F6EECF244321}">
                <p14:modId xmlns:p14="http://schemas.microsoft.com/office/powerpoint/2010/main" val="3945710000"/>
              </p:ext>
            </p:extLst>
          </p:nvPr>
        </p:nvGraphicFramePr>
        <p:xfrm>
          <a:off x="487440" y="5764648"/>
          <a:ext cx="7919640" cy="1706880"/>
        </p:xfrm>
        <a:graphic>
          <a:graphicData uri="http://schemas.openxmlformats.org/drawingml/2006/table">
            <a:tbl>
              <a:tblPr/>
              <a:tblGrid>
                <a:gridCol w="2639880">
                  <a:extLst>
                    <a:ext uri="{9D8B030D-6E8A-4147-A177-3AD203B41FA5}">
                      <a16:colId xmlns:a16="http://schemas.microsoft.com/office/drawing/2014/main" val="20000"/>
                    </a:ext>
                  </a:extLst>
                </a:gridCol>
                <a:gridCol w="2639880">
                  <a:extLst>
                    <a:ext uri="{9D8B030D-6E8A-4147-A177-3AD203B41FA5}">
                      <a16:colId xmlns:a16="http://schemas.microsoft.com/office/drawing/2014/main" val="20001"/>
                    </a:ext>
                  </a:extLst>
                </a:gridCol>
                <a:gridCol w="2639880">
                  <a:extLst>
                    <a:ext uri="{9D8B030D-6E8A-4147-A177-3AD203B41FA5}">
                      <a16:colId xmlns:a16="http://schemas.microsoft.com/office/drawing/2014/main" val="20002"/>
                    </a:ext>
                  </a:extLst>
                </a:gridCol>
              </a:tblGrid>
              <a:tr h="186480">
                <a:tc gridSpan="3">
                  <a:txBody>
                    <a:bodyPr/>
                    <a:lstStyle/>
                    <a:p>
                      <a:pPr>
                        <a:lnSpc>
                          <a:spcPct val="100000"/>
                        </a:lnSpc>
                        <a:tabLst>
                          <a:tab pos="0" algn="l"/>
                        </a:tabLst>
                      </a:pPr>
                      <a:endParaRPr lang="en-US" sz="1000" b="0" u="none" strike="noStrike" dirty="0">
                        <a:solidFill>
                          <a:schemeClr val="tx1"/>
                        </a:solidFill>
                        <a:uFillTx/>
                        <a:latin typeface="Arial"/>
                      </a:endParaRPr>
                    </a:p>
                  </a:txBody>
                  <a:tcPr marL="36000" marR="9360"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hMerge="1">
                  <a:txBody>
                    <a:bodyPr/>
                    <a:lstStyle/>
                    <a:p>
                      <a:endParaRPr lang="en-US" sz="1800" b="0" u="none" strike="noStrike">
                        <a:solidFill>
                          <a:srgbClr val="000000"/>
                        </a:solidFill>
                        <a:uFillTx/>
                        <a:latin typeface="Arial"/>
                      </a:endParaRPr>
                    </a:p>
                  </a:txBody>
                  <a:tcPr marL="90000" marR="90000">
                    <a:lnL>
                      <a:noFill/>
                    </a:lnL>
                    <a:lnR>
                      <a:noFill/>
                    </a:lnR>
                    <a:lnT>
                      <a:noFill/>
                    </a:lnT>
                    <a:lnB>
                      <a:noFill/>
                    </a:lnB>
                    <a:solidFill>
                      <a:srgbClr val="729FCF"/>
                    </a:solidFill>
                  </a:tcPr>
                </a:tc>
                <a:tc hMerge="1">
                  <a:txBody>
                    <a:bodyPr/>
                    <a:lstStyle/>
                    <a:p>
                      <a:endParaRPr lang="en-US" sz="1800" b="0" u="none" strike="noStrike">
                        <a:solidFill>
                          <a:srgbClr val="000000"/>
                        </a:solidFill>
                        <a:uFillTx/>
                        <a:latin typeface="Arial"/>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0"/>
                  </a:ext>
                </a:extLst>
              </a:tr>
              <a:tr h="186480">
                <a:tc>
                  <a:txBody>
                    <a:bodyPr/>
                    <a:lstStyle/>
                    <a:p>
                      <a:pPr>
                        <a:lnSpc>
                          <a:spcPct val="100000"/>
                        </a:lnSpc>
                        <a:tabLst>
                          <a:tab pos="0" algn="l"/>
                        </a:tabLst>
                      </a:pPr>
                      <a:endParaRPr lang="en-US" sz="1000" b="0" u="none" strike="noStrike" dirty="0">
                        <a:solidFill>
                          <a:schemeClr val="tx1"/>
                        </a:solidFill>
                        <a:uFillTx/>
                        <a:latin typeface="Arial"/>
                      </a:endParaRPr>
                    </a:p>
                  </a:txBody>
                  <a:tcPr marL="36000" marR="9360"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E2A300"/>
                    </a:solidFill>
                  </a:tcPr>
                </a:tc>
                <a:tc>
                  <a:txBody>
                    <a:bodyPr/>
                    <a:lstStyle/>
                    <a:p>
                      <a:pPr algn="ctr">
                        <a:lnSpc>
                          <a:spcPct val="100000"/>
                        </a:lnSpc>
                        <a:tabLst>
                          <a:tab pos="0" algn="l"/>
                        </a:tabLst>
                      </a:pPr>
                      <a:endParaRPr lang="en-US" sz="1000" b="0" u="none" strike="noStrike">
                        <a:solidFill>
                          <a:schemeClr val="tx1"/>
                        </a:solidFill>
                        <a:uFillTx/>
                        <a:latin typeface="Arial"/>
                      </a:endParaRPr>
                    </a:p>
                  </a:txBody>
                  <a:tcPr marL="9360" marR="9360"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E2A300"/>
                    </a:solidFill>
                  </a:tcPr>
                </a:tc>
                <a:tc>
                  <a:txBody>
                    <a:bodyPr/>
                    <a:lstStyle/>
                    <a:p>
                      <a:pPr algn="ctr">
                        <a:lnSpc>
                          <a:spcPct val="100000"/>
                        </a:lnSpc>
                        <a:tabLst>
                          <a:tab pos="0" algn="l"/>
                        </a:tabLst>
                      </a:pPr>
                      <a:endParaRPr lang="en-US" sz="1000" b="0" u="none" strike="noStrike" dirty="0">
                        <a:solidFill>
                          <a:schemeClr val="tx1"/>
                        </a:solidFill>
                        <a:uFillTx/>
                        <a:latin typeface="Arial"/>
                      </a:endParaRPr>
                    </a:p>
                  </a:txBody>
                  <a:tcPr marL="9360" marR="9360"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E2A300"/>
                    </a:solidFill>
                  </a:tcPr>
                </a:tc>
                <a:extLst>
                  <a:ext uri="{0D108BD9-81ED-4DB2-BD59-A6C34878D82A}">
                    <a16:rowId xmlns:a16="http://schemas.microsoft.com/office/drawing/2014/main" val="10001"/>
                  </a:ext>
                </a:extLst>
              </a:tr>
              <a:tr h="186480">
                <a:tc>
                  <a:txBody>
                    <a:bodyPr/>
                    <a:lstStyle/>
                    <a:p>
                      <a:pPr>
                        <a:lnSpc>
                          <a:spcPct val="100000"/>
                        </a:lnSpc>
                        <a:tabLst>
                          <a:tab pos="0" algn="l"/>
                        </a:tabLst>
                      </a:pPr>
                      <a:endParaRPr lang="en-US" sz="1000" b="0" u="none" strike="noStrike">
                        <a:solidFill>
                          <a:schemeClr val="tx1"/>
                        </a:solidFill>
                        <a:uFillTx/>
                        <a:latin typeface="Arial"/>
                      </a:endParaRPr>
                    </a:p>
                  </a:txBody>
                  <a:tcPr marL="36000" marR="9360"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1000" b="0" u="none" strike="noStrike" dirty="0">
                        <a:solidFill>
                          <a:schemeClr val="tx1"/>
                        </a:solidFill>
                        <a:uFillTx/>
                        <a:latin typeface="Arial"/>
                      </a:endParaRPr>
                    </a:p>
                  </a:txBody>
                  <a:tcPr marL="9360" marR="9360"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endParaRPr lang="en-US" sz="1000" b="0" u="none" strike="noStrike" kern="1200" dirty="0">
                        <a:solidFill>
                          <a:schemeClr val="tx1"/>
                        </a:solidFill>
                        <a:uFillTx/>
                        <a:latin typeface="Arial"/>
                        <a:cs typeface="+mn-cs"/>
                      </a:endParaRPr>
                    </a:p>
                  </a:txBody>
                  <a:tcPr marL="9360" marR="9360"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extLst>
                  <a:ext uri="{0D108BD9-81ED-4DB2-BD59-A6C34878D82A}">
                    <a16:rowId xmlns:a16="http://schemas.microsoft.com/office/drawing/2014/main" val="10002"/>
                  </a:ext>
                </a:extLst>
              </a:tr>
              <a:tr h="186480">
                <a:tc>
                  <a:txBody>
                    <a:bodyPr/>
                    <a:lstStyle/>
                    <a:p>
                      <a:pPr>
                        <a:lnSpc>
                          <a:spcPct val="100000"/>
                        </a:lnSpc>
                        <a:tabLst>
                          <a:tab pos="0" algn="l"/>
                        </a:tabLst>
                      </a:pPr>
                      <a:endParaRPr lang="en-US" sz="1000" b="0" u="none" strike="noStrike">
                        <a:solidFill>
                          <a:schemeClr val="tx1"/>
                        </a:solidFill>
                        <a:uFillTx/>
                        <a:latin typeface="Arial"/>
                      </a:endParaRPr>
                    </a:p>
                  </a:txBody>
                  <a:tcPr marL="36000" marR="9360"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1000" b="0" u="none" strike="noStrike" dirty="0">
                        <a:solidFill>
                          <a:schemeClr val="tx1"/>
                        </a:solidFill>
                        <a:uFillTx/>
                        <a:latin typeface="Arial"/>
                      </a:endParaRPr>
                    </a:p>
                  </a:txBody>
                  <a:tcPr marL="9360" marR="9360"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1000" b="0" u="none" strike="noStrike" dirty="0">
                        <a:solidFill>
                          <a:schemeClr val="tx1"/>
                        </a:solidFill>
                        <a:uFillTx/>
                        <a:latin typeface="Arial"/>
                      </a:endParaRPr>
                    </a:p>
                  </a:txBody>
                  <a:tcPr marL="9360" marR="9360"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extLst>
                  <a:ext uri="{0D108BD9-81ED-4DB2-BD59-A6C34878D82A}">
                    <a16:rowId xmlns:a16="http://schemas.microsoft.com/office/drawing/2014/main" val="10003"/>
                  </a:ext>
                </a:extLst>
              </a:tr>
              <a:tr h="186480">
                <a:tc>
                  <a:txBody>
                    <a:bodyPr/>
                    <a:lstStyle/>
                    <a:p>
                      <a:pPr>
                        <a:lnSpc>
                          <a:spcPct val="100000"/>
                        </a:lnSpc>
                        <a:tabLst>
                          <a:tab pos="0" algn="l"/>
                        </a:tabLst>
                      </a:pPr>
                      <a:endParaRPr lang="en-US" sz="1000" b="0" u="none" strike="noStrike">
                        <a:solidFill>
                          <a:schemeClr val="tx1"/>
                        </a:solidFill>
                        <a:uFillTx/>
                        <a:latin typeface="Arial"/>
                      </a:endParaRPr>
                    </a:p>
                  </a:txBody>
                  <a:tcPr marL="36000" marR="9360"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1000" b="0" u="none" strike="noStrike" dirty="0">
                        <a:solidFill>
                          <a:schemeClr val="tx1"/>
                        </a:solidFill>
                        <a:uFillTx/>
                        <a:latin typeface="Arial"/>
                      </a:endParaRPr>
                    </a:p>
                  </a:txBody>
                  <a:tcPr marL="9360" marR="9360"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1000" b="0" u="none" strike="noStrike">
                        <a:solidFill>
                          <a:schemeClr val="tx1"/>
                        </a:solidFill>
                        <a:uFillTx/>
                        <a:latin typeface="Arial"/>
                      </a:endParaRPr>
                    </a:p>
                  </a:txBody>
                  <a:tcPr marL="9360" marR="9360"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extLst>
                  <a:ext uri="{0D108BD9-81ED-4DB2-BD59-A6C34878D82A}">
                    <a16:rowId xmlns:a16="http://schemas.microsoft.com/office/drawing/2014/main" val="10004"/>
                  </a:ext>
                </a:extLst>
              </a:tr>
              <a:tr h="186480">
                <a:tc>
                  <a:txBody>
                    <a:bodyPr/>
                    <a:lstStyle/>
                    <a:p>
                      <a:pPr>
                        <a:lnSpc>
                          <a:spcPct val="100000"/>
                        </a:lnSpc>
                        <a:tabLst>
                          <a:tab pos="0" algn="l"/>
                        </a:tabLst>
                      </a:pPr>
                      <a:endParaRPr lang="en-US" sz="1000" b="0" u="none" strike="noStrike">
                        <a:solidFill>
                          <a:schemeClr val="tx1"/>
                        </a:solidFill>
                        <a:uFillTx/>
                        <a:latin typeface="Arial"/>
                      </a:endParaRPr>
                    </a:p>
                  </a:txBody>
                  <a:tcPr marL="36000" marR="9360"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1000" b="0" u="none" strike="noStrike">
                        <a:solidFill>
                          <a:schemeClr val="tx1"/>
                        </a:solidFill>
                        <a:uFillTx/>
                        <a:latin typeface="Arial"/>
                      </a:endParaRPr>
                    </a:p>
                  </a:txBody>
                  <a:tcPr marL="9360" marR="9360"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1000" b="0" u="none" strike="noStrike" dirty="0">
                        <a:solidFill>
                          <a:schemeClr val="tx1"/>
                        </a:solidFill>
                        <a:uFillTx/>
                        <a:latin typeface="Arial"/>
                      </a:endParaRPr>
                    </a:p>
                  </a:txBody>
                  <a:tcPr marL="9360" marR="9360"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extLst>
                  <a:ext uri="{0D108BD9-81ED-4DB2-BD59-A6C34878D82A}">
                    <a16:rowId xmlns:a16="http://schemas.microsoft.com/office/drawing/2014/main" val="10005"/>
                  </a:ext>
                </a:extLst>
              </a:tr>
              <a:tr h="186480">
                <a:tc>
                  <a:txBody>
                    <a:bodyPr/>
                    <a:lstStyle/>
                    <a:p>
                      <a:pPr>
                        <a:lnSpc>
                          <a:spcPct val="100000"/>
                        </a:lnSpc>
                        <a:tabLst>
                          <a:tab pos="0" algn="l"/>
                        </a:tabLst>
                      </a:pPr>
                      <a:endParaRPr lang="en-US" sz="1000" b="0" u="none" strike="noStrike">
                        <a:solidFill>
                          <a:schemeClr val="tx1"/>
                        </a:solidFill>
                        <a:uFillTx/>
                        <a:latin typeface="Arial"/>
                      </a:endParaRPr>
                    </a:p>
                  </a:txBody>
                  <a:tcPr marL="36000" marR="9360" anchor="ctr">
                    <a:lnL w="9360">
                      <a:solidFill>
                        <a:srgbClr val="000000"/>
                      </a:solidFill>
                      <a:prstDash val="solid"/>
                    </a:lnL>
                    <a:lnR w="9360">
                      <a:solidFill>
                        <a:srgbClr val="000000"/>
                      </a:solidFill>
                      <a:prstDash val="solid"/>
                    </a:lnR>
                    <a:lnT w="9360">
                      <a:solidFill>
                        <a:srgbClr val="000000"/>
                      </a:solidFill>
                      <a:prstDash val="solid"/>
                    </a:lnT>
                    <a:lnB w="12240">
                      <a:solidFill>
                        <a:srgbClr val="000000"/>
                      </a:solidFill>
                      <a:prstDash val="solid"/>
                    </a:lnB>
                    <a:noFill/>
                  </a:tcPr>
                </a:tc>
                <a:tc>
                  <a:txBody>
                    <a:bodyPr/>
                    <a:lstStyle/>
                    <a:p>
                      <a:pPr algn="ctr">
                        <a:lnSpc>
                          <a:spcPct val="100000"/>
                        </a:lnSpc>
                        <a:tabLst>
                          <a:tab pos="0" algn="l"/>
                        </a:tabLst>
                      </a:pPr>
                      <a:endParaRPr lang="en-US" sz="1000" b="0" u="none" strike="noStrike">
                        <a:solidFill>
                          <a:schemeClr val="tx1"/>
                        </a:solidFill>
                        <a:uFillTx/>
                        <a:latin typeface="Arial"/>
                      </a:endParaRPr>
                    </a:p>
                  </a:txBody>
                  <a:tcPr marL="9360" marR="9360" anchor="ctr">
                    <a:lnL w="9360">
                      <a:solidFill>
                        <a:srgbClr val="000000"/>
                      </a:solidFill>
                      <a:prstDash val="solid"/>
                    </a:lnL>
                    <a:lnR w="9360">
                      <a:solidFill>
                        <a:srgbClr val="000000"/>
                      </a:solidFill>
                      <a:prstDash val="solid"/>
                    </a:lnR>
                    <a:lnT w="9360">
                      <a:solidFill>
                        <a:srgbClr val="000000"/>
                      </a:solidFill>
                      <a:prstDash val="solid"/>
                    </a:lnT>
                    <a:lnB w="12240">
                      <a:solidFill>
                        <a:srgbClr val="000000"/>
                      </a:solidFill>
                      <a:prstDash val="solid"/>
                    </a:lnB>
                    <a:noFill/>
                  </a:tcPr>
                </a:tc>
                <a:tc>
                  <a:txBody>
                    <a:bodyPr/>
                    <a:lstStyle/>
                    <a:p>
                      <a:pPr algn="ctr">
                        <a:lnSpc>
                          <a:spcPct val="100000"/>
                        </a:lnSpc>
                        <a:tabLst>
                          <a:tab pos="0" algn="l"/>
                        </a:tabLst>
                      </a:pPr>
                      <a:endParaRPr lang="en-US" sz="1000" b="0" u="none" strike="noStrike" dirty="0">
                        <a:solidFill>
                          <a:schemeClr val="tx1"/>
                        </a:solidFill>
                        <a:uFillTx/>
                        <a:latin typeface="Arial"/>
                      </a:endParaRPr>
                    </a:p>
                  </a:txBody>
                  <a:tcPr marL="9360" marR="9360" anchor="ctr">
                    <a:lnL w="9360">
                      <a:solidFill>
                        <a:srgbClr val="000000"/>
                      </a:solidFill>
                      <a:prstDash val="solid"/>
                    </a:lnL>
                    <a:lnR w="9360">
                      <a:solidFill>
                        <a:srgbClr val="000000"/>
                      </a:solidFill>
                      <a:prstDash val="solid"/>
                    </a:lnR>
                    <a:lnT w="9360">
                      <a:solidFill>
                        <a:srgbClr val="000000"/>
                      </a:solidFill>
                      <a:prstDash val="solid"/>
                    </a:lnT>
                    <a:lnB w="12240">
                      <a:solidFill>
                        <a:srgbClr val="000000"/>
                      </a:solidFill>
                      <a:prstDash val="solid"/>
                    </a:lnB>
                    <a:noFill/>
                  </a:tcPr>
                </a:tc>
                <a:extLst>
                  <a:ext uri="{0D108BD9-81ED-4DB2-BD59-A6C34878D82A}">
                    <a16:rowId xmlns:a16="http://schemas.microsoft.com/office/drawing/2014/main" val="10006"/>
                  </a:ext>
                </a:extLst>
              </a:tr>
            </a:tbl>
          </a:graphicData>
        </a:graphic>
      </p:graphicFrame>
      <p:sp>
        <p:nvSpPr>
          <p:cNvPr id="386" name="Google Shape;182;p26"/>
          <p:cNvSpPr/>
          <p:nvPr/>
        </p:nvSpPr>
        <p:spPr>
          <a:xfrm>
            <a:off x="457200" y="7599568"/>
            <a:ext cx="3502080" cy="211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800" b="0" i="1" u="none" strike="noStrike" kern="1200" cap="none" spc="0" normalizeH="0" baseline="0" noProof="0" dirty="0">
                <a:ln>
                  <a:noFill/>
                </a:ln>
                <a:solidFill>
                  <a:srgbClr val="000000"/>
                </a:solidFill>
                <a:effectLst/>
                <a:uLnTx/>
                <a:uFillTx/>
                <a:latin typeface="Arial"/>
                <a:ea typeface="Arial"/>
                <a:cs typeface="+mn-cs"/>
              </a:rPr>
              <a:t>Source: AIRE</a:t>
            </a:r>
            <a:endParaRPr kumimoji="0" lang="en-US" sz="800" b="0" i="0" u="none" strike="noStrike" kern="1200" cap="none" spc="0" normalizeH="0" baseline="0" noProof="0" dirty="0">
              <a:ln>
                <a:noFill/>
              </a:ln>
              <a:solidFill>
                <a:srgbClr val="000000"/>
              </a:solidFill>
              <a:effectLst/>
              <a:uLnTx/>
              <a:uFillTx/>
              <a:latin typeface="Arial"/>
              <a:ea typeface="+mn-ea"/>
              <a:cs typeface="+mn-cs"/>
            </a:endParaRPr>
          </a:p>
        </p:txBody>
      </p:sp>
      <p:sp>
        <p:nvSpPr>
          <p:cNvPr id="387" name="Google Shape;183;p26"/>
          <p:cNvSpPr/>
          <p:nvPr/>
        </p:nvSpPr>
        <p:spPr>
          <a:xfrm>
            <a:off x="9899640" y="1551240"/>
            <a:ext cx="7881840" cy="7894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1200" b="1" i="0" u="none" strike="noStrike" kern="1200" cap="none" spc="0" normalizeH="0" baseline="0" noProof="0" dirty="0" err="1">
                <a:ln>
                  <a:noFill/>
                </a:ln>
                <a:solidFill>
                  <a:srgbClr val="000000"/>
                </a:solidFill>
                <a:effectLst/>
                <a:uLnTx/>
                <a:uFillTx/>
                <a:latin typeface="Arial"/>
                <a:ea typeface="Arial"/>
                <a:cs typeface="+mn-cs"/>
              </a:rPr>
              <a:t>srdtrguyh</a:t>
            </a:r>
            <a:endParaRPr kumimoji="0" lang="en-US" sz="1200" b="0" i="0" u="none" strike="noStrike" kern="1200" cap="none" spc="0" normalizeH="0" baseline="0" noProof="0" dirty="0">
              <a:ln>
                <a:noFill/>
              </a:ln>
              <a:solidFill>
                <a:srgbClr val="000000"/>
              </a:solidFill>
              <a:effectLst/>
              <a:uLnTx/>
              <a:uFillTx/>
              <a:latin typeface="Arial"/>
              <a:ea typeface="+mn-ea"/>
              <a:cs typeface="+mn-cs"/>
            </a:endParaRPr>
          </a:p>
        </p:txBody>
      </p:sp>
      <p:sp>
        <p:nvSpPr>
          <p:cNvPr id="2" name="Google Shape;183;p26">
            <a:extLst>
              <a:ext uri="{FF2B5EF4-FFF2-40B4-BE49-F238E27FC236}">
                <a16:creationId xmlns:a16="http://schemas.microsoft.com/office/drawing/2014/main" id="{959E6480-38A0-A3DF-CD0C-794644972EA2}"/>
              </a:ext>
            </a:extLst>
          </p:cNvPr>
          <p:cNvSpPr/>
          <p:nvPr/>
        </p:nvSpPr>
        <p:spPr>
          <a:xfrm>
            <a:off x="503280" y="1546200"/>
            <a:ext cx="7881840" cy="2295208"/>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118800" marR="0" lvl="1" indent="0" algn="just" defTabSz="914400" rtl="0" eaLnBrk="1" fontAlgn="auto" latinLnBrk="0" hangingPunct="1">
              <a:lnSpc>
                <a:spcPct val="100000"/>
              </a:lnSpc>
              <a:spcBef>
                <a:spcPts val="601"/>
              </a:spcBef>
              <a:spcAft>
                <a:spcPts val="0"/>
              </a:spcAft>
              <a:buClr>
                <a:srgbClr val="000000"/>
              </a:buClr>
              <a:buSzTx/>
              <a:buFontTx/>
              <a:buNone/>
              <a:tabLst>
                <a:tab pos="0" algn="l"/>
              </a:tabLst>
              <a:defRPr/>
            </a:pPr>
            <a:r>
              <a:rPr kumimoji="0" lang="en-US" sz="1200" b="0" i="0" u="none" strike="noStrike" kern="1200" cap="none" spc="0" normalizeH="0" baseline="0" noProof="0" dirty="0" err="1">
                <a:ln>
                  <a:noFill/>
                </a:ln>
                <a:solidFill>
                  <a:srgbClr val="000000"/>
                </a:solidFill>
                <a:effectLst/>
                <a:uLnTx/>
                <a:uFillTx/>
                <a:latin typeface="Arial"/>
                <a:ea typeface="Arial"/>
                <a:cs typeface="+mn-cs"/>
              </a:rPr>
              <a:t>erdtfgy</a:t>
            </a:r>
            <a:endParaRPr kumimoji="0" lang="en-US" sz="1200" b="0" i="0" u="none" strike="noStrike" kern="1200" cap="none" spc="0" normalizeH="0" baseline="0" noProof="0" dirty="0">
              <a:ln>
                <a:noFill/>
              </a:ln>
              <a:solidFill>
                <a:srgbClr val="000000"/>
              </a:solidFill>
              <a:effectLst/>
              <a:uLnTx/>
              <a:uFillTx/>
              <a:latin typeface="Arial"/>
              <a:ea typeface="+mn-ea"/>
              <a:cs typeface="+mn-c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8" name="Google Shape;190;p27"/>
          <p:cNvSpPr/>
          <p:nvPr/>
        </p:nvSpPr>
        <p:spPr>
          <a:xfrm>
            <a:off x="0" y="0"/>
            <a:ext cx="18287640" cy="1198800"/>
          </a:xfrm>
          <a:custGeom>
            <a:avLst/>
            <a:gdLst>
              <a:gd name="textAreaLeft" fmla="*/ 0 w 18287640"/>
              <a:gd name="textAreaRight" fmla="*/ 18290880 w 18287640"/>
              <a:gd name="textAreaTop" fmla="*/ 0 h 1198800"/>
              <a:gd name="textAreaBottom" fmla="*/ 1202040 h 1198800"/>
            </a:gdLst>
            <a:ahLst/>
            <a:cxnLst/>
            <a:rect l="textAreaLeft" t="textAreaTop" r="textAreaRight" b="textAreaBottom"/>
            <a:pathLst>
              <a:path w="4816592" h="316518">
                <a:moveTo>
                  <a:pt x="0" y="0"/>
                </a:moveTo>
                <a:lnTo>
                  <a:pt x="4816592" y="0"/>
                </a:lnTo>
                <a:lnTo>
                  <a:pt x="4816592" y="316518"/>
                </a:lnTo>
                <a:lnTo>
                  <a:pt x="0" y="316518"/>
                </a:lnTo>
                <a:close/>
              </a:path>
            </a:pathLst>
          </a:custGeom>
          <a:solidFill>
            <a:srgbClr val="234874"/>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endParaRPr kumimoji="0" lang="en-US" sz="1400" b="0" i="0" u="none" strike="noStrike" kern="1200" cap="none" spc="0" normalizeH="0" baseline="0" noProof="0">
              <a:ln>
                <a:noFill/>
              </a:ln>
              <a:solidFill>
                <a:srgbClr val="FFFFFF"/>
              </a:solidFill>
              <a:effectLst/>
              <a:uLnTx/>
              <a:uFillTx/>
              <a:latin typeface="Arial"/>
              <a:ea typeface="+mn-ea"/>
              <a:cs typeface="+mn-cs"/>
            </a:endParaRPr>
          </a:p>
        </p:txBody>
      </p:sp>
      <p:sp>
        <p:nvSpPr>
          <p:cNvPr id="389" name="Google Shape;191;p27"/>
          <p:cNvSpPr/>
          <p:nvPr/>
        </p:nvSpPr>
        <p:spPr>
          <a:xfrm>
            <a:off x="475200" y="669960"/>
            <a:ext cx="8780040" cy="852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0" marR="0" lvl="0" indent="0" algn="l" defTabSz="914400" rtl="0" eaLnBrk="1" fontAlgn="auto" latinLnBrk="0" hangingPunct="1">
              <a:lnSpc>
                <a:spcPct val="140000"/>
              </a:lnSpc>
              <a:spcBef>
                <a:spcPts val="0"/>
              </a:spcBef>
              <a:spcAft>
                <a:spcPts val="0"/>
              </a:spcAft>
              <a:buClrTx/>
              <a:buSzTx/>
              <a:buFontTx/>
              <a:buNone/>
              <a:tabLst>
                <a:tab pos="0" algn="l"/>
              </a:tabLst>
              <a:defRPr/>
            </a:pPr>
            <a:r>
              <a:rPr kumimoji="0" lang="en-US" sz="2000" b="0" i="0" u="none" strike="noStrike" kern="1200" cap="none" spc="0" normalizeH="0" baseline="0" noProof="0">
                <a:ln>
                  <a:noFill/>
                </a:ln>
                <a:solidFill>
                  <a:srgbClr val="FFFFFF"/>
                </a:solidFill>
                <a:effectLst/>
                <a:uLnTx/>
                <a:uFillTx/>
                <a:latin typeface="Century Schoolbook"/>
                <a:ea typeface="Century Schoolbook"/>
                <a:cs typeface="+mn-cs"/>
              </a:rPr>
              <a:t>ASSUMPTIONS</a:t>
            </a:r>
            <a:endParaRPr kumimoji="0" lang="en-US" sz="2000" b="0" i="0" u="none" strike="noStrike" kern="1200" cap="none" spc="0" normalizeH="0" baseline="0" noProof="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40000"/>
              </a:lnSpc>
              <a:spcBef>
                <a:spcPts val="0"/>
              </a:spcBef>
              <a:spcAft>
                <a:spcPts val="0"/>
              </a:spcAft>
              <a:buClrTx/>
              <a:buSzTx/>
              <a:buFontTx/>
              <a:buNone/>
              <a:tabLst>
                <a:tab pos="0" algn="l"/>
              </a:tabLst>
              <a:defRPr/>
            </a:pPr>
            <a:endParaRPr kumimoji="0" lang="en-US" sz="2000" b="0" i="0" u="none" strike="noStrike" kern="1200" cap="none" spc="0" normalizeH="0" baseline="0" noProof="0">
              <a:ln>
                <a:noFill/>
              </a:ln>
              <a:solidFill>
                <a:srgbClr val="000000"/>
              </a:solidFill>
              <a:effectLst/>
              <a:uLnTx/>
              <a:uFillTx/>
              <a:latin typeface="Arial"/>
              <a:ea typeface="+mn-ea"/>
              <a:cs typeface="+mn-cs"/>
            </a:endParaRPr>
          </a:p>
        </p:txBody>
      </p:sp>
      <p:sp>
        <p:nvSpPr>
          <p:cNvPr id="390" name="Google Shape;192;p27"/>
          <p:cNvSpPr/>
          <p:nvPr/>
        </p:nvSpPr>
        <p:spPr>
          <a:xfrm>
            <a:off x="475200" y="347400"/>
            <a:ext cx="539496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0" marR="0" lvl="0" indent="0" algn="l" defTabSz="914400" rtl="0" eaLnBrk="1" fontAlgn="auto" latinLnBrk="0" hangingPunct="1">
              <a:lnSpc>
                <a:spcPct val="140000"/>
              </a:lnSpc>
              <a:spcBef>
                <a:spcPts val="0"/>
              </a:spcBef>
              <a:spcAft>
                <a:spcPts val="0"/>
              </a:spcAft>
              <a:buClrTx/>
              <a:buSzTx/>
              <a:buFontTx/>
              <a:buNone/>
              <a:tabLst>
                <a:tab pos="0" algn="l"/>
              </a:tabLst>
              <a:defRPr/>
            </a:pPr>
            <a:r>
              <a:rPr kumimoji="0" lang="en-US" sz="1500" b="0" i="0" u="none" strike="noStrike" kern="1200" cap="none" spc="0" normalizeH="0" baseline="0" noProof="0">
                <a:ln>
                  <a:noFill/>
                </a:ln>
                <a:solidFill>
                  <a:srgbClr val="FFFFFF"/>
                </a:solidFill>
                <a:effectLst/>
                <a:uLnTx/>
                <a:uFillTx/>
                <a:latin typeface="Century Schoolbook"/>
                <a:ea typeface="Century Schoolbook"/>
                <a:cs typeface="+mn-cs"/>
              </a:rPr>
              <a:t>FINANCIAL AND INVESTMENT ANALYSIS</a:t>
            </a:r>
            <a:endParaRPr kumimoji="0" lang="en-US" sz="1500" b="0" i="0" u="none" strike="noStrike" kern="1200" cap="none" spc="0" normalizeH="0" baseline="0" noProof="0">
              <a:ln>
                <a:noFill/>
              </a:ln>
              <a:solidFill>
                <a:srgbClr val="000000"/>
              </a:solidFill>
              <a:effectLst/>
              <a:uLnTx/>
              <a:uFillTx/>
              <a:latin typeface="Arial"/>
              <a:ea typeface="+mn-ea"/>
              <a:cs typeface="+mn-cs"/>
            </a:endParaRPr>
          </a:p>
        </p:txBody>
      </p:sp>
      <p:sp>
        <p:nvSpPr>
          <p:cNvPr id="391" name="PlaceHolder 1"/>
          <p:cNvSpPr>
            <a:spLocks noGrp="1"/>
          </p:cNvSpPr>
          <p:nvPr>
            <p:ph type="sldNum" idx="98"/>
          </p:nvPr>
        </p:nvSpPr>
        <p:spPr>
          <a:prstGeom prst="rect">
            <a:avLst/>
          </a:prstGeom>
          <a:noFill/>
          <a:ln w="0">
            <a:noFill/>
          </a:ln>
        </p:spPr>
        <p:txBody>
          <a:bodyPr lIns="91440" tIns="45720" rIns="91440" bIns="45720" anchor="ctr">
            <a:noAutofit/>
          </a:bodyPr>
          <a:lstStyle>
            <a:lvl1pPr indent="0">
              <a:lnSpc>
                <a:spcPct val="100000"/>
              </a:lnSpc>
              <a:buNone/>
              <a:tabLst>
                <a:tab pos="0" algn="l"/>
              </a:tabLst>
              <a:defRPr lang="en-US" sz="1200" b="0" u="none" strike="noStrike">
                <a:solidFill>
                  <a:schemeClr val="dk1"/>
                </a:solidFill>
                <a:uFillTx/>
                <a:latin typeface="Alata"/>
                <a:ea typeface="Alata"/>
              </a:defRPr>
            </a:lvl1p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fld id="{BBCA9127-3D25-4CF9-BF2A-6373BBDD925C}" type="slidenum">
              <a:rPr kumimoji="0" lang="en-US" sz="1200" b="0" i="0" u="none" strike="noStrike" kern="1200" cap="none" spc="0" normalizeH="0" baseline="0" noProof="0">
                <a:ln>
                  <a:noFill/>
                </a:ln>
                <a:solidFill>
                  <a:srgbClr val="000000"/>
                </a:solidFill>
                <a:effectLst/>
                <a:uLnTx/>
                <a:uFillTx/>
                <a:latin typeface="Alata"/>
                <a:ea typeface="Alata"/>
                <a:cs typeface="+mn-cs"/>
              </a:rPr>
              <a:pPr marL="0" marR="0" lvl="0" indent="0" algn="l" defTabSz="914400" rtl="0" eaLnBrk="1" fontAlgn="auto" latinLnBrk="0" hangingPunct="1">
                <a:lnSpc>
                  <a:spcPct val="100000"/>
                </a:lnSpc>
                <a:spcBef>
                  <a:spcPts val="0"/>
                </a:spcBef>
                <a:spcAft>
                  <a:spcPts val="0"/>
                </a:spcAft>
                <a:buClrTx/>
                <a:buSzTx/>
                <a:buFontTx/>
                <a:buNone/>
                <a:tabLst>
                  <a:tab pos="0" algn="l"/>
                </a:tabLst>
                <a:defRPr/>
              </a:pPr>
              <a:t>3</a:t>
            </a:fld>
            <a:r>
              <a:rPr kumimoji="0" lang="en-US" sz="1200" b="0" i="0" u="none" strike="noStrike" kern="1200" cap="none" spc="0" normalizeH="0" baseline="0" noProof="0">
                <a:ln>
                  <a:noFill/>
                </a:ln>
                <a:solidFill>
                  <a:srgbClr val="000000"/>
                </a:solidFill>
                <a:effectLst/>
                <a:uLnTx/>
                <a:uFillTx/>
                <a:latin typeface="Alata"/>
                <a:ea typeface="Alata"/>
                <a:cs typeface="+mn-cs"/>
              </a:rPr>
              <a:t> © 2023 AIRE Consulting. All rights reserved.</a:t>
            </a:r>
            <a:endParaRPr kumimoji="0" lang="en-US" sz="1200" b="0" i="0" u="none" strike="noStrike" kern="1200" cap="none" spc="0" normalizeH="0" baseline="0" noProof="0">
              <a:ln>
                <a:noFill/>
              </a:ln>
              <a:solidFill>
                <a:srgbClr val="000000"/>
              </a:solidFill>
              <a:effectLst/>
              <a:uLnTx/>
              <a:uFillTx/>
              <a:latin typeface="Times New Roman"/>
              <a:cs typeface="+mn-cs"/>
            </a:endParaRPr>
          </a:p>
        </p:txBody>
      </p:sp>
      <p:graphicFrame>
        <p:nvGraphicFramePr>
          <p:cNvPr id="392" name="Google Shape;194;p27"/>
          <p:cNvGraphicFramePr/>
          <p:nvPr>
            <p:extLst>
              <p:ext uri="{D42A27DB-BD31-4B8C-83A1-F6EECF244321}">
                <p14:modId xmlns:p14="http://schemas.microsoft.com/office/powerpoint/2010/main" val="737887430"/>
              </p:ext>
            </p:extLst>
          </p:nvPr>
        </p:nvGraphicFramePr>
        <p:xfrm>
          <a:off x="520560" y="2993400"/>
          <a:ext cx="17081640" cy="4307400"/>
        </p:xfrm>
        <a:graphic>
          <a:graphicData uri="http://schemas.openxmlformats.org/drawingml/2006/table">
            <a:tbl>
              <a:tblPr/>
              <a:tblGrid>
                <a:gridCol w="2928240">
                  <a:extLst>
                    <a:ext uri="{9D8B030D-6E8A-4147-A177-3AD203B41FA5}">
                      <a16:colId xmlns:a16="http://schemas.microsoft.com/office/drawing/2014/main" val="20000"/>
                    </a:ext>
                  </a:extLst>
                </a:gridCol>
                <a:gridCol w="3124800">
                  <a:extLst>
                    <a:ext uri="{9D8B030D-6E8A-4147-A177-3AD203B41FA5}">
                      <a16:colId xmlns:a16="http://schemas.microsoft.com/office/drawing/2014/main" val="20001"/>
                    </a:ext>
                  </a:extLst>
                </a:gridCol>
                <a:gridCol w="1838520">
                  <a:extLst>
                    <a:ext uri="{9D8B030D-6E8A-4147-A177-3AD203B41FA5}">
                      <a16:colId xmlns:a16="http://schemas.microsoft.com/office/drawing/2014/main" val="20002"/>
                    </a:ext>
                  </a:extLst>
                </a:gridCol>
                <a:gridCol w="1838520">
                  <a:extLst>
                    <a:ext uri="{9D8B030D-6E8A-4147-A177-3AD203B41FA5}">
                      <a16:colId xmlns:a16="http://schemas.microsoft.com/office/drawing/2014/main" val="20003"/>
                    </a:ext>
                  </a:extLst>
                </a:gridCol>
                <a:gridCol w="1838520">
                  <a:extLst>
                    <a:ext uri="{9D8B030D-6E8A-4147-A177-3AD203B41FA5}">
                      <a16:colId xmlns:a16="http://schemas.microsoft.com/office/drawing/2014/main" val="20004"/>
                    </a:ext>
                  </a:extLst>
                </a:gridCol>
                <a:gridCol w="1838520">
                  <a:extLst>
                    <a:ext uri="{9D8B030D-6E8A-4147-A177-3AD203B41FA5}">
                      <a16:colId xmlns:a16="http://schemas.microsoft.com/office/drawing/2014/main" val="20005"/>
                    </a:ext>
                  </a:extLst>
                </a:gridCol>
                <a:gridCol w="1838520">
                  <a:extLst>
                    <a:ext uri="{9D8B030D-6E8A-4147-A177-3AD203B41FA5}">
                      <a16:colId xmlns:a16="http://schemas.microsoft.com/office/drawing/2014/main" val="20006"/>
                    </a:ext>
                  </a:extLst>
                </a:gridCol>
                <a:gridCol w="1836000">
                  <a:extLst>
                    <a:ext uri="{9D8B030D-6E8A-4147-A177-3AD203B41FA5}">
                      <a16:colId xmlns:a16="http://schemas.microsoft.com/office/drawing/2014/main" val="20007"/>
                    </a:ext>
                  </a:extLst>
                </a:gridCol>
              </a:tblGrid>
              <a:tr h="348120">
                <a:tc>
                  <a:txBody>
                    <a:bodyPr/>
                    <a:lstStyle/>
                    <a:p>
                      <a:pPr algn="ctr">
                        <a:lnSpc>
                          <a:spcPct val="100000"/>
                        </a:lnSpc>
                        <a:tabLst>
                          <a:tab pos="0" algn="l"/>
                        </a:tabLst>
                      </a:pPr>
                      <a:endParaRPr lang="en-US" sz="900" b="0" u="none" strike="noStrike" dirty="0">
                        <a:solidFill>
                          <a:srgbClr val="000000"/>
                        </a:solidFill>
                        <a:uFillTx/>
                        <a:latin typeface="Arial"/>
                      </a:endParaRPr>
                    </a:p>
                  </a:txBody>
                  <a:tcPr marL="9360" marR="9360" marT="0" marB="0"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E2A300"/>
                    </a:solidFill>
                  </a:tcPr>
                </a:tc>
                <a:tc>
                  <a:txBody>
                    <a:bodyPr/>
                    <a:lstStyle/>
                    <a:p>
                      <a:pPr algn="ctr">
                        <a:lnSpc>
                          <a:spcPct val="100000"/>
                        </a:lnSpc>
                        <a:tabLst>
                          <a:tab pos="0" algn="l"/>
                        </a:tabLst>
                      </a:pPr>
                      <a:endParaRPr lang="en-US" sz="900" b="0" u="none" strike="noStrike" dirty="0">
                        <a:solidFill>
                          <a:srgbClr val="000000"/>
                        </a:solidFill>
                        <a:uFillTx/>
                        <a:latin typeface="Arial"/>
                      </a:endParaRPr>
                    </a:p>
                  </a:txBody>
                  <a:tcPr marL="9360" marR="9360" marT="0" marB="0"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E2A300"/>
                    </a:solidFill>
                  </a:tcPr>
                </a:tc>
                <a:tc>
                  <a:txBody>
                    <a:bodyPr/>
                    <a:lstStyle/>
                    <a:p>
                      <a:pPr algn="ctr">
                        <a:lnSpc>
                          <a:spcPct val="100000"/>
                        </a:lnSpc>
                        <a:tabLst>
                          <a:tab pos="0" algn="l"/>
                        </a:tabLst>
                      </a:pPr>
                      <a:endParaRPr lang="en-US" sz="900" b="0" u="none" strike="noStrike" dirty="0">
                        <a:solidFill>
                          <a:srgbClr val="000000"/>
                        </a:solidFill>
                        <a:uFillTx/>
                        <a:latin typeface="Arial"/>
                      </a:endParaRPr>
                    </a:p>
                  </a:txBody>
                  <a:tcPr marL="9360" marR="9360" marT="0" marB="0"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E2A300"/>
                    </a:solidFill>
                  </a:tcPr>
                </a:tc>
                <a:tc>
                  <a:txBody>
                    <a:bodyPr/>
                    <a:lstStyle/>
                    <a:p>
                      <a:pPr algn="ctr">
                        <a:lnSpc>
                          <a:spcPct val="100000"/>
                        </a:lnSpc>
                        <a:tabLst>
                          <a:tab pos="0" algn="l"/>
                        </a:tabLst>
                      </a:pPr>
                      <a:endParaRPr lang="en-US" sz="900" b="0" u="none" strike="noStrike" dirty="0">
                        <a:solidFill>
                          <a:srgbClr val="000000"/>
                        </a:solidFill>
                        <a:uFillTx/>
                        <a:latin typeface="Arial"/>
                      </a:endParaRPr>
                    </a:p>
                  </a:txBody>
                  <a:tcPr marL="9360" marR="9360" marT="0" marB="0"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E2A300"/>
                    </a:solidFill>
                  </a:tcPr>
                </a:tc>
                <a:tc>
                  <a:txBody>
                    <a:bodyPr/>
                    <a:lstStyle/>
                    <a:p>
                      <a:pPr algn="ctr">
                        <a:lnSpc>
                          <a:spcPct val="100000"/>
                        </a:lnSpc>
                        <a:tabLst>
                          <a:tab pos="0" algn="l"/>
                        </a:tabLst>
                      </a:pPr>
                      <a:endParaRPr lang="en-US" sz="900" b="0" u="none" strike="noStrike" dirty="0">
                        <a:solidFill>
                          <a:srgbClr val="000000"/>
                        </a:solidFill>
                        <a:uFillTx/>
                        <a:latin typeface="Arial"/>
                      </a:endParaRPr>
                    </a:p>
                  </a:txBody>
                  <a:tcPr marL="9360" marR="9360" marT="0" marB="0"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E2A300"/>
                    </a:solidFill>
                  </a:tcPr>
                </a:tc>
                <a:tc>
                  <a:txBody>
                    <a:bodyPr/>
                    <a:lstStyle/>
                    <a:p>
                      <a:pPr algn="ctr">
                        <a:lnSpc>
                          <a:spcPct val="100000"/>
                        </a:lnSpc>
                        <a:tabLst>
                          <a:tab pos="0" algn="l"/>
                        </a:tabLst>
                      </a:pPr>
                      <a:endParaRPr lang="en-US" sz="900" b="0" u="none" strike="noStrike" dirty="0">
                        <a:solidFill>
                          <a:srgbClr val="000000"/>
                        </a:solidFill>
                        <a:uFillTx/>
                        <a:latin typeface="Arial"/>
                      </a:endParaRPr>
                    </a:p>
                  </a:txBody>
                  <a:tcPr marL="9360" marR="9360" marT="0" marB="0"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E2A300"/>
                    </a:solidFill>
                  </a:tcPr>
                </a:tc>
                <a:tc>
                  <a:txBody>
                    <a:bodyPr/>
                    <a:lstStyle/>
                    <a:p>
                      <a:pPr algn="ctr">
                        <a:lnSpc>
                          <a:spcPct val="100000"/>
                        </a:lnSpc>
                        <a:tabLst>
                          <a:tab pos="0" algn="l"/>
                        </a:tabLst>
                      </a:pPr>
                      <a:endParaRPr lang="en-US" sz="900" b="0" u="none" strike="noStrike" dirty="0">
                        <a:solidFill>
                          <a:srgbClr val="000000"/>
                        </a:solidFill>
                        <a:uFillTx/>
                        <a:latin typeface="Arial"/>
                      </a:endParaRPr>
                    </a:p>
                  </a:txBody>
                  <a:tcPr marL="9360" marR="9360" marT="0" marB="0"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E2A300"/>
                    </a:solidFill>
                  </a:tcPr>
                </a:tc>
                <a:tc>
                  <a:txBody>
                    <a:bodyPr/>
                    <a:lstStyle/>
                    <a:p>
                      <a:pPr algn="ctr">
                        <a:lnSpc>
                          <a:spcPct val="100000"/>
                        </a:lnSpc>
                        <a:tabLst>
                          <a:tab pos="0" algn="l"/>
                        </a:tabLst>
                      </a:pPr>
                      <a:endParaRPr lang="en-US" sz="900" b="0" u="none" strike="noStrike" dirty="0">
                        <a:solidFill>
                          <a:srgbClr val="000000"/>
                        </a:solidFill>
                        <a:uFillTx/>
                        <a:latin typeface="Arial"/>
                      </a:endParaRPr>
                    </a:p>
                  </a:txBody>
                  <a:tcPr marL="9360" marR="9360" marT="0" marB="0"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E2A300"/>
                    </a:solidFill>
                  </a:tcPr>
                </a:tc>
                <a:extLst>
                  <a:ext uri="{0D108BD9-81ED-4DB2-BD59-A6C34878D82A}">
                    <a16:rowId xmlns:a16="http://schemas.microsoft.com/office/drawing/2014/main" val="10000"/>
                  </a:ext>
                </a:extLst>
              </a:tr>
              <a:tr h="219960">
                <a:tc>
                  <a:txBody>
                    <a:bodyPr/>
                    <a:lstStyle/>
                    <a:p>
                      <a:pPr algn="ctr">
                        <a:lnSpc>
                          <a:spcPct val="100000"/>
                        </a:lnSpc>
                        <a:tabLst>
                          <a:tab pos="0" algn="l"/>
                        </a:tabLst>
                      </a:pPr>
                      <a:endParaRPr lang="en-US" sz="900" b="0" u="none" strike="noStrike" dirty="0">
                        <a:solidFill>
                          <a:srgbClr val="FFFFFF"/>
                        </a:solidFill>
                        <a:uFillTx/>
                        <a:latin typeface="Arial"/>
                      </a:endParaRPr>
                    </a:p>
                  </a:txBody>
                  <a:tcPr marL="9360" marR="9360" marT="0" marB="0" anchor="ctr">
                    <a:lnL w="9360">
                      <a:solidFill>
                        <a:srgbClr val="000000"/>
                      </a:solidFill>
                      <a:prstDash val="solid"/>
                    </a:lnL>
                    <a:lnR w="9360">
                      <a:solidFill>
                        <a:srgbClr val="000000"/>
                      </a:solidFill>
                      <a:prstDash val="solid"/>
                    </a:lnR>
                    <a:lnT w="9360">
                      <a:solidFill>
                        <a:srgbClr val="000000"/>
                      </a:solidFill>
                      <a:prstDash val="solid"/>
                    </a:lnT>
                    <a:lnB w="9360">
                      <a:solidFill>
                        <a:srgbClr val="FFFFFF"/>
                      </a:solidFill>
                      <a:prstDash val="solid"/>
                    </a:lnB>
                    <a:solidFill>
                      <a:srgbClr val="234874"/>
                    </a:solidFill>
                  </a:tcPr>
                </a:tc>
                <a:tc>
                  <a:txBody>
                    <a:bodyPr/>
                    <a:lstStyle/>
                    <a:p>
                      <a:pPr algn="ctr">
                        <a:lnSpc>
                          <a:spcPct val="100000"/>
                        </a:lnSpc>
                        <a:tabLst>
                          <a:tab pos="0" algn="l"/>
                        </a:tabLst>
                      </a:pPr>
                      <a:endParaRPr lang="en-US" sz="900" b="0" u="none" strike="noStrike" dirty="0">
                        <a:solidFill>
                          <a:schemeClr val="bg1"/>
                        </a:solidFill>
                        <a:uFillTx/>
                        <a:latin typeface="Arial"/>
                      </a:endParaRPr>
                    </a:p>
                  </a:txBody>
                  <a:tcPr marL="9360" marR="9360" marT="0" marB="0" anchor="ctr">
                    <a:lnL w="9360">
                      <a:solidFill>
                        <a:srgbClr val="000000"/>
                      </a:solidFill>
                      <a:prstDash val="solid"/>
                    </a:lnL>
                    <a:lnR w="9360">
                      <a:solidFill>
                        <a:srgbClr val="000000"/>
                      </a:solidFill>
                      <a:prstDash val="solid"/>
                    </a:lnR>
                    <a:lnT w="9360">
                      <a:solidFill>
                        <a:srgbClr val="000000"/>
                      </a:solidFill>
                      <a:prstDash val="solid"/>
                    </a:lnT>
                    <a:lnB w="9360">
                      <a:solidFill>
                        <a:srgbClr val="FFFFFF"/>
                      </a:solidFill>
                      <a:prstDash val="solid"/>
                    </a:lnB>
                    <a:solidFill>
                      <a:srgbClr val="234874"/>
                    </a:solidFill>
                  </a:tcPr>
                </a:tc>
                <a:tc>
                  <a:txBody>
                    <a:bodyPr/>
                    <a:lstStyle/>
                    <a:p>
                      <a:pPr algn="ctr">
                        <a:lnSpc>
                          <a:spcPct val="100000"/>
                        </a:lnSpc>
                        <a:tabLst>
                          <a:tab pos="0" algn="l"/>
                        </a:tabLst>
                      </a:pPr>
                      <a:endParaRPr lang="en-US" sz="900" b="0" u="none" strike="noStrike" dirty="0">
                        <a:solidFill>
                          <a:schemeClr val="bg1"/>
                        </a:solidFill>
                        <a:uFillTx/>
                        <a:latin typeface="Arial"/>
                      </a:endParaRPr>
                    </a:p>
                  </a:txBody>
                  <a:tcPr marL="9360" marR="9360" marT="0" marB="0" anchor="ctr">
                    <a:lnL w="9360">
                      <a:solidFill>
                        <a:srgbClr val="000000"/>
                      </a:solidFill>
                      <a:prstDash val="solid"/>
                    </a:lnL>
                    <a:lnR w="9360">
                      <a:solidFill>
                        <a:srgbClr val="000000"/>
                      </a:solidFill>
                      <a:prstDash val="solid"/>
                    </a:lnR>
                    <a:lnT w="9360">
                      <a:solidFill>
                        <a:srgbClr val="000000"/>
                      </a:solidFill>
                      <a:prstDash val="solid"/>
                    </a:lnT>
                    <a:lnB w="9360">
                      <a:solidFill>
                        <a:srgbClr val="FFFFFF"/>
                      </a:solidFill>
                      <a:prstDash val="solid"/>
                    </a:lnB>
                    <a:solidFill>
                      <a:srgbClr val="234874"/>
                    </a:solidFill>
                  </a:tcPr>
                </a:tc>
                <a:tc>
                  <a:txBody>
                    <a:bodyPr/>
                    <a:lstStyle/>
                    <a:p>
                      <a:pPr algn="ctr">
                        <a:lnSpc>
                          <a:spcPct val="100000"/>
                        </a:lnSpc>
                        <a:tabLst>
                          <a:tab pos="0" algn="l"/>
                        </a:tabLst>
                      </a:pPr>
                      <a:endParaRPr lang="en-US" sz="900" b="0" u="none" strike="noStrike" dirty="0">
                        <a:solidFill>
                          <a:schemeClr val="bg1"/>
                        </a:solidFill>
                        <a:uFillTx/>
                        <a:latin typeface="Arial"/>
                      </a:endParaRPr>
                    </a:p>
                  </a:txBody>
                  <a:tcPr marL="9360" marR="9360" marT="0" marB="0" anchor="ctr">
                    <a:lnL w="9360">
                      <a:solidFill>
                        <a:srgbClr val="000000"/>
                      </a:solidFill>
                      <a:prstDash val="solid"/>
                    </a:lnL>
                    <a:lnR w="9360">
                      <a:solidFill>
                        <a:srgbClr val="000000"/>
                      </a:solidFill>
                      <a:prstDash val="solid"/>
                    </a:lnR>
                    <a:lnT w="9360">
                      <a:solidFill>
                        <a:srgbClr val="000000"/>
                      </a:solidFill>
                      <a:prstDash val="solid"/>
                    </a:lnT>
                    <a:lnB w="9360">
                      <a:solidFill>
                        <a:srgbClr val="FFFFFF"/>
                      </a:solidFill>
                      <a:prstDash val="solid"/>
                    </a:lnB>
                    <a:solidFill>
                      <a:srgbClr val="234874"/>
                    </a:solidFill>
                  </a:tcPr>
                </a:tc>
                <a:tc>
                  <a:txBody>
                    <a:bodyPr/>
                    <a:lstStyle/>
                    <a:p>
                      <a:pPr algn="ctr">
                        <a:lnSpc>
                          <a:spcPct val="100000"/>
                        </a:lnSpc>
                        <a:tabLst>
                          <a:tab pos="0" algn="l"/>
                        </a:tabLst>
                      </a:pPr>
                      <a:endParaRPr lang="en-US" sz="900" b="0" u="none" strike="noStrike" dirty="0">
                        <a:solidFill>
                          <a:schemeClr val="bg1"/>
                        </a:solidFill>
                        <a:uFillTx/>
                        <a:latin typeface="Arial"/>
                      </a:endParaRPr>
                    </a:p>
                  </a:txBody>
                  <a:tcPr marL="9360" marR="9360" marT="0" marB="0" anchor="ctr">
                    <a:lnL w="9360">
                      <a:solidFill>
                        <a:srgbClr val="000000"/>
                      </a:solidFill>
                      <a:prstDash val="solid"/>
                    </a:lnL>
                    <a:lnR w="9360">
                      <a:solidFill>
                        <a:srgbClr val="000000"/>
                      </a:solidFill>
                      <a:prstDash val="solid"/>
                    </a:lnR>
                    <a:lnT w="9360">
                      <a:solidFill>
                        <a:srgbClr val="000000"/>
                      </a:solidFill>
                      <a:prstDash val="solid"/>
                    </a:lnT>
                    <a:lnB w="9360">
                      <a:solidFill>
                        <a:srgbClr val="FFFFFF"/>
                      </a:solidFill>
                      <a:prstDash val="solid"/>
                    </a:lnB>
                    <a:solidFill>
                      <a:srgbClr val="234874"/>
                    </a:solidFill>
                  </a:tcPr>
                </a:tc>
                <a:tc>
                  <a:txBody>
                    <a:bodyPr/>
                    <a:lstStyle/>
                    <a:p>
                      <a:pPr algn="ctr">
                        <a:lnSpc>
                          <a:spcPct val="100000"/>
                        </a:lnSpc>
                        <a:tabLst>
                          <a:tab pos="0" algn="l"/>
                        </a:tabLst>
                      </a:pPr>
                      <a:endParaRPr lang="en-US" sz="900" b="0" u="none" strike="noStrike" dirty="0">
                        <a:solidFill>
                          <a:schemeClr val="bg1"/>
                        </a:solidFill>
                        <a:uFillTx/>
                        <a:latin typeface="Arial"/>
                      </a:endParaRPr>
                    </a:p>
                  </a:txBody>
                  <a:tcPr marL="9360" marR="9360" marT="0" marB="0" anchor="ctr">
                    <a:lnL w="9360">
                      <a:solidFill>
                        <a:srgbClr val="000000"/>
                      </a:solidFill>
                      <a:prstDash val="solid"/>
                    </a:lnL>
                    <a:lnR w="9360">
                      <a:solidFill>
                        <a:srgbClr val="000000"/>
                      </a:solidFill>
                      <a:prstDash val="solid"/>
                    </a:lnR>
                    <a:lnT w="9360">
                      <a:solidFill>
                        <a:srgbClr val="000000"/>
                      </a:solidFill>
                      <a:prstDash val="solid"/>
                    </a:lnT>
                    <a:lnB w="9360">
                      <a:solidFill>
                        <a:srgbClr val="FFFFFF"/>
                      </a:solidFill>
                      <a:prstDash val="solid"/>
                    </a:lnB>
                    <a:solidFill>
                      <a:srgbClr val="234874"/>
                    </a:solidFill>
                  </a:tcPr>
                </a:tc>
                <a:tc>
                  <a:txBody>
                    <a:bodyPr/>
                    <a:lstStyle/>
                    <a:p>
                      <a:pPr algn="ctr">
                        <a:lnSpc>
                          <a:spcPct val="100000"/>
                        </a:lnSpc>
                        <a:tabLst>
                          <a:tab pos="0" algn="l"/>
                        </a:tabLst>
                      </a:pPr>
                      <a:endParaRPr lang="en-US" sz="900" b="0" u="none" strike="noStrike" dirty="0">
                        <a:solidFill>
                          <a:schemeClr val="bg1"/>
                        </a:solidFill>
                        <a:uFillTx/>
                        <a:latin typeface="Arial"/>
                      </a:endParaRPr>
                    </a:p>
                  </a:txBody>
                  <a:tcPr marL="9360" marR="9360" marT="0" marB="0" anchor="ctr">
                    <a:lnL w="9360">
                      <a:solidFill>
                        <a:srgbClr val="000000"/>
                      </a:solidFill>
                      <a:prstDash val="solid"/>
                    </a:lnL>
                    <a:lnR w="12240">
                      <a:solidFill>
                        <a:srgbClr val="FFFFFF"/>
                      </a:solidFill>
                      <a:prstDash val="solid"/>
                    </a:lnR>
                    <a:lnT w="9360">
                      <a:solidFill>
                        <a:srgbClr val="000000"/>
                      </a:solidFill>
                      <a:prstDash val="solid"/>
                    </a:lnT>
                    <a:lnB w="9360">
                      <a:solidFill>
                        <a:srgbClr val="FFFFFF"/>
                      </a:solidFill>
                      <a:prstDash val="solid"/>
                    </a:lnB>
                    <a:solidFill>
                      <a:srgbClr val="234874"/>
                    </a:solidFill>
                  </a:tcPr>
                </a:tc>
                <a:tc>
                  <a:txBody>
                    <a:bodyPr/>
                    <a:lstStyle/>
                    <a:p>
                      <a:pPr algn="ctr">
                        <a:lnSpc>
                          <a:spcPct val="100000"/>
                        </a:lnSpc>
                        <a:tabLst>
                          <a:tab pos="0" algn="l"/>
                        </a:tabLst>
                      </a:pPr>
                      <a:endParaRPr lang="en-US" sz="900" b="0" u="none" strike="noStrike" dirty="0">
                        <a:solidFill>
                          <a:schemeClr val="bg1"/>
                        </a:solidFill>
                        <a:uFillTx/>
                        <a:latin typeface="Arial"/>
                      </a:endParaRPr>
                    </a:p>
                  </a:txBody>
                  <a:tcPr marL="9360" marR="9360" marT="0" marB="0" anchor="ctr">
                    <a:lnL w="12240">
                      <a:solidFill>
                        <a:srgbClr val="FFFFFF"/>
                      </a:solidFill>
                      <a:prstDash val="solid"/>
                    </a:lnL>
                    <a:lnR w="9360">
                      <a:solidFill>
                        <a:srgbClr val="000000"/>
                      </a:solidFill>
                      <a:prstDash val="solid"/>
                    </a:lnR>
                    <a:lnT w="9360">
                      <a:solidFill>
                        <a:srgbClr val="000000"/>
                      </a:solidFill>
                      <a:prstDash val="solid"/>
                    </a:lnT>
                    <a:lnB w="9360">
                      <a:solidFill>
                        <a:srgbClr val="FFFFFF"/>
                      </a:solidFill>
                      <a:prstDash val="solid"/>
                    </a:lnB>
                    <a:solidFill>
                      <a:srgbClr val="234874"/>
                    </a:solidFill>
                  </a:tcPr>
                </a:tc>
                <a:extLst>
                  <a:ext uri="{0D108BD9-81ED-4DB2-BD59-A6C34878D82A}">
                    <a16:rowId xmlns:a16="http://schemas.microsoft.com/office/drawing/2014/main" val="10001"/>
                  </a:ext>
                </a:extLst>
              </a:tr>
              <a:tr h="219960">
                <a:tc>
                  <a:txBody>
                    <a:bodyPr/>
                    <a:lstStyle/>
                    <a:p>
                      <a:pPr>
                        <a:lnSpc>
                          <a:spcPct val="100000"/>
                        </a:lnSpc>
                        <a:tabLst>
                          <a:tab pos="0" algn="l"/>
                        </a:tabLst>
                      </a:pPr>
                      <a:endParaRPr lang="en-US" sz="900" b="0" u="none" strike="noStrike" dirty="0">
                        <a:solidFill>
                          <a:srgbClr val="000000"/>
                        </a:solidFill>
                        <a:uFillTx/>
                        <a:latin typeface="Arial"/>
                      </a:endParaRPr>
                    </a:p>
                  </a:txBody>
                  <a:tcPr marT="0" marB="0" anchor="ctr">
                    <a:lnL w="9360">
                      <a:solidFill>
                        <a:srgbClr val="000000"/>
                      </a:solidFill>
                      <a:prstDash val="solid"/>
                    </a:lnL>
                    <a:lnR w="9360">
                      <a:solidFill>
                        <a:srgbClr val="000000"/>
                      </a:solidFill>
                      <a:prstDash val="solid"/>
                    </a:lnR>
                    <a:lnT w="9360">
                      <a:solidFill>
                        <a:srgbClr val="FFFFFF"/>
                      </a:solidFill>
                      <a:prstDash val="solid"/>
                    </a:lnT>
                    <a:lnB w="9360">
                      <a:solidFill>
                        <a:srgbClr val="000000"/>
                      </a:solidFill>
                      <a:prstDash val="dot"/>
                    </a:lnB>
                    <a:solidFill>
                      <a:srgbClr val="D9EEE9"/>
                    </a:solidFill>
                  </a:tcPr>
                </a:tc>
                <a:tc>
                  <a:txBody>
                    <a:bodyPr/>
                    <a:lstStyle/>
                    <a:p>
                      <a:pPr>
                        <a:lnSpc>
                          <a:spcPct val="100000"/>
                        </a:lnSpc>
                        <a:tabLst>
                          <a:tab pos="0" algn="l"/>
                        </a:tabLst>
                      </a:pPr>
                      <a:endParaRPr lang="en-US" sz="900" b="0" u="none" strike="noStrike" dirty="0">
                        <a:solidFill>
                          <a:srgbClr val="000000"/>
                        </a:solidFill>
                        <a:uFillTx/>
                        <a:latin typeface="Arial"/>
                      </a:endParaRPr>
                    </a:p>
                  </a:txBody>
                  <a:tcPr marT="0" marB="0" anchor="ctr">
                    <a:lnL w="9360">
                      <a:solidFill>
                        <a:srgbClr val="000000"/>
                      </a:solidFill>
                      <a:prstDash val="solid"/>
                    </a:lnL>
                    <a:lnR w="9360">
                      <a:solidFill>
                        <a:srgbClr val="000000"/>
                      </a:solidFill>
                      <a:prstDash val="solid"/>
                    </a:lnR>
                    <a:lnT w="9360">
                      <a:solidFill>
                        <a:srgbClr val="FFFFFF"/>
                      </a:solidFill>
                      <a:prstDash val="solid"/>
                    </a:lnT>
                    <a:lnB w="9360">
                      <a:solidFill>
                        <a:srgbClr val="000000"/>
                      </a:solidFill>
                      <a:prstDash val="dot"/>
                    </a:lnB>
                    <a:solidFill>
                      <a:srgbClr val="D9EEE9"/>
                    </a:solid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solid"/>
                    </a:lnL>
                    <a:lnR w="9360">
                      <a:solidFill>
                        <a:srgbClr val="000000"/>
                      </a:solidFill>
                      <a:prstDash val="solid"/>
                    </a:lnR>
                    <a:lnT w="9360">
                      <a:solidFill>
                        <a:srgbClr val="FFFFFF"/>
                      </a:solidFill>
                      <a:prstDash val="solid"/>
                    </a:lnT>
                    <a:lnB w="9360">
                      <a:solidFill>
                        <a:srgbClr val="000000"/>
                      </a:solidFill>
                      <a:prstDash val="dot"/>
                    </a:lnB>
                    <a:solidFill>
                      <a:srgbClr val="D9EEE9"/>
                    </a:solid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solid"/>
                    </a:lnL>
                    <a:lnR w="9360">
                      <a:solidFill>
                        <a:srgbClr val="000000"/>
                      </a:solidFill>
                      <a:prstDash val="solid"/>
                    </a:lnR>
                    <a:lnT w="9360">
                      <a:solidFill>
                        <a:srgbClr val="FFFFFF"/>
                      </a:solidFill>
                      <a:prstDash val="solid"/>
                    </a:lnT>
                    <a:lnB w="9360">
                      <a:solidFill>
                        <a:srgbClr val="000000"/>
                      </a:solidFill>
                      <a:prstDash val="dot"/>
                    </a:lnB>
                    <a:solidFill>
                      <a:srgbClr val="D9EEE9"/>
                    </a:solid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solid"/>
                    </a:lnL>
                    <a:lnR w="9360">
                      <a:solidFill>
                        <a:srgbClr val="000000"/>
                      </a:solidFill>
                      <a:prstDash val="solid"/>
                    </a:lnR>
                    <a:lnT w="9360">
                      <a:solidFill>
                        <a:srgbClr val="FFFFFF"/>
                      </a:solidFill>
                      <a:prstDash val="solid"/>
                    </a:lnT>
                    <a:lnB w="9360">
                      <a:solidFill>
                        <a:srgbClr val="000000"/>
                      </a:solidFill>
                      <a:prstDash val="dot"/>
                    </a:lnB>
                    <a:solidFill>
                      <a:srgbClr val="D9EEE9"/>
                    </a:solid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solid"/>
                    </a:lnL>
                    <a:lnR w="9360">
                      <a:solidFill>
                        <a:srgbClr val="000000"/>
                      </a:solidFill>
                      <a:prstDash val="solid"/>
                    </a:lnR>
                    <a:lnT w="9360">
                      <a:solidFill>
                        <a:srgbClr val="FFFFFF"/>
                      </a:solidFill>
                      <a:prstDash val="solid"/>
                    </a:lnT>
                    <a:lnB w="9360">
                      <a:solidFill>
                        <a:srgbClr val="000000"/>
                      </a:solidFill>
                      <a:prstDash val="dot"/>
                    </a:lnB>
                    <a:solidFill>
                      <a:srgbClr val="D9EEE9"/>
                    </a:solid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solid"/>
                    </a:lnL>
                    <a:lnR w="12240">
                      <a:solidFill>
                        <a:srgbClr val="FFFFFF"/>
                      </a:solidFill>
                      <a:prstDash val="solid"/>
                    </a:lnR>
                    <a:lnT w="9360">
                      <a:solidFill>
                        <a:srgbClr val="FFFFFF"/>
                      </a:solidFill>
                      <a:prstDash val="solid"/>
                    </a:lnT>
                    <a:lnB w="9360">
                      <a:solidFill>
                        <a:srgbClr val="000000"/>
                      </a:solidFill>
                      <a:prstDash val="dot"/>
                    </a:lnB>
                    <a:solidFill>
                      <a:srgbClr val="D9EEE9"/>
                    </a:solid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12240">
                      <a:solidFill>
                        <a:srgbClr val="FFFFFF"/>
                      </a:solidFill>
                      <a:prstDash val="solid"/>
                    </a:lnL>
                    <a:lnR w="9360">
                      <a:solidFill>
                        <a:srgbClr val="000000"/>
                      </a:solidFill>
                      <a:prstDash val="solid"/>
                    </a:lnR>
                    <a:lnT w="9360">
                      <a:solidFill>
                        <a:srgbClr val="FFFFFF"/>
                      </a:solidFill>
                      <a:prstDash val="solid"/>
                    </a:lnT>
                    <a:lnB w="9360">
                      <a:solidFill>
                        <a:srgbClr val="000000"/>
                      </a:solidFill>
                      <a:prstDash val="dot"/>
                    </a:lnB>
                    <a:solidFill>
                      <a:srgbClr val="D9EEE9"/>
                    </a:solidFill>
                  </a:tcPr>
                </a:tc>
                <a:extLst>
                  <a:ext uri="{0D108BD9-81ED-4DB2-BD59-A6C34878D82A}">
                    <a16:rowId xmlns:a16="http://schemas.microsoft.com/office/drawing/2014/main" val="10002"/>
                  </a:ext>
                </a:extLst>
              </a:tr>
              <a:tr h="219960">
                <a:tc>
                  <a:txBody>
                    <a:bodyPr/>
                    <a:lstStyle/>
                    <a:p>
                      <a:pP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extLst>
                  <a:ext uri="{0D108BD9-81ED-4DB2-BD59-A6C34878D82A}">
                    <a16:rowId xmlns:a16="http://schemas.microsoft.com/office/drawing/2014/main" val="10003"/>
                  </a:ext>
                </a:extLst>
              </a:tr>
              <a:tr h="219960">
                <a:tc>
                  <a:txBody>
                    <a:bodyPr/>
                    <a:lstStyle/>
                    <a:p>
                      <a:pP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extLst>
                  <a:ext uri="{0D108BD9-81ED-4DB2-BD59-A6C34878D82A}">
                    <a16:rowId xmlns:a16="http://schemas.microsoft.com/office/drawing/2014/main" val="10004"/>
                  </a:ext>
                </a:extLst>
              </a:tr>
              <a:tr h="219960">
                <a:tc>
                  <a:txBody>
                    <a:bodyPr/>
                    <a:lstStyle/>
                    <a:p>
                      <a:pP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extLst>
                  <a:ext uri="{0D108BD9-81ED-4DB2-BD59-A6C34878D82A}">
                    <a16:rowId xmlns:a16="http://schemas.microsoft.com/office/drawing/2014/main" val="10005"/>
                  </a:ext>
                </a:extLst>
              </a:tr>
              <a:tr h="219960">
                <a:tc>
                  <a:txBody>
                    <a:bodyPr/>
                    <a:lstStyle/>
                    <a:p>
                      <a:pP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extLst>
                  <a:ext uri="{0D108BD9-81ED-4DB2-BD59-A6C34878D82A}">
                    <a16:rowId xmlns:a16="http://schemas.microsoft.com/office/drawing/2014/main" val="10006"/>
                  </a:ext>
                </a:extLst>
              </a:tr>
              <a:tr h="219960">
                <a:tc>
                  <a:txBody>
                    <a:bodyPr/>
                    <a:lstStyle/>
                    <a:p>
                      <a:pP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extLst>
                  <a:ext uri="{0D108BD9-81ED-4DB2-BD59-A6C34878D82A}">
                    <a16:rowId xmlns:a16="http://schemas.microsoft.com/office/drawing/2014/main" val="10007"/>
                  </a:ext>
                </a:extLst>
              </a:tr>
              <a:tr h="219960">
                <a:tc>
                  <a:txBody>
                    <a:bodyPr/>
                    <a:lstStyle/>
                    <a:p>
                      <a:pP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extLst>
                  <a:ext uri="{0D108BD9-81ED-4DB2-BD59-A6C34878D82A}">
                    <a16:rowId xmlns:a16="http://schemas.microsoft.com/office/drawing/2014/main" val="10008"/>
                  </a:ext>
                </a:extLst>
              </a:tr>
              <a:tr h="219960">
                <a:tc>
                  <a:txBody>
                    <a:bodyPr/>
                    <a:lstStyle/>
                    <a:p>
                      <a:pP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extLst>
                  <a:ext uri="{0D108BD9-81ED-4DB2-BD59-A6C34878D82A}">
                    <a16:rowId xmlns:a16="http://schemas.microsoft.com/office/drawing/2014/main" val="10009"/>
                  </a:ext>
                </a:extLst>
              </a:tr>
              <a:tr h="219960">
                <a:tc>
                  <a:txBody>
                    <a:bodyPr/>
                    <a:lstStyle/>
                    <a:p>
                      <a:pP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extLst>
                  <a:ext uri="{0D108BD9-81ED-4DB2-BD59-A6C34878D82A}">
                    <a16:rowId xmlns:a16="http://schemas.microsoft.com/office/drawing/2014/main" val="10010"/>
                  </a:ext>
                </a:extLst>
              </a:tr>
              <a:tr h="219960">
                <a:tc>
                  <a:txBody>
                    <a:bodyPr/>
                    <a:lstStyle/>
                    <a:p>
                      <a:pP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extLst>
                  <a:ext uri="{0D108BD9-81ED-4DB2-BD59-A6C34878D82A}">
                    <a16:rowId xmlns:a16="http://schemas.microsoft.com/office/drawing/2014/main" val="10011"/>
                  </a:ext>
                </a:extLst>
              </a:tr>
              <a:tr h="219960">
                <a:tc>
                  <a:txBody>
                    <a:bodyPr/>
                    <a:lstStyle/>
                    <a:p>
                      <a:pP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extLst>
                  <a:ext uri="{0D108BD9-81ED-4DB2-BD59-A6C34878D82A}">
                    <a16:rowId xmlns:a16="http://schemas.microsoft.com/office/drawing/2014/main" val="10012"/>
                  </a:ext>
                </a:extLst>
              </a:tr>
              <a:tr h="219960">
                <a:tc>
                  <a:txBody>
                    <a:bodyPr/>
                    <a:lstStyle/>
                    <a:p>
                      <a:pP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extLst>
                  <a:ext uri="{0D108BD9-81ED-4DB2-BD59-A6C34878D82A}">
                    <a16:rowId xmlns:a16="http://schemas.microsoft.com/office/drawing/2014/main" val="10013"/>
                  </a:ext>
                </a:extLst>
              </a:tr>
              <a:tr h="219960">
                <a:tc>
                  <a:txBody>
                    <a:bodyPr/>
                    <a:lstStyle/>
                    <a:p>
                      <a:pP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extLst>
                  <a:ext uri="{0D108BD9-81ED-4DB2-BD59-A6C34878D82A}">
                    <a16:rowId xmlns:a16="http://schemas.microsoft.com/office/drawing/2014/main" val="10014"/>
                  </a:ext>
                </a:extLst>
              </a:tr>
              <a:tr h="219960">
                <a:tc>
                  <a:txBody>
                    <a:bodyPr/>
                    <a:lstStyle/>
                    <a:p>
                      <a:pP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extLst>
                  <a:ext uri="{0D108BD9-81ED-4DB2-BD59-A6C34878D82A}">
                    <a16:rowId xmlns:a16="http://schemas.microsoft.com/office/drawing/2014/main" val="10015"/>
                  </a:ext>
                </a:extLst>
              </a:tr>
              <a:tr h="219960">
                <a:tc>
                  <a:txBody>
                    <a:bodyPr/>
                    <a:lstStyle/>
                    <a:p>
                      <a:pP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extLst>
                  <a:ext uri="{0D108BD9-81ED-4DB2-BD59-A6C34878D82A}">
                    <a16:rowId xmlns:a16="http://schemas.microsoft.com/office/drawing/2014/main" val="10016"/>
                  </a:ext>
                </a:extLst>
              </a:tr>
              <a:tr h="219960">
                <a:tc>
                  <a:txBody>
                    <a:bodyPr/>
                    <a:lstStyle/>
                    <a:p>
                      <a:pP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extLst>
                  <a:ext uri="{0D108BD9-81ED-4DB2-BD59-A6C34878D82A}">
                    <a16:rowId xmlns:a16="http://schemas.microsoft.com/office/drawing/2014/main" val="10017"/>
                  </a:ext>
                </a:extLst>
              </a:tr>
              <a:tr h="219960">
                <a:tc>
                  <a:txBody>
                    <a:bodyPr/>
                    <a:lstStyle/>
                    <a:p>
                      <a:pP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extLst>
                  <a:ext uri="{0D108BD9-81ED-4DB2-BD59-A6C34878D82A}">
                    <a16:rowId xmlns:a16="http://schemas.microsoft.com/office/drawing/2014/main" val="10018"/>
                  </a:ext>
                </a:extLst>
              </a:tr>
            </a:tbl>
          </a:graphicData>
        </a:graphic>
      </p:graphicFrame>
      <p:sp>
        <p:nvSpPr>
          <p:cNvPr id="393" name="Google Shape;195;p27"/>
          <p:cNvSpPr/>
          <p:nvPr/>
        </p:nvSpPr>
        <p:spPr>
          <a:xfrm>
            <a:off x="538200" y="1549080"/>
            <a:ext cx="17243640" cy="1086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1200" b="1" i="0" u="none" strike="noStrike" kern="1200" cap="none" spc="0" normalizeH="0" baseline="0" noProof="0" dirty="0" err="1">
                <a:ln>
                  <a:noFill/>
                </a:ln>
                <a:solidFill>
                  <a:srgbClr val="000000"/>
                </a:solidFill>
                <a:effectLst/>
                <a:uLnTx/>
                <a:uFillTx/>
                <a:latin typeface="Arial"/>
                <a:ea typeface="Arial"/>
                <a:cs typeface="+mn-cs"/>
              </a:rPr>
              <a:t>srdytug</a:t>
            </a:r>
            <a:endParaRPr kumimoji="0" lang="en-US" sz="1200" b="0" i="0" u="none" strike="noStrike" kern="1200" cap="none" spc="0" normalizeH="0" baseline="0" noProof="0" dirty="0">
              <a:ln>
                <a:noFill/>
              </a:ln>
              <a:solidFill>
                <a:srgbClr val="000000"/>
              </a:solidFill>
              <a:effectLst/>
              <a:uLnTx/>
              <a:uFillTx/>
              <a:latin typeface="Arial"/>
              <a:ea typeface="+mn-ea"/>
              <a:cs typeface="+mn-cs"/>
            </a:endParaRPr>
          </a:p>
        </p:txBody>
      </p:sp>
      <p:sp>
        <p:nvSpPr>
          <p:cNvPr id="2" name="Google Shape;221;p29">
            <a:extLst>
              <a:ext uri="{FF2B5EF4-FFF2-40B4-BE49-F238E27FC236}">
                <a16:creationId xmlns:a16="http://schemas.microsoft.com/office/drawing/2014/main" id="{3381F5C8-BC75-DC5D-3807-062007DD5CF4}"/>
              </a:ext>
            </a:extLst>
          </p:cNvPr>
          <p:cNvSpPr/>
          <p:nvPr/>
        </p:nvSpPr>
        <p:spPr>
          <a:xfrm>
            <a:off x="520560" y="7300800"/>
            <a:ext cx="3502080" cy="244767"/>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1000" b="0" i="1" u="none" strike="noStrike" kern="1200" cap="none" spc="0" normalizeH="0" baseline="0" noProof="0">
                <a:ln>
                  <a:noFill/>
                </a:ln>
                <a:solidFill>
                  <a:srgbClr val="000000"/>
                </a:solidFill>
                <a:effectLst/>
                <a:uLnTx/>
                <a:uFillTx/>
                <a:latin typeface="+mj-lt"/>
                <a:ea typeface="Verdana"/>
                <a:cs typeface="+mn-cs"/>
              </a:rPr>
              <a:t>Source: AIRE</a:t>
            </a:r>
            <a:endParaRPr kumimoji="0" lang="en-US" sz="1000" b="0" i="1" u="none" strike="noStrike" kern="1200" cap="none" spc="0" normalizeH="0" baseline="0" noProof="0">
              <a:ln>
                <a:noFill/>
              </a:ln>
              <a:solidFill>
                <a:srgbClr val="000000"/>
              </a:solidFill>
              <a:effectLst/>
              <a:uLnTx/>
              <a:uFillTx/>
              <a:latin typeface="+mj-lt"/>
              <a:ea typeface="+mn-ea"/>
              <a:cs typeface="+mn-cs"/>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Google Shape;203;p28"/>
          <p:cNvSpPr/>
          <p:nvPr/>
        </p:nvSpPr>
        <p:spPr>
          <a:xfrm>
            <a:off x="0" y="0"/>
            <a:ext cx="18287640" cy="1198800"/>
          </a:xfrm>
          <a:custGeom>
            <a:avLst/>
            <a:gdLst>
              <a:gd name="textAreaLeft" fmla="*/ 0 w 18287640"/>
              <a:gd name="textAreaRight" fmla="*/ 18290880 w 18287640"/>
              <a:gd name="textAreaTop" fmla="*/ 0 h 1198800"/>
              <a:gd name="textAreaBottom" fmla="*/ 1202040 h 1198800"/>
            </a:gdLst>
            <a:ahLst/>
            <a:cxnLst/>
            <a:rect l="textAreaLeft" t="textAreaTop" r="textAreaRight" b="textAreaBottom"/>
            <a:pathLst>
              <a:path w="4816592" h="316518">
                <a:moveTo>
                  <a:pt x="0" y="0"/>
                </a:moveTo>
                <a:lnTo>
                  <a:pt x="4816592" y="0"/>
                </a:lnTo>
                <a:lnTo>
                  <a:pt x="4816592" y="316518"/>
                </a:lnTo>
                <a:lnTo>
                  <a:pt x="0" y="316518"/>
                </a:lnTo>
                <a:close/>
              </a:path>
            </a:pathLst>
          </a:custGeom>
          <a:solidFill>
            <a:srgbClr val="234874"/>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endParaRPr kumimoji="0" lang="en-US" sz="1400" b="0" i="0" u="none" strike="noStrike" kern="1200" cap="none" spc="0" normalizeH="0" baseline="0" noProof="0">
              <a:ln>
                <a:noFill/>
              </a:ln>
              <a:solidFill>
                <a:srgbClr val="FFFFFF"/>
              </a:solidFill>
              <a:effectLst/>
              <a:uLnTx/>
              <a:uFillTx/>
              <a:latin typeface="Arial"/>
              <a:ea typeface="+mn-ea"/>
              <a:cs typeface="+mn-cs"/>
            </a:endParaRPr>
          </a:p>
        </p:txBody>
      </p:sp>
      <p:sp>
        <p:nvSpPr>
          <p:cNvPr id="395" name="Google Shape;204;p28"/>
          <p:cNvSpPr/>
          <p:nvPr/>
        </p:nvSpPr>
        <p:spPr>
          <a:xfrm>
            <a:off x="475200" y="669960"/>
            <a:ext cx="8780040" cy="426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0" marR="0" lvl="0" indent="0" algn="l" defTabSz="914400" rtl="0" eaLnBrk="1" fontAlgn="auto" latinLnBrk="0" hangingPunct="1">
              <a:lnSpc>
                <a:spcPct val="140000"/>
              </a:lnSpc>
              <a:spcBef>
                <a:spcPts val="0"/>
              </a:spcBef>
              <a:spcAft>
                <a:spcPts val="0"/>
              </a:spcAft>
              <a:buClrTx/>
              <a:buSzTx/>
              <a:buFontTx/>
              <a:buNone/>
              <a:tabLst>
                <a:tab pos="0" algn="l"/>
              </a:tabLst>
              <a:defRPr/>
            </a:pPr>
            <a:r>
              <a:rPr kumimoji="0" lang="en-US" sz="2000" b="0" i="0" u="none" strike="noStrike" kern="1200" cap="none" spc="0" normalizeH="0" baseline="0" noProof="0">
                <a:ln>
                  <a:noFill/>
                </a:ln>
                <a:solidFill>
                  <a:srgbClr val="FFFFFF"/>
                </a:solidFill>
                <a:effectLst/>
                <a:uLnTx/>
                <a:uFillTx/>
                <a:latin typeface="Century Schoolbook"/>
                <a:ea typeface="Century Schoolbook"/>
                <a:cs typeface="+mn-cs"/>
              </a:rPr>
              <a:t>ASSUMPTIONS</a:t>
            </a:r>
            <a:endParaRPr kumimoji="0" lang="en-US" sz="2000" b="0" i="0" u="none" strike="noStrike" kern="1200" cap="none" spc="0" normalizeH="0" baseline="0" noProof="0">
              <a:ln>
                <a:noFill/>
              </a:ln>
              <a:solidFill>
                <a:srgbClr val="000000"/>
              </a:solidFill>
              <a:effectLst/>
              <a:uLnTx/>
              <a:uFillTx/>
              <a:latin typeface="Arial"/>
              <a:ea typeface="+mn-ea"/>
              <a:cs typeface="+mn-cs"/>
            </a:endParaRPr>
          </a:p>
        </p:txBody>
      </p:sp>
      <p:sp>
        <p:nvSpPr>
          <p:cNvPr id="396" name="Google Shape;205;p28"/>
          <p:cNvSpPr/>
          <p:nvPr/>
        </p:nvSpPr>
        <p:spPr>
          <a:xfrm>
            <a:off x="475200" y="347400"/>
            <a:ext cx="539496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0" marR="0" lvl="0" indent="0" algn="l" defTabSz="914400" rtl="0" eaLnBrk="1" fontAlgn="auto" latinLnBrk="0" hangingPunct="1">
              <a:lnSpc>
                <a:spcPct val="140000"/>
              </a:lnSpc>
              <a:spcBef>
                <a:spcPts val="0"/>
              </a:spcBef>
              <a:spcAft>
                <a:spcPts val="0"/>
              </a:spcAft>
              <a:buClrTx/>
              <a:buSzTx/>
              <a:buFontTx/>
              <a:buNone/>
              <a:tabLst>
                <a:tab pos="0" algn="l"/>
              </a:tabLst>
              <a:defRPr/>
            </a:pPr>
            <a:r>
              <a:rPr kumimoji="0" lang="en-US" sz="1500" b="0" i="0" u="none" strike="noStrike" kern="1200" cap="none" spc="0" normalizeH="0" baseline="0" noProof="0">
                <a:ln>
                  <a:noFill/>
                </a:ln>
                <a:solidFill>
                  <a:srgbClr val="FFFFFF"/>
                </a:solidFill>
                <a:effectLst/>
                <a:uLnTx/>
                <a:uFillTx/>
                <a:latin typeface="Century Schoolbook"/>
                <a:ea typeface="Century Schoolbook"/>
                <a:cs typeface="+mn-cs"/>
              </a:rPr>
              <a:t>FINANCIAL AND INVESTMENT ANALYSIS</a:t>
            </a:r>
            <a:endParaRPr kumimoji="0" lang="en-US" sz="1500" b="0" i="0" u="none" strike="noStrike" kern="1200" cap="none" spc="0" normalizeH="0" baseline="0" noProof="0">
              <a:ln>
                <a:noFill/>
              </a:ln>
              <a:solidFill>
                <a:srgbClr val="000000"/>
              </a:solidFill>
              <a:effectLst/>
              <a:uLnTx/>
              <a:uFillTx/>
              <a:latin typeface="Arial"/>
              <a:ea typeface="+mn-ea"/>
              <a:cs typeface="+mn-cs"/>
            </a:endParaRPr>
          </a:p>
        </p:txBody>
      </p:sp>
      <p:sp>
        <p:nvSpPr>
          <p:cNvPr id="397" name="Google Shape;206;p28"/>
          <p:cNvSpPr/>
          <p:nvPr/>
        </p:nvSpPr>
        <p:spPr>
          <a:xfrm>
            <a:off x="538200" y="1549080"/>
            <a:ext cx="17243640" cy="1086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1200" b="1" i="0" u="none" strike="noStrike" kern="1200" cap="none" spc="0" normalizeH="0" baseline="0" noProof="0" dirty="0" err="1">
                <a:ln>
                  <a:noFill/>
                </a:ln>
                <a:solidFill>
                  <a:srgbClr val="000000"/>
                </a:solidFill>
                <a:effectLst/>
                <a:uLnTx/>
                <a:uFillTx/>
                <a:latin typeface="Arial"/>
                <a:ea typeface="Arial"/>
                <a:cs typeface="+mn-cs"/>
              </a:rPr>
              <a:t>dfgyhu</a:t>
            </a:r>
            <a:endParaRPr kumimoji="0" lang="en-US" sz="1200" b="0" i="0" u="none" strike="noStrike" kern="1200" cap="none" spc="0" normalizeH="0" baseline="0" noProof="0" dirty="0">
              <a:ln>
                <a:noFill/>
              </a:ln>
              <a:solidFill>
                <a:srgbClr val="000000"/>
              </a:solidFill>
              <a:effectLst/>
              <a:uLnTx/>
              <a:uFillTx/>
              <a:latin typeface="Arial"/>
              <a:ea typeface="+mn-ea"/>
              <a:cs typeface="+mn-cs"/>
            </a:endParaRPr>
          </a:p>
        </p:txBody>
      </p:sp>
      <p:sp>
        <p:nvSpPr>
          <p:cNvPr id="398" name="PlaceHolder 1"/>
          <p:cNvSpPr>
            <a:spLocks noGrp="1"/>
          </p:cNvSpPr>
          <p:nvPr>
            <p:ph type="sldNum" idx="159"/>
          </p:nvPr>
        </p:nvSpPr>
        <p:spPr>
          <a:xfrm>
            <a:off x="457200" y="9599040"/>
            <a:ext cx="4242240" cy="361800"/>
          </a:xfrm>
          <a:prstGeom prst="rect">
            <a:avLst/>
          </a:prstGeom>
          <a:noFill/>
          <a:ln w="0">
            <a:noFill/>
          </a:ln>
        </p:spPr>
        <p:txBody>
          <a:bodyPr lIns="91440" tIns="45720" rIns="91440" bIns="45720" anchor="ctr">
            <a:noAutofit/>
          </a:bodyPr>
          <a:lstStyle>
            <a:lvl1pPr indent="0">
              <a:lnSpc>
                <a:spcPct val="100000"/>
              </a:lnSpc>
              <a:buNone/>
              <a:tabLst>
                <a:tab pos="0" algn="l"/>
              </a:tabLst>
              <a:defRPr lang="en-US" sz="1200" b="0" u="none" strike="noStrike">
                <a:solidFill>
                  <a:srgbClr val="000000"/>
                </a:solidFill>
                <a:uFillTx/>
                <a:latin typeface="Alata"/>
                <a:ea typeface="Alata"/>
              </a:defRPr>
            </a:lvl1p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fld id="{0814008D-AD0E-4E37-9F13-B64931219AF4}" type="slidenum">
              <a:rPr kumimoji="0" lang="en-US" sz="1200" b="0" i="0" u="none" strike="noStrike" kern="1200" cap="none" spc="0" normalizeH="0" baseline="0" noProof="0">
                <a:ln>
                  <a:noFill/>
                </a:ln>
                <a:solidFill>
                  <a:srgbClr val="000000"/>
                </a:solidFill>
                <a:effectLst/>
                <a:uLnTx/>
                <a:uFillTx/>
                <a:latin typeface="Alata"/>
                <a:ea typeface="Alata"/>
                <a:cs typeface="+mn-cs"/>
              </a:rPr>
              <a:pPr marL="0" marR="0" lvl="0" indent="0" algn="l" defTabSz="914400" rtl="0" eaLnBrk="1" fontAlgn="auto" latinLnBrk="0" hangingPunct="1">
                <a:lnSpc>
                  <a:spcPct val="100000"/>
                </a:lnSpc>
                <a:spcBef>
                  <a:spcPts val="0"/>
                </a:spcBef>
                <a:spcAft>
                  <a:spcPts val="0"/>
                </a:spcAft>
                <a:buClrTx/>
                <a:buSzTx/>
                <a:buFontTx/>
                <a:buNone/>
                <a:tabLst>
                  <a:tab pos="0" algn="l"/>
                </a:tabLst>
                <a:defRPr/>
              </a:pPr>
              <a:t>4</a:t>
            </a:fld>
            <a:r>
              <a:rPr kumimoji="0" lang="en-US" sz="1200" b="0" i="0" u="none" strike="noStrike" kern="1200" cap="none" spc="0" normalizeH="0" baseline="0" noProof="0">
                <a:ln>
                  <a:noFill/>
                </a:ln>
                <a:solidFill>
                  <a:srgbClr val="000000"/>
                </a:solidFill>
                <a:effectLst/>
                <a:uLnTx/>
                <a:uFillTx/>
                <a:latin typeface="Alata"/>
                <a:ea typeface="Alata"/>
                <a:cs typeface="+mn-cs"/>
              </a:rPr>
              <a:t> | © 2025 AIRE Software - All rights reserved.</a:t>
            </a:r>
            <a:endParaRPr kumimoji="0" lang="en-US" sz="1200" b="0" i="0" u="none" strike="noStrike" kern="1200" cap="none" spc="0" normalizeH="0" baseline="0" noProof="0">
              <a:ln>
                <a:noFill/>
              </a:ln>
              <a:solidFill>
                <a:srgbClr val="000000"/>
              </a:solidFill>
              <a:effectLst/>
              <a:uLnTx/>
              <a:uFillTx/>
              <a:latin typeface="Times New Roman"/>
              <a:cs typeface="+mn-cs"/>
            </a:endParaRPr>
          </a:p>
        </p:txBody>
      </p:sp>
      <p:graphicFrame>
        <p:nvGraphicFramePr>
          <p:cNvPr id="399" name="Google Shape;208;p28"/>
          <p:cNvGraphicFramePr/>
          <p:nvPr>
            <p:extLst>
              <p:ext uri="{D42A27DB-BD31-4B8C-83A1-F6EECF244321}">
                <p14:modId xmlns:p14="http://schemas.microsoft.com/office/powerpoint/2010/main" val="2626688846"/>
              </p:ext>
            </p:extLst>
          </p:nvPr>
        </p:nvGraphicFramePr>
        <p:xfrm>
          <a:off x="430560" y="2347199"/>
          <a:ext cx="17243640" cy="6433272"/>
        </p:xfrm>
        <a:graphic>
          <a:graphicData uri="http://schemas.openxmlformats.org/drawingml/2006/table">
            <a:tbl>
              <a:tblPr/>
              <a:tblGrid>
                <a:gridCol w="1029272">
                  <a:extLst>
                    <a:ext uri="{9D8B030D-6E8A-4147-A177-3AD203B41FA5}">
                      <a16:colId xmlns:a16="http://schemas.microsoft.com/office/drawing/2014/main" val="20000"/>
                    </a:ext>
                  </a:extLst>
                </a:gridCol>
                <a:gridCol w="1203157">
                  <a:extLst>
                    <a:ext uri="{9D8B030D-6E8A-4147-A177-3AD203B41FA5}">
                      <a16:colId xmlns:a16="http://schemas.microsoft.com/office/drawing/2014/main" val="20001"/>
                    </a:ext>
                  </a:extLst>
                </a:gridCol>
                <a:gridCol w="1026695">
                  <a:extLst>
                    <a:ext uri="{9D8B030D-6E8A-4147-A177-3AD203B41FA5}">
                      <a16:colId xmlns:a16="http://schemas.microsoft.com/office/drawing/2014/main" val="20002"/>
                    </a:ext>
                  </a:extLst>
                </a:gridCol>
                <a:gridCol w="943731">
                  <a:extLst>
                    <a:ext uri="{9D8B030D-6E8A-4147-A177-3AD203B41FA5}">
                      <a16:colId xmlns:a16="http://schemas.microsoft.com/office/drawing/2014/main" val="20003"/>
                    </a:ext>
                  </a:extLst>
                </a:gridCol>
                <a:gridCol w="1061532">
                  <a:extLst>
                    <a:ext uri="{9D8B030D-6E8A-4147-A177-3AD203B41FA5}">
                      <a16:colId xmlns:a16="http://schemas.microsoft.com/office/drawing/2014/main" val="20004"/>
                    </a:ext>
                  </a:extLst>
                </a:gridCol>
                <a:gridCol w="1010653">
                  <a:extLst>
                    <a:ext uri="{9D8B030D-6E8A-4147-A177-3AD203B41FA5}">
                      <a16:colId xmlns:a16="http://schemas.microsoft.com/office/drawing/2014/main" val="20005"/>
                    </a:ext>
                  </a:extLst>
                </a:gridCol>
                <a:gridCol w="1042737">
                  <a:extLst>
                    <a:ext uri="{9D8B030D-6E8A-4147-A177-3AD203B41FA5}">
                      <a16:colId xmlns:a16="http://schemas.microsoft.com/office/drawing/2014/main" val="20006"/>
                    </a:ext>
                  </a:extLst>
                </a:gridCol>
                <a:gridCol w="914400">
                  <a:extLst>
                    <a:ext uri="{9D8B030D-6E8A-4147-A177-3AD203B41FA5}">
                      <a16:colId xmlns:a16="http://schemas.microsoft.com/office/drawing/2014/main" val="20007"/>
                    </a:ext>
                  </a:extLst>
                </a:gridCol>
                <a:gridCol w="962526">
                  <a:extLst>
                    <a:ext uri="{9D8B030D-6E8A-4147-A177-3AD203B41FA5}">
                      <a16:colId xmlns:a16="http://schemas.microsoft.com/office/drawing/2014/main" val="20008"/>
                    </a:ext>
                  </a:extLst>
                </a:gridCol>
                <a:gridCol w="866274">
                  <a:extLst>
                    <a:ext uri="{9D8B030D-6E8A-4147-A177-3AD203B41FA5}">
                      <a16:colId xmlns:a16="http://schemas.microsoft.com/office/drawing/2014/main" val="20009"/>
                    </a:ext>
                  </a:extLst>
                </a:gridCol>
                <a:gridCol w="1106905">
                  <a:extLst>
                    <a:ext uri="{9D8B030D-6E8A-4147-A177-3AD203B41FA5}">
                      <a16:colId xmlns:a16="http://schemas.microsoft.com/office/drawing/2014/main" val="20010"/>
                    </a:ext>
                  </a:extLst>
                </a:gridCol>
                <a:gridCol w="1299411">
                  <a:extLst>
                    <a:ext uri="{9D8B030D-6E8A-4147-A177-3AD203B41FA5}">
                      <a16:colId xmlns:a16="http://schemas.microsoft.com/office/drawing/2014/main" val="20011"/>
                    </a:ext>
                  </a:extLst>
                </a:gridCol>
                <a:gridCol w="1187115">
                  <a:extLst>
                    <a:ext uri="{9D8B030D-6E8A-4147-A177-3AD203B41FA5}">
                      <a16:colId xmlns:a16="http://schemas.microsoft.com/office/drawing/2014/main" val="20012"/>
                    </a:ext>
                  </a:extLst>
                </a:gridCol>
                <a:gridCol w="1122948">
                  <a:extLst>
                    <a:ext uri="{9D8B030D-6E8A-4147-A177-3AD203B41FA5}">
                      <a16:colId xmlns:a16="http://schemas.microsoft.com/office/drawing/2014/main" val="20013"/>
                    </a:ext>
                  </a:extLst>
                </a:gridCol>
                <a:gridCol w="1251284">
                  <a:extLst>
                    <a:ext uri="{9D8B030D-6E8A-4147-A177-3AD203B41FA5}">
                      <a16:colId xmlns:a16="http://schemas.microsoft.com/office/drawing/2014/main" val="20014"/>
                    </a:ext>
                  </a:extLst>
                </a:gridCol>
                <a:gridCol w="1215000">
                  <a:extLst>
                    <a:ext uri="{9D8B030D-6E8A-4147-A177-3AD203B41FA5}">
                      <a16:colId xmlns:a16="http://schemas.microsoft.com/office/drawing/2014/main" val="20015"/>
                    </a:ext>
                  </a:extLst>
                </a:gridCol>
              </a:tblGrid>
              <a:tr h="308304">
                <a:tc>
                  <a:txBody>
                    <a:bodyPr/>
                    <a:lstStyle/>
                    <a:p>
                      <a:pPr algn="ctr">
                        <a:lnSpc>
                          <a:spcPct val="100000"/>
                        </a:lnSpc>
                        <a:tabLst>
                          <a:tab pos="0" algn="l"/>
                        </a:tabLst>
                      </a:pPr>
                      <a:endParaRPr lang="en-US" sz="1000" b="0" u="none" strike="noStrike" dirty="0">
                        <a:solidFill>
                          <a:srgbClr val="000000"/>
                        </a:solidFill>
                        <a:uFillTx/>
                        <a:latin typeface="Arial"/>
                      </a:endParaRPr>
                    </a:p>
                  </a:txBody>
                  <a:tcPr marT="0" marB="0"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E2A300"/>
                    </a:solidFill>
                  </a:tcPr>
                </a:tc>
                <a:tc>
                  <a:txBody>
                    <a:bodyPr/>
                    <a:lstStyle/>
                    <a:p>
                      <a:pPr algn="ctr">
                        <a:lnSpc>
                          <a:spcPct val="100000"/>
                        </a:lnSpc>
                        <a:tabLst>
                          <a:tab pos="0" algn="l"/>
                        </a:tabLst>
                      </a:pPr>
                      <a:endParaRPr lang="en-US" sz="1000" b="0" u="none" strike="noStrike" dirty="0">
                        <a:solidFill>
                          <a:srgbClr val="000000"/>
                        </a:solidFill>
                        <a:uFillTx/>
                        <a:latin typeface="Arial"/>
                      </a:endParaRPr>
                    </a:p>
                  </a:txBody>
                  <a:tcPr marT="0" marB="0"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E2A300"/>
                    </a:solidFill>
                  </a:tcPr>
                </a:tc>
                <a:tc>
                  <a:txBody>
                    <a:bodyPr/>
                    <a:lstStyle/>
                    <a:p>
                      <a:pPr algn="ctr">
                        <a:lnSpc>
                          <a:spcPct val="100000"/>
                        </a:lnSpc>
                        <a:tabLst>
                          <a:tab pos="0" algn="l"/>
                        </a:tabLst>
                      </a:pPr>
                      <a:endParaRPr lang="en-US" sz="1000" b="0" u="none" strike="noStrike" dirty="0">
                        <a:solidFill>
                          <a:srgbClr val="000000"/>
                        </a:solidFill>
                        <a:uFillTx/>
                        <a:latin typeface="Arial"/>
                      </a:endParaRPr>
                    </a:p>
                  </a:txBody>
                  <a:tcPr marT="0" marB="0"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E2A300"/>
                    </a:solidFill>
                  </a:tcPr>
                </a:tc>
                <a:tc>
                  <a:txBody>
                    <a:bodyPr/>
                    <a:lstStyle/>
                    <a:p>
                      <a:pPr algn="ctr">
                        <a:lnSpc>
                          <a:spcPct val="100000"/>
                        </a:lnSpc>
                        <a:tabLst>
                          <a:tab pos="0" algn="l"/>
                        </a:tabLst>
                      </a:pPr>
                      <a:endParaRPr lang="en-US" sz="1000" b="0" u="none" strike="noStrike" dirty="0">
                        <a:solidFill>
                          <a:srgbClr val="000000"/>
                        </a:solidFill>
                        <a:uFillTx/>
                        <a:latin typeface="Arial"/>
                      </a:endParaRPr>
                    </a:p>
                  </a:txBody>
                  <a:tcPr marT="0" marB="0"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E2A300"/>
                    </a:solidFill>
                  </a:tcPr>
                </a:tc>
                <a:tc>
                  <a:txBody>
                    <a:bodyPr/>
                    <a:lstStyle/>
                    <a:p>
                      <a:pPr algn="ctr">
                        <a:lnSpc>
                          <a:spcPct val="100000"/>
                        </a:lnSpc>
                        <a:tabLst>
                          <a:tab pos="0" algn="l"/>
                        </a:tabLst>
                      </a:pPr>
                      <a:endParaRPr lang="en-US" sz="1000" b="0" u="none" strike="noStrike" dirty="0">
                        <a:solidFill>
                          <a:srgbClr val="000000"/>
                        </a:solidFill>
                        <a:uFillTx/>
                        <a:latin typeface="Arial"/>
                      </a:endParaRPr>
                    </a:p>
                  </a:txBody>
                  <a:tcPr marT="0" marB="0"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E2A300"/>
                    </a:solidFill>
                  </a:tcPr>
                </a:tc>
                <a:tc>
                  <a:txBody>
                    <a:bodyPr/>
                    <a:lstStyle/>
                    <a:p>
                      <a:pPr algn="ctr">
                        <a:lnSpc>
                          <a:spcPct val="100000"/>
                        </a:lnSpc>
                        <a:tabLst>
                          <a:tab pos="0" algn="l"/>
                        </a:tabLst>
                      </a:pPr>
                      <a:endParaRPr lang="en-US" sz="1000" b="0" u="none" strike="noStrike" dirty="0">
                        <a:solidFill>
                          <a:srgbClr val="000000"/>
                        </a:solidFill>
                        <a:uFillTx/>
                        <a:latin typeface="Arial"/>
                      </a:endParaRPr>
                    </a:p>
                  </a:txBody>
                  <a:tcPr marT="0" marB="0"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E2A300"/>
                    </a:solidFill>
                  </a:tcPr>
                </a:tc>
                <a:tc gridSpan="5">
                  <a:txBody>
                    <a:bodyPr/>
                    <a:lstStyle/>
                    <a:p>
                      <a:pPr algn="ctr">
                        <a:lnSpc>
                          <a:spcPct val="100000"/>
                        </a:lnSpc>
                        <a:tabLst>
                          <a:tab pos="0" algn="l"/>
                        </a:tabLst>
                      </a:pPr>
                      <a:endParaRPr lang="en-US" sz="1000" b="0" u="none" strike="noStrike" dirty="0">
                        <a:solidFill>
                          <a:srgbClr val="000000"/>
                        </a:solidFill>
                        <a:uFillTx/>
                        <a:latin typeface="Arial"/>
                      </a:endParaRPr>
                    </a:p>
                  </a:txBody>
                  <a:tcPr marT="0" marB="0"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E2A300"/>
                    </a:solidFill>
                  </a:tcPr>
                </a:tc>
                <a:tc hMerge="1">
                  <a:txBody>
                    <a:bodyPr/>
                    <a:lstStyle/>
                    <a:p>
                      <a:endParaRPr lang="en-US" sz="1800" b="0" u="none" strike="noStrike">
                        <a:solidFill>
                          <a:srgbClr val="000000"/>
                        </a:solidFill>
                        <a:uFillTx/>
                        <a:latin typeface="Arial"/>
                      </a:endParaRPr>
                    </a:p>
                  </a:txBody>
                  <a:tcPr marL="90000" marR="90000">
                    <a:lnL>
                      <a:noFill/>
                    </a:lnL>
                    <a:lnR>
                      <a:noFill/>
                    </a:lnR>
                    <a:lnT>
                      <a:noFill/>
                    </a:lnT>
                    <a:lnB>
                      <a:noFill/>
                    </a:lnB>
                    <a:solidFill>
                      <a:srgbClr val="729FCF"/>
                    </a:solidFill>
                  </a:tcPr>
                </a:tc>
                <a:tc hMerge="1">
                  <a:txBody>
                    <a:bodyPr/>
                    <a:lstStyle/>
                    <a:p>
                      <a:endParaRPr lang="en-US" sz="1800" b="0" u="none" strike="noStrike">
                        <a:solidFill>
                          <a:srgbClr val="000000"/>
                        </a:solidFill>
                        <a:uFillTx/>
                        <a:latin typeface="Arial"/>
                      </a:endParaRPr>
                    </a:p>
                  </a:txBody>
                  <a:tcPr marL="90000" marR="90000">
                    <a:lnL>
                      <a:noFill/>
                    </a:lnL>
                    <a:lnR>
                      <a:noFill/>
                    </a:lnR>
                    <a:lnT>
                      <a:noFill/>
                    </a:lnT>
                    <a:lnB>
                      <a:noFill/>
                    </a:lnB>
                    <a:solidFill>
                      <a:srgbClr val="729FCF"/>
                    </a:solidFill>
                  </a:tcPr>
                </a:tc>
                <a:tc hMerge="1">
                  <a:txBody>
                    <a:bodyPr/>
                    <a:lstStyle/>
                    <a:p>
                      <a:endParaRPr lang="en-US" sz="1800" b="0" u="none" strike="noStrike">
                        <a:solidFill>
                          <a:srgbClr val="000000"/>
                        </a:solidFill>
                        <a:uFillTx/>
                        <a:latin typeface="Arial"/>
                      </a:endParaRPr>
                    </a:p>
                  </a:txBody>
                  <a:tcPr marL="90000" marR="90000">
                    <a:lnL>
                      <a:noFill/>
                    </a:lnL>
                    <a:lnR>
                      <a:noFill/>
                    </a:lnR>
                    <a:lnT>
                      <a:noFill/>
                    </a:lnT>
                    <a:lnB>
                      <a:noFill/>
                    </a:lnB>
                    <a:solidFill>
                      <a:srgbClr val="729FCF"/>
                    </a:solidFill>
                  </a:tcPr>
                </a:tc>
                <a:tc hMerge="1">
                  <a:txBody>
                    <a:bodyPr/>
                    <a:lstStyle/>
                    <a:p>
                      <a:endParaRPr lang="en-US" sz="1800" b="0" u="none" strike="noStrike">
                        <a:solidFill>
                          <a:srgbClr val="000000"/>
                        </a:solidFill>
                        <a:uFillTx/>
                        <a:latin typeface="Arial"/>
                      </a:endParaRPr>
                    </a:p>
                  </a:txBody>
                  <a:tcPr marL="90000" marR="90000">
                    <a:lnL>
                      <a:noFill/>
                    </a:lnL>
                    <a:lnR>
                      <a:noFill/>
                    </a:lnR>
                    <a:lnT>
                      <a:noFill/>
                    </a:lnT>
                    <a:lnB>
                      <a:noFill/>
                    </a:lnB>
                    <a:solidFill>
                      <a:srgbClr val="729FCF"/>
                    </a:solidFill>
                  </a:tcPr>
                </a:tc>
                <a:tc>
                  <a:txBody>
                    <a:bodyPr/>
                    <a:lstStyle/>
                    <a:p>
                      <a:pPr algn="ctr">
                        <a:lnSpc>
                          <a:spcPct val="100000"/>
                        </a:lnSpc>
                        <a:tabLst>
                          <a:tab pos="0" algn="l"/>
                        </a:tabLst>
                      </a:pPr>
                      <a:endParaRPr lang="en-US" sz="1000" b="0" u="none" strike="noStrike" dirty="0">
                        <a:solidFill>
                          <a:srgbClr val="000000"/>
                        </a:solidFill>
                        <a:uFillTx/>
                        <a:latin typeface="Arial"/>
                      </a:endParaRPr>
                    </a:p>
                  </a:txBody>
                  <a:tcPr marT="0" marB="0"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E2A300"/>
                    </a:solidFill>
                  </a:tcPr>
                </a:tc>
                <a:tc>
                  <a:txBody>
                    <a:bodyPr/>
                    <a:lstStyle/>
                    <a:p>
                      <a:pPr algn="ctr">
                        <a:lnSpc>
                          <a:spcPct val="100000"/>
                        </a:lnSpc>
                        <a:tabLst>
                          <a:tab pos="0" algn="l"/>
                        </a:tabLst>
                      </a:pPr>
                      <a:endParaRPr lang="en-US" sz="1000" b="0" u="none" strike="noStrike" dirty="0">
                        <a:solidFill>
                          <a:srgbClr val="000000"/>
                        </a:solidFill>
                        <a:uFillTx/>
                        <a:latin typeface="Arial"/>
                      </a:endParaRPr>
                    </a:p>
                  </a:txBody>
                  <a:tcPr marT="0" marB="0"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E2A300"/>
                    </a:solidFill>
                  </a:tcPr>
                </a:tc>
                <a:tc>
                  <a:txBody>
                    <a:bodyPr/>
                    <a:lstStyle/>
                    <a:p>
                      <a:pPr algn="ctr">
                        <a:lnSpc>
                          <a:spcPct val="100000"/>
                        </a:lnSpc>
                        <a:tabLst>
                          <a:tab pos="0" algn="l"/>
                        </a:tabLst>
                      </a:pPr>
                      <a:endParaRPr lang="en-US" sz="1000" b="0" u="none" strike="noStrike" dirty="0">
                        <a:solidFill>
                          <a:srgbClr val="000000"/>
                        </a:solidFill>
                        <a:uFillTx/>
                        <a:latin typeface="Arial"/>
                      </a:endParaRPr>
                    </a:p>
                  </a:txBody>
                  <a:tcPr marT="0" marB="0"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E2A300"/>
                    </a:solidFill>
                  </a:tcPr>
                </a:tc>
                <a:tc>
                  <a:txBody>
                    <a:bodyPr/>
                    <a:lstStyle/>
                    <a:p>
                      <a:pPr algn="ctr">
                        <a:lnSpc>
                          <a:spcPct val="100000"/>
                        </a:lnSpc>
                        <a:tabLst>
                          <a:tab pos="0" algn="l"/>
                        </a:tabLst>
                      </a:pPr>
                      <a:endParaRPr lang="en-US" sz="1000" b="0" u="none" strike="noStrike" dirty="0">
                        <a:solidFill>
                          <a:srgbClr val="000000"/>
                        </a:solidFill>
                        <a:uFillTx/>
                        <a:latin typeface="Arial"/>
                      </a:endParaRPr>
                    </a:p>
                  </a:txBody>
                  <a:tcPr marT="0" marB="0"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E2A300"/>
                    </a:solidFill>
                  </a:tcPr>
                </a:tc>
                <a:tc>
                  <a:txBody>
                    <a:bodyPr/>
                    <a:lstStyle/>
                    <a:p>
                      <a:pPr algn="ctr">
                        <a:lnSpc>
                          <a:spcPct val="100000"/>
                        </a:lnSpc>
                        <a:tabLst>
                          <a:tab pos="0" algn="l"/>
                        </a:tabLst>
                      </a:pPr>
                      <a:endParaRPr lang="en-US" sz="1000" b="0" u="none" strike="noStrike" dirty="0">
                        <a:solidFill>
                          <a:srgbClr val="000000"/>
                        </a:solidFill>
                        <a:uFillTx/>
                        <a:latin typeface="Arial"/>
                      </a:endParaRPr>
                    </a:p>
                  </a:txBody>
                  <a:tcPr marT="0" marB="0"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E2A300"/>
                    </a:solidFill>
                  </a:tcPr>
                </a:tc>
                <a:extLst>
                  <a:ext uri="{0D108BD9-81ED-4DB2-BD59-A6C34878D82A}">
                    <a16:rowId xmlns:a16="http://schemas.microsoft.com/office/drawing/2014/main" val="10000"/>
                  </a:ext>
                </a:extLst>
              </a:tr>
              <a:tr h="308304">
                <a:tc>
                  <a:txBody>
                    <a:bodyPr/>
                    <a:lstStyle/>
                    <a:p>
                      <a:pPr algn="ctr">
                        <a:lnSpc>
                          <a:spcPct val="100000"/>
                        </a:lnSpc>
                        <a:tabLst>
                          <a:tab pos="0" algn="l"/>
                        </a:tabLst>
                      </a:pPr>
                      <a:endParaRPr lang="en-US" sz="1000" b="0" u="none" strike="noStrike" dirty="0">
                        <a:solidFill>
                          <a:srgbClr val="FFFFFF"/>
                        </a:solidFill>
                        <a:uFillTx/>
                        <a:latin typeface="Arial"/>
                      </a:endParaRPr>
                    </a:p>
                  </a:txBody>
                  <a:tcPr marT="0" marB="0" anchor="ctr">
                    <a:lnL w="9360">
                      <a:solidFill>
                        <a:srgbClr val="000000"/>
                      </a:solidFill>
                      <a:prstDash val="solid"/>
                    </a:lnL>
                    <a:lnR w="9360" cap="flat" cmpd="sng" algn="ctr">
                      <a:solidFill>
                        <a:srgbClr val="000000"/>
                      </a:solidFill>
                      <a:prstDash val="solid"/>
                      <a:round/>
                      <a:headEnd type="none" w="med" len="med"/>
                      <a:tailEnd type="none" w="med" len="med"/>
                    </a:lnR>
                    <a:lnT w="9360" cap="flat" cmpd="sng" algn="ctr">
                      <a:solidFill>
                        <a:srgbClr val="000000"/>
                      </a:solidFill>
                      <a:prstDash val="solid"/>
                      <a:round/>
                      <a:headEnd type="none" w="med" len="med"/>
                      <a:tailEnd type="none" w="med" len="med"/>
                    </a:lnT>
                    <a:lnB w="9360">
                      <a:solidFill>
                        <a:srgbClr val="000000"/>
                      </a:solidFill>
                      <a:prstDash val="solid"/>
                    </a:lnB>
                    <a:solidFill>
                      <a:srgbClr val="234874"/>
                    </a:solidFill>
                  </a:tcPr>
                </a:tc>
                <a:tc>
                  <a:txBody>
                    <a:bodyPr/>
                    <a:lstStyle/>
                    <a:p>
                      <a:pPr algn="ctr">
                        <a:lnSpc>
                          <a:spcPct val="100000"/>
                        </a:lnSpc>
                        <a:tabLst>
                          <a:tab pos="0" algn="l"/>
                        </a:tabLst>
                      </a:pPr>
                      <a:endParaRPr lang="en-US" sz="1000" b="0" u="none" strike="noStrike" dirty="0">
                        <a:solidFill>
                          <a:srgbClr val="FFFFFF"/>
                        </a:solidFill>
                        <a:uFillTx/>
                        <a:latin typeface="Arial"/>
                      </a:endParaRPr>
                    </a:p>
                  </a:txBody>
                  <a:tcPr marT="0" marB="0" anchor="ctr">
                    <a:lnL w="9360" cap="flat" cmpd="sng" algn="ctr">
                      <a:solidFill>
                        <a:srgbClr val="000000"/>
                      </a:solidFill>
                      <a:prstDash val="solid"/>
                      <a:round/>
                      <a:headEnd type="none" w="med" len="med"/>
                      <a:tailEnd type="none" w="med" len="med"/>
                    </a:lnL>
                    <a:lnR w="9360" cap="flat" cmpd="sng" algn="ctr">
                      <a:solidFill>
                        <a:srgbClr val="000000"/>
                      </a:solidFill>
                      <a:prstDash val="solid"/>
                      <a:round/>
                      <a:headEnd type="none" w="med" len="med"/>
                      <a:tailEnd type="none" w="med" len="med"/>
                    </a:lnR>
                    <a:lnT w="9360" cap="flat" cmpd="sng" algn="ctr">
                      <a:solidFill>
                        <a:srgbClr val="000000"/>
                      </a:solidFill>
                      <a:prstDash val="solid"/>
                      <a:round/>
                      <a:headEnd type="none" w="med" len="med"/>
                      <a:tailEnd type="none" w="med" len="med"/>
                    </a:lnT>
                    <a:lnB w="9360">
                      <a:solidFill>
                        <a:srgbClr val="000000"/>
                      </a:solidFill>
                      <a:prstDash val="solid"/>
                    </a:lnB>
                    <a:solidFill>
                      <a:srgbClr val="234874"/>
                    </a:solidFill>
                  </a:tcPr>
                </a:tc>
                <a:tc>
                  <a:txBody>
                    <a:bodyPr/>
                    <a:lstStyle/>
                    <a:p>
                      <a:pPr algn="ctr">
                        <a:lnSpc>
                          <a:spcPct val="100000"/>
                        </a:lnSpc>
                        <a:tabLst>
                          <a:tab pos="0" algn="l"/>
                        </a:tabLst>
                      </a:pPr>
                      <a:endParaRPr lang="en-US" sz="1000" b="0" u="none" strike="noStrike" dirty="0">
                        <a:solidFill>
                          <a:srgbClr val="FFFFFF"/>
                        </a:solidFill>
                        <a:uFillTx/>
                        <a:latin typeface="Arial"/>
                      </a:endParaRPr>
                    </a:p>
                  </a:txBody>
                  <a:tcPr marT="0" marB="0" anchor="ctr">
                    <a:lnL w="9360" cap="flat" cmpd="sng" algn="ctr">
                      <a:solidFill>
                        <a:srgbClr val="000000"/>
                      </a:solidFill>
                      <a:prstDash val="solid"/>
                      <a:round/>
                      <a:headEnd type="none" w="med" len="med"/>
                      <a:tailEnd type="none" w="med" len="med"/>
                    </a:lnL>
                    <a:lnR w="9360" cap="flat" cmpd="sng" algn="ctr">
                      <a:solidFill>
                        <a:srgbClr val="000000"/>
                      </a:solidFill>
                      <a:prstDash val="solid"/>
                      <a:round/>
                      <a:headEnd type="none" w="med" len="med"/>
                      <a:tailEnd type="none" w="med" len="med"/>
                    </a:lnR>
                    <a:lnT w="9360" cap="flat" cmpd="sng" algn="ctr">
                      <a:solidFill>
                        <a:srgbClr val="000000"/>
                      </a:solidFill>
                      <a:prstDash val="solid"/>
                      <a:round/>
                      <a:headEnd type="none" w="med" len="med"/>
                      <a:tailEnd type="none" w="med" len="med"/>
                    </a:lnT>
                    <a:lnB w="9360">
                      <a:solidFill>
                        <a:srgbClr val="000000"/>
                      </a:solidFill>
                      <a:prstDash val="solid"/>
                    </a:lnB>
                    <a:solidFill>
                      <a:srgbClr val="234874"/>
                    </a:solidFill>
                  </a:tcPr>
                </a:tc>
                <a:tc>
                  <a:txBody>
                    <a:bodyPr/>
                    <a:lstStyle/>
                    <a:p>
                      <a:pPr algn="ctr">
                        <a:lnSpc>
                          <a:spcPct val="100000"/>
                        </a:lnSpc>
                        <a:tabLst>
                          <a:tab pos="0" algn="l"/>
                        </a:tabLst>
                      </a:pPr>
                      <a:endParaRPr lang="en-US" sz="1000" b="0" u="none" strike="noStrike" dirty="0">
                        <a:solidFill>
                          <a:srgbClr val="FFFFFF"/>
                        </a:solidFill>
                        <a:uFillTx/>
                        <a:latin typeface="Arial"/>
                      </a:endParaRPr>
                    </a:p>
                  </a:txBody>
                  <a:tcPr marT="0" marB="0" anchor="ctr">
                    <a:lnL w="9360" cap="flat" cmpd="sng" algn="ctr">
                      <a:solidFill>
                        <a:srgbClr val="000000"/>
                      </a:solidFill>
                      <a:prstDash val="solid"/>
                      <a:round/>
                      <a:headEnd type="none" w="med" len="med"/>
                      <a:tailEnd type="none" w="med" len="med"/>
                    </a:lnL>
                    <a:lnR w="9360" cap="flat" cmpd="sng" algn="ctr">
                      <a:solidFill>
                        <a:srgbClr val="000000"/>
                      </a:solidFill>
                      <a:prstDash val="solid"/>
                      <a:round/>
                      <a:headEnd type="none" w="med" len="med"/>
                      <a:tailEnd type="none" w="med" len="med"/>
                    </a:lnR>
                    <a:lnT w="9360" cap="flat" cmpd="sng" algn="ctr">
                      <a:solidFill>
                        <a:srgbClr val="000000"/>
                      </a:solidFill>
                      <a:prstDash val="solid"/>
                      <a:round/>
                      <a:headEnd type="none" w="med" len="med"/>
                      <a:tailEnd type="none" w="med" len="med"/>
                    </a:lnT>
                    <a:lnB w="9360">
                      <a:solidFill>
                        <a:srgbClr val="000000"/>
                      </a:solidFill>
                      <a:prstDash val="solid"/>
                    </a:lnB>
                    <a:solidFill>
                      <a:srgbClr val="234874"/>
                    </a:solidFill>
                  </a:tcPr>
                </a:tc>
                <a:tc>
                  <a:txBody>
                    <a:bodyPr/>
                    <a:lstStyle/>
                    <a:p>
                      <a:pPr algn="ctr">
                        <a:lnSpc>
                          <a:spcPct val="100000"/>
                        </a:lnSpc>
                        <a:tabLst>
                          <a:tab pos="0" algn="l"/>
                        </a:tabLst>
                      </a:pPr>
                      <a:endParaRPr lang="en-US" sz="1000" b="0" u="none" strike="noStrike" dirty="0">
                        <a:solidFill>
                          <a:srgbClr val="FFFFFF"/>
                        </a:solidFill>
                        <a:uFillTx/>
                        <a:latin typeface="Arial"/>
                      </a:endParaRPr>
                    </a:p>
                  </a:txBody>
                  <a:tcPr marT="0" marB="0" anchor="ctr">
                    <a:lnL w="9360" cap="flat" cmpd="sng" algn="ctr">
                      <a:solidFill>
                        <a:srgbClr val="000000"/>
                      </a:solidFill>
                      <a:prstDash val="solid"/>
                      <a:round/>
                      <a:headEnd type="none" w="med" len="med"/>
                      <a:tailEnd type="none" w="med" len="med"/>
                    </a:lnL>
                    <a:lnR w="9360" cap="flat" cmpd="sng" algn="ctr">
                      <a:solidFill>
                        <a:srgbClr val="000000"/>
                      </a:solidFill>
                      <a:prstDash val="solid"/>
                      <a:round/>
                      <a:headEnd type="none" w="med" len="med"/>
                      <a:tailEnd type="none" w="med" len="med"/>
                    </a:lnR>
                    <a:lnT w="9360" cap="flat" cmpd="sng" algn="ctr">
                      <a:solidFill>
                        <a:srgbClr val="000000"/>
                      </a:solidFill>
                      <a:prstDash val="solid"/>
                      <a:round/>
                      <a:headEnd type="none" w="med" len="med"/>
                      <a:tailEnd type="none" w="med" len="med"/>
                    </a:lnT>
                    <a:lnB w="9360">
                      <a:solidFill>
                        <a:srgbClr val="000000"/>
                      </a:solidFill>
                      <a:prstDash val="solid"/>
                    </a:lnB>
                    <a:solidFill>
                      <a:srgbClr val="234874"/>
                    </a:solidFill>
                  </a:tcPr>
                </a:tc>
                <a:tc>
                  <a:txBody>
                    <a:bodyPr/>
                    <a:lstStyle/>
                    <a:p>
                      <a:pPr algn="ctr">
                        <a:lnSpc>
                          <a:spcPct val="100000"/>
                        </a:lnSpc>
                        <a:tabLst>
                          <a:tab pos="0" algn="l"/>
                        </a:tabLst>
                      </a:pPr>
                      <a:endParaRPr lang="en-US" sz="1000" b="0" u="none" strike="noStrike" dirty="0">
                        <a:solidFill>
                          <a:srgbClr val="FFFFFF"/>
                        </a:solidFill>
                        <a:uFillTx/>
                        <a:latin typeface="Arial"/>
                      </a:endParaRPr>
                    </a:p>
                  </a:txBody>
                  <a:tcPr marT="0" marB="0" anchor="ctr">
                    <a:lnL w="9360" cap="flat" cmpd="sng" algn="ctr">
                      <a:solidFill>
                        <a:srgbClr val="000000"/>
                      </a:solidFill>
                      <a:prstDash val="solid"/>
                      <a:round/>
                      <a:headEnd type="none" w="med" len="med"/>
                      <a:tailEnd type="none" w="med" len="med"/>
                    </a:lnL>
                    <a:lnR w="9360" cap="flat" cmpd="sng" algn="ctr">
                      <a:solidFill>
                        <a:srgbClr val="000000"/>
                      </a:solidFill>
                      <a:prstDash val="solid"/>
                      <a:round/>
                      <a:headEnd type="none" w="med" len="med"/>
                      <a:tailEnd type="none" w="med" len="med"/>
                    </a:lnR>
                    <a:lnT w="9360" cap="flat" cmpd="sng" algn="ctr">
                      <a:solidFill>
                        <a:srgbClr val="000000"/>
                      </a:solidFill>
                      <a:prstDash val="solid"/>
                      <a:round/>
                      <a:headEnd type="none" w="med" len="med"/>
                      <a:tailEnd type="none" w="med" len="med"/>
                    </a:lnT>
                    <a:lnB w="9360">
                      <a:solidFill>
                        <a:srgbClr val="000000"/>
                      </a:solidFill>
                      <a:prstDash val="solid"/>
                    </a:lnB>
                    <a:solidFill>
                      <a:srgbClr val="234874"/>
                    </a:solidFill>
                  </a:tcPr>
                </a:tc>
                <a:tc>
                  <a:txBody>
                    <a:bodyPr/>
                    <a:lstStyle/>
                    <a:p>
                      <a:pPr algn="ctr">
                        <a:lnSpc>
                          <a:spcPct val="100000"/>
                        </a:lnSpc>
                        <a:tabLst>
                          <a:tab pos="0" algn="l"/>
                        </a:tabLst>
                      </a:pPr>
                      <a:endParaRPr lang="en-US" sz="1000" b="0" u="none" strike="noStrike" dirty="0">
                        <a:solidFill>
                          <a:srgbClr val="FFFFFF"/>
                        </a:solidFill>
                        <a:uFillTx/>
                        <a:latin typeface="Arial"/>
                      </a:endParaRPr>
                    </a:p>
                  </a:txBody>
                  <a:tcPr marT="0" marB="0" anchor="ctr">
                    <a:lnL w="9360" cap="flat" cmpd="sng" algn="ctr">
                      <a:solidFill>
                        <a:srgbClr val="000000"/>
                      </a:solidFill>
                      <a:prstDash val="solid"/>
                      <a:round/>
                      <a:headEnd type="none" w="med" len="med"/>
                      <a:tailEnd type="none" w="med" len="med"/>
                    </a:lnL>
                    <a:lnR w="9360" cap="flat" cmpd="sng" algn="ctr">
                      <a:solidFill>
                        <a:srgbClr val="000000"/>
                      </a:solidFill>
                      <a:prstDash val="solid"/>
                      <a:round/>
                      <a:headEnd type="none" w="med" len="med"/>
                      <a:tailEnd type="none" w="med" len="med"/>
                    </a:lnR>
                    <a:lnT w="9360" cap="flat" cmpd="sng" algn="ctr">
                      <a:solidFill>
                        <a:srgbClr val="000000"/>
                      </a:solidFill>
                      <a:prstDash val="solid"/>
                      <a:round/>
                      <a:headEnd type="none" w="med" len="med"/>
                      <a:tailEnd type="none" w="med" len="med"/>
                    </a:lnT>
                    <a:lnB w="9360">
                      <a:solidFill>
                        <a:srgbClr val="000000"/>
                      </a:solidFill>
                      <a:prstDash val="solid"/>
                    </a:lnB>
                    <a:solidFill>
                      <a:srgbClr val="234874"/>
                    </a:solidFill>
                  </a:tcPr>
                </a:tc>
                <a:tc>
                  <a:txBody>
                    <a:bodyPr/>
                    <a:lstStyle/>
                    <a:p>
                      <a:pPr algn="ctr">
                        <a:lnSpc>
                          <a:spcPct val="100000"/>
                        </a:lnSpc>
                        <a:tabLst>
                          <a:tab pos="0" algn="l"/>
                        </a:tabLst>
                      </a:pPr>
                      <a:endParaRPr lang="en-US" sz="1000" b="0" u="none" strike="noStrike" dirty="0">
                        <a:solidFill>
                          <a:srgbClr val="FFFFFF"/>
                        </a:solidFill>
                        <a:uFillTx/>
                        <a:latin typeface="Arial"/>
                      </a:endParaRPr>
                    </a:p>
                  </a:txBody>
                  <a:tcPr marT="0" marB="0" anchor="ctr">
                    <a:lnL w="9360" cap="flat" cmpd="sng" algn="ctr">
                      <a:solidFill>
                        <a:srgbClr val="000000"/>
                      </a:solidFill>
                      <a:prstDash val="solid"/>
                      <a:round/>
                      <a:headEnd type="none" w="med" len="med"/>
                      <a:tailEnd type="none" w="med" len="med"/>
                    </a:lnL>
                    <a:lnR w="9360" cap="flat" cmpd="sng" algn="ctr">
                      <a:solidFill>
                        <a:srgbClr val="000000"/>
                      </a:solidFill>
                      <a:prstDash val="solid"/>
                      <a:round/>
                      <a:headEnd type="none" w="med" len="med"/>
                      <a:tailEnd type="none" w="med" len="med"/>
                    </a:lnR>
                    <a:lnT w="9360">
                      <a:solidFill>
                        <a:srgbClr val="000000"/>
                      </a:solidFill>
                      <a:prstDash val="solid"/>
                    </a:lnT>
                    <a:lnB w="9360">
                      <a:solidFill>
                        <a:srgbClr val="000000"/>
                      </a:solidFill>
                      <a:prstDash val="solid"/>
                    </a:lnB>
                    <a:solidFill>
                      <a:srgbClr val="234874"/>
                    </a:solidFill>
                  </a:tcPr>
                </a:tc>
                <a:tc>
                  <a:txBody>
                    <a:bodyPr/>
                    <a:lstStyle/>
                    <a:p>
                      <a:pPr algn="ctr">
                        <a:lnSpc>
                          <a:spcPct val="100000"/>
                        </a:lnSpc>
                        <a:tabLst>
                          <a:tab pos="0" algn="l"/>
                        </a:tabLst>
                      </a:pPr>
                      <a:endParaRPr lang="en-US" sz="1000" b="0" u="none" strike="noStrike" dirty="0">
                        <a:solidFill>
                          <a:srgbClr val="FFFFFF"/>
                        </a:solidFill>
                        <a:uFillTx/>
                        <a:latin typeface="Arial"/>
                      </a:endParaRPr>
                    </a:p>
                  </a:txBody>
                  <a:tcPr marT="0" marB="0" anchor="ctr">
                    <a:lnL w="9360" cap="flat" cmpd="sng" algn="ctr">
                      <a:solidFill>
                        <a:srgbClr val="000000"/>
                      </a:solidFill>
                      <a:prstDash val="solid"/>
                      <a:round/>
                      <a:headEnd type="none" w="med" len="med"/>
                      <a:tailEnd type="none" w="med" len="med"/>
                    </a:lnL>
                    <a:lnR w="9360" cap="flat" cmpd="sng" algn="ctr">
                      <a:solidFill>
                        <a:srgbClr val="000000"/>
                      </a:solidFill>
                      <a:prstDash val="solid"/>
                      <a:round/>
                      <a:headEnd type="none" w="med" len="med"/>
                      <a:tailEnd type="none" w="med" len="med"/>
                    </a:lnR>
                    <a:lnT w="9360">
                      <a:solidFill>
                        <a:srgbClr val="000000"/>
                      </a:solidFill>
                      <a:prstDash val="solid"/>
                    </a:lnT>
                    <a:lnB w="9360">
                      <a:solidFill>
                        <a:srgbClr val="000000"/>
                      </a:solidFill>
                      <a:prstDash val="solid"/>
                    </a:lnB>
                    <a:solidFill>
                      <a:srgbClr val="234874"/>
                    </a:solidFill>
                  </a:tcPr>
                </a:tc>
                <a:tc>
                  <a:txBody>
                    <a:bodyPr/>
                    <a:lstStyle/>
                    <a:p>
                      <a:pPr algn="ctr">
                        <a:lnSpc>
                          <a:spcPct val="100000"/>
                        </a:lnSpc>
                        <a:tabLst>
                          <a:tab pos="0" algn="l"/>
                        </a:tabLst>
                      </a:pPr>
                      <a:endParaRPr lang="en-US" sz="1000" b="0" u="none" strike="noStrike" dirty="0">
                        <a:solidFill>
                          <a:srgbClr val="FFFFFF"/>
                        </a:solidFill>
                        <a:uFillTx/>
                        <a:latin typeface="Arial"/>
                      </a:endParaRPr>
                    </a:p>
                  </a:txBody>
                  <a:tcPr marT="0" marB="0" anchor="ctr">
                    <a:lnL w="9360" cap="flat" cmpd="sng" algn="ctr">
                      <a:solidFill>
                        <a:srgbClr val="000000"/>
                      </a:solidFill>
                      <a:prstDash val="solid"/>
                      <a:round/>
                      <a:headEnd type="none" w="med" len="med"/>
                      <a:tailEnd type="none" w="med" len="med"/>
                    </a:lnL>
                    <a:lnR w="9360" cap="flat" cmpd="sng" algn="ctr">
                      <a:solidFill>
                        <a:srgbClr val="000000"/>
                      </a:solidFill>
                      <a:prstDash val="solid"/>
                      <a:round/>
                      <a:headEnd type="none" w="med" len="med"/>
                      <a:tailEnd type="none" w="med" len="med"/>
                    </a:lnR>
                    <a:lnT w="9360">
                      <a:solidFill>
                        <a:srgbClr val="000000"/>
                      </a:solidFill>
                      <a:prstDash val="solid"/>
                    </a:lnT>
                    <a:lnB w="9360">
                      <a:solidFill>
                        <a:srgbClr val="000000"/>
                      </a:solidFill>
                      <a:prstDash val="solid"/>
                    </a:lnB>
                    <a:solidFill>
                      <a:srgbClr val="234874"/>
                    </a:solidFill>
                  </a:tcPr>
                </a:tc>
                <a:tc>
                  <a:txBody>
                    <a:bodyPr/>
                    <a:lstStyle/>
                    <a:p>
                      <a:pPr algn="ctr">
                        <a:lnSpc>
                          <a:spcPct val="100000"/>
                        </a:lnSpc>
                        <a:tabLst>
                          <a:tab pos="0" algn="l"/>
                        </a:tabLst>
                      </a:pPr>
                      <a:endParaRPr lang="en-US" sz="1000" b="0" u="none" strike="noStrike" dirty="0">
                        <a:solidFill>
                          <a:srgbClr val="FFFFFF"/>
                        </a:solidFill>
                        <a:uFillTx/>
                        <a:latin typeface="Arial"/>
                      </a:endParaRPr>
                    </a:p>
                  </a:txBody>
                  <a:tcPr marT="0" marB="0" anchor="ctr">
                    <a:lnL w="9360" cap="flat" cmpd="sng" algn="ctr">
                      <a:solidFill>
                        <a:srgbClr val="000000"/>
                      </a:solidFill>
                      <a:prstDash val="solid"/>
                      <a:round/>
                      <a:headEnd type="none" w="med" len="med"/>
                      <a:tailEnd type="none" w="med" len="med"/>
                    </a:lnL>
                    <a:lnR w="9360" cap="flat" cmpd="sng" algn="ctr">
                      <a:solidFill>
                        <a:srgbClr val="000000"/>
                      </a:solidFill>
                      <a:prstDash val="solid"/>
                      <a:round/>
                      <a:headEnd type="none" w="med" len="med"/>
                      <a:tailEnd type="none" w="med" len="med"/>
                    </a:lnR>
                    <a:lnT w="9360">
                      <a:solidFill>
                        <a:srgbClr val="000000"/>
                      </a:solidFill>
                      <a:prstDash val="solid"/>
                    </a:lnT>
                    <a:lnB w="9360">
                      <a:solidFill>
                        <a:srgbClr val="000000"/>
                      </a:solidFill>
                      <a:prstDash val="solid"/>
                    </a:lnB>
                    <a:solidFill>
                      <a:srgbClr val="234874"/>
                    </a:solidFill>
                  </a:tcPr>
                </a:tc>
                <a:tc>
                  <a:txBody>
                    <a:bodyPr/>
                    <a:lstStyle/>
                    <a:p>
                      <a:pPr algn="ctr">
                        <a:lnSpc>
                          <a:spcPct val="100000"/>
                        </a:lnSpc>
                        <a:tabLst>
                          <a:tab pos="0" algn="l"/>
                        </a:tabLst>
                      </a:pPr>
                      <a:endParaRPr lang="en-US" sz="1000" b="0" u="none" strike="noStrike" dirty="0">
                        <a:solidFill>
                          <a:srgbClr val="FFFFFF"/>
                        </a:solidFill>
                        <a:uFillTx/>
                        <a:latin typeface="Arial"/>
                      </a:endParaRPr>
                    </a:p>
                  </a:txBody>
                  <a:tcPr marT="0" marB="0" anchor="ctr">
                    <a:lnL w="9360" cap="flat" cmpd="sng" algn="ctr">
                      <a:solidFill>
                        <a:srgbClr val="000000"/>
                      </a:solidFill>
                      <a:prstDash val="solid"/>
                      <a:round/>
                      <a:headEnd type="none" w="med" len="med"/>
                      <a:tailEnd type="none" w="med" len="med"/>
                    </a:lnL>
                    <a:lnR w="9360" cap="flat" cmpd="sng" algn="ctr">
                      <a:solidFill>
                        <a:srgbClr val="000000"/>
                      </a:solidFill>
                      <a:prstDash val="solid"/>
                      <a:round/>
                      <a:headEnd type="none" w="med" len="med"/>
                      <a:tailEnd type="none" w="med" len="med"/>
                    </a:lnR>
                    <a:lnT w="9360" cap="flat" cmpd="sng" algn="ctr">
                      <a:solidFill>
                        <a:srgbClr val="000000"/>
                      </a:solidFill>
                      <a:prstDash val="solid"/>
                      <a:round/>
                      <a:headEnd type="none" w="med" len="med"/>
                      <a:tailEnd type="none" w="med" len="med"/>
                    </a:lnT>
                    <a:lnB w="9360">
                      <a:solidFill>
                        <a:srgbClr val="000000"/>
                      </a:solidFill>
                      <a:prstDash val="solid"/>
                    </a:lnB>
                    <a:solidFill>
                      <a:srgbClr val="234874"/>
                    </a:solidFill>
                  </a:tcPr>
                </a:tc>
                <a:tc>
                  <a:txBody>
                    <a:bodyPr/>
                    <a:lstStyle/>
                    <a:p>
                      <a:pPr algn="ctr">
                        <a:lnSpc>
                          <a:spcPct val="100000"/>
                        </a:lnSpc>
                        <a:tabLst>
                          <a:tab pos="0" algn="l"/>
                        </a:tabLst>
                      </a:pPr>
                      <a:endParaRPr lang="en-US" sz="1000" b="0" u="none" strike="noStrike" dirty="0">
                        <a:solidFill>
                          <a:srgbClr val="FFFFFF"/>
                        </a:solidFill>
                        <a:uFillTx/>
                        <a:latin typeface="Arial"/>
                      </a:endParaRPr>
                    </a:p>
                  </a:txBody>
                  <a:tcPr marT="0" marB="0" anchor="ctr">
                    <a:lnL w="9360" cap="flat" cmpd="sng" algn="ctr">
                      <a:solidFill>
                        <a:srgbClr val="000000"/>
                      </a:solidFill>
                      <a:prstDash val="solid"/>
                      <a:round/>
                      <a:headEnd type="none" w="med" len="med"/>
                      <a:tailEnd type="none" w="med" len="med"/>
                    </a:lnL>
                    <a:lnR w="9360" cap="flat" cmpd="sng" algn="ctr">
                      <a:solidFill>
                        <a:srgbClr val="000000"/>
                      </a:solidFill>
                      <a:prstDash val="solid"/>
                      <a:round/>
                      <a:headEnd type="none" w="med" len="med"/>
                      <a:tailEnd type="none" w="med" len="med"/>
                    </a:lnR>
                    <a:lnT w="9360" cap="flat" cmpd="sng" algn="ctr">
                      <a:solidFill>
                        <a:srgbClr val="000000"/>
                      </a:solidFill>
                      <a:prstDash val="solid"/>
                      <a:round/>
                      <a:headEnd type="none" w="med" len="med"/>
                      <a:tailEnd type="none" w="med" len="med"/>
                    </a:lnT>
                    <a:lnB w="9360">
                      <a:solidFill>
                        <a:srgbClr val="000000"/>
                      </a:solidFill>
                      <a:prstDash val="solid"/>
                    </a:lnB>
                    <a:solidFill>
                      <a:srgbClr val="234874"/>
                    </a:solidFill>
                  </a:tcPr>
                </a:tc>
                <a:tc>
                  <a:txBody>
                    <a:bodyPr/>
                    <a:lstStyle/>
                    <a:p>
                      <a:pPr algn="ctr">
                        <a:lnSpc>
                          <a:spcPct val="100000"/>
                        </a:lnSpc>
                        <a:tabLst>
                          <a:tab pos="0" algn="l"/>
                        </a:tabLst>
                      </a:pPr>
                      <a:endParaRPr lang="en-US" sz="1000" b="0" u="none" strike="noStrike" dirty="0">
                        <a:solidFill>
                          <a:srgbClr val="FFFFFF"/>
                        </a:solidFill>
                        <a:uFillTx/>
                        <a:latin typeface="Arial"/>
                      </a:endParaRPr>
                    </a:p>
                  </a:txBody>
                  <a:tcPr marT="0" marB="0" anchor="ctr">
                    <a:lnL w="9360" cap="flat" cmpd="sng" algn="ctr">
                      <a:solidFill>
                        <a:srgbClr val="000000"/>
                      </a:solidFill>
                      <a:prstDash val="solid"/>
                      <a:round/>
                      <a:headEnd type="none" w="med" len="med"/>
                      <a:tailEnd type="none" w="med" len="med"/>
                    </a:lnL>
                    <a:lnR w="9360" cap="flat" cmpd="sng" algn="ctr">
                      <a:solidFill>
                        <a:srgbClr val="000000"/>
                      </a:solidFill>
                      <a:prstDash val="solid"/>
                      <a:round/>
                      <a:headEnd type="none" w="med" len="med"/>
                      <a:tailEnd type="none" w="med" len="med"/>
                    </a:lnR>
                    <a:lnT w="9360" cap="flat" cmpd="sng" algn="ctr">
                      <a:solidFill>
                        <a:srgbClr val="000000"/>
                      </a:solidFill>
                      <a:prstDash val="solid"/>
                      <a:round/>
                      <a:headEnd type="none" w="med" len="med"/>
                      <a:tailEnd type="none" w="med" len="med"/>
                    </a:lnT>
                    <a:lnB w="9360">
                      <a:solidFill>
                        <a:srgbClr val="000000"/>
                      </a:solidFill>
                      <a:prstDash val="solid"/>
                    </a:lnB>
                    <a:solidFill>
                      <a:srgbClr val="234874"/>
                    </a:solidFill>
                  </a:tcPr>
                </a:tc>
                <a:tc>
                  <a:txBody>
                    <a:bodyPr/>
                    <a:lstStyle/>
                    <a:p>
                      <a:pPr algn="ctr">
                        <a:lnSpc>
                          <a:spcPct val="100000"/>
                        </a:lnSpc>
                        <a:tabLst>
                          <a:tab pos="0" algn="l"/>
                        </a:tabLst>
                      </a:pPr>
                      <a:endParaRPr lang="en-US" sz="1000" b="0" u="none" strike="noStrike" dirty="0">
                        <a:solidFill>
                          <a:srgbClr val="FFFFFF"/>
                        </a:solidFill>
                        <a:uFillTx/>
                        <a:latin typeface="Arial"/>
                      </a:endParaRPr>
                    </a:p>
                  </a:txBody>
                  <a:tcPr marT="0" marB="0" anchor="ctr">
                    <a:lnL w="9360" cap="flat" cmpd="sng" algn="ctr">
                      <a:solidFill>
                        <a:srgbClr val="000000"/>
                      </a:solidFill>
                      <a:prstDash val="solid"/>
                      <a:round/>
                      <a:headEnd type="none" w="med" len="med"/>
                      <a:tailEnd type="none" w="med" len="med"/>
                    </a:lnL>
                    <a:lnR w="9360" cap="flat" cmpd="sng" algn="ctr">
                      <a:solidFill>
                        <a:srgbClr val="000000"/>
                      </a:solidFill>
                      <a:prstDash val="solid"/>
                      <a:round/>
                      <a:headEnd type="none" w="med" len="med"/>
                      <a:tailEnd type="none" w="med" len="med"/>
                    </a:lnR>
                    <a:lnT w="9360" cap="flat" cmpd="sng" algn="ctr">
                      <a:solidFill>
                        <a:srgbClr val="000000"/>
                      </a:solidFill>
                      <a:prstDash val="solid"/>
                      <a:round/>
                      <a:headEnd type="none" w="med" len="med"/>
                      <a:tailEnd type="none" w="med" len="med"/>
                    </a:lnT>
                    <a:lnB w="9360">
                      <a:solidFill>
                        <a:srgbClr val="000000"/>
                      </a:solidFill>
                      <a:prstDash val="solid"/>
                    </a:lnB>
                    <a:solidFill>
                      <a:srgbClr val="234874"/>
                    </a:solidFill>
                  </a:tcPr>
                </a:tc>
                <a:tc>
                  <a:txBody>
                    <a:bodyPr/>
                    <a:lstStyle/>
                    <a:p>
                      <a:pPr algn="ctr">
                        <a:lnSpc>
                          <a:spcPct val="100000"/>
                        </a:lnSpc>
                        <a:tabLst>
                          <a:tab pos="0" algn="l"/>
                        </a:tabLst>
                      </a:pPr>
                      <a:endParaRPr lang="en-US" sz="1000" b="0" u="none" strike="noStrike" dirty="0">
                        <a:solidFill>
                          <a:srgbClr val="FFFFFF"/>
                        </a:solidFill>
                        <a:uFillTx/>
                        <a:latin typeface="Arial"/>
                      </a:endParaRPr>
                    </a:p>
                  </a:txBody>
                  <a:tcPr marT="0" marB="0" anchor="ctr">
                    <a:lnL w="9360" cap="flat" cmpd="sng" algn="ctr">
                      <a:solidFill>
                        <a:srgbClr val="000000"/>
                      </a:solidFill>
                      <a:prstDash val="solid"/>
                      <a:round/>
                      <a:headEnd type="none" w="med" len="med"/>
                      <a:tailEnd type="none" w="med" len="med"/>
                    </a:lnL>
                    <a:lnR w="9360">
                      <a:solidFill>
                        <a:srgbClr val="000000"/>
                      </a:solidFill>
                      <a:prstDash val="solid"/>
                    </a:lnR>
                    <a:lnT w="9360" cap="flat" cmpd="sng" algn="ctr">
                      <a:solidFill>
                        <a:srgbClr val="000000"/>
                      </a:solidFill>
                      <a:prstDash val="solid"/>
                      <a:round/>
                      <a:headEnd type="none" w="med" len="med"/>
                      <a:tailEnd type="none" w="med" len="med"/>
                    </a:lnT>
                    <a:lnB w="9360">
                      <a:solidFill>
                        <a:srgbClr val="000000"/>
                      </a:solidFill>
                      <a:prstDash val="solid"/>
                    </a:lnB>
                    <a:solidFill>
                      <a:srgbClr val="234874"/>
                    </a:solidFill>
                  </a:tcPr>
                </a:tc>
                <a:extLst>
                  <a:ext uri="{0D108BD9-81ED-4DB2-BD59-A6C34878D82A}">
                    <a16:rowId xmlns:a16="http://schemas.microsoft.com/office/drawing/2014/main" val="10001"/>
                  </a:ext>
                </a:extLst>
              </a:tr>
              <a:tr h="308304">
                <a:tc>
                  <a:txBody>
                    <a:bodyPr/>
                    <a:lstStyle/>
                    <a:p>
                      <a:pPr>
                        <a:lnSpc>
                          <a:spcPct val="100000"/>
                        </a:lnSpc>
                        <a:tabLst>
                          <a:tab pos="0" algn="l"/>
                        </a:tabLst>
                      </a:pPr>
                      <a:endParaRPr lang="en-US" sz="1000" b="0" u="none" strike="noStrike" dirty="0">
                        <a:solidFill>
                          <a:srgbClr val="FFFFFF"/>
                        </a:solidFill>
                        <a:uFillTx/>
                        <a:latin typeface="Arial"/>
                      </a:endParaRPr>
                    </a:p>
                  </a:txBody>
                  <a:tcPr marT="0" marB="0" anchor="ctr">
                    <a:lnL w="9360">
                      <a:solidFill>
                        <a:srgbClr val="000000"/>
                      </a:solidFill>
                      <a:prstDash val="solid"/>
                    </a:lnL>
                    <a:lnR w="9360" cap="flat" cmpd="sng" algn="ctr">
                      <a:solidFill>
                        <a:srgbClr val="000000"/>
                      </a:solidFill>
                      <a:prstDash val="solid"/>
                      <a:round/>
                      <a:headEnd type="none" w="med" len="med"/>
                      <a:tailEnd type="none" w="med" len="med"/>
                    </a:lnR>
                    <a:lnT w="9360" cap="flat" cmpd="sng" algn="ctr">
                      <a:solidFill>
                        <a:srgbClr val="000000"/>
                      </a:solidFill>
                      <a:prstDash val="solid"/>
                      <a:round/>
                      <a:headEnd type="none" w="med" len="med"/>
                      <a:tailEnd type="none" w="med" len="med"/>
                    </a:lnT>
                    <a:lnB w="9360">
                      <a:solidFill>
                        <a:srgbClr val="FFFFFF"/>
                      </a:solidFill>
                      <a:prstDash val="solid"/>
                    </a:lnB>
                    <a:solidFill>
                      <a:srgbClr val="234874"/>
                    </a:solidFill>
                  </a:tcPr>
                </a:tc>
                <a:tc>
                  <a:txBody>
                    <a:bodyPr/>
                    <a:lstStyle/>
                    <a:p>
                      <a:pPr>
                        <a:lnSpc>
                          <a:spcPct val="100000"/>
                        </a:lnSpc>
                        <a:tabLst>
                          <a:tab pos="0" algn="l"/>
                        </a:tabLst>
                      </a:pPr>
                      <a:endParaRPr lang="en-US" sz="1000" b="0" u="none" strike="noStrike" dirty="0">
                        <a:solidFill>
                          <a:srgbClr val="FFFFFF"/>
                        </a:solidFill>
                        <a:uFillTx/>
                        <a:latin typeface="Arial"/>
                      </a:endParaRPr>
                    </a:p>
                  </a:txBody>
                  <a:tcPr marT="0" marB="0" anchor="ctr">
                    <a:lnL w="9360" cap="flat" cmpd="sng" algn="ctr">
                      <a:solidFill>
                        <a:srgbClr val="000000"/>
                      </a:solidFill>
                      <a:prstDash val="solid"/>
                      <a:round/>
                      <a:headEnd type="none" w="med" len="med"/>
                      <a:tailEnd type="none" w="med" len="med"/>
                    </a:lnL>
                    <a:lnR w="9360" cap="flat" cmpd="sng" algn="ctr">
                      <a:solidFill>
                        <a:srgbClr val="000000"/>
                      </a:solidFill>
                      <a:prstDash val="solid"/>
                      <a:round/>
                      <a:headEnd type="none" w="med" len="med"/>
                      <a:tailEnd type="none" w="med" len="med"/>
                    </a:lnR>
                    <a:lnT w="9360" cap="flat" cmpd="sng" algn="ctr">
                      <a:solidFill>
                        <a:srgbClr val="000000"/>
                      </a:solidFill>
                      <a:prstDash val="solid"/>
                      <a:round/>
                      <a:headEnd type="none" w="med" len="med"/>
                      <a:tailEnd type="none" w="med" len="med"/>
                    </a:lnT>
                    <a:lnB w="9360">
                      <a:solidFill>
                        <a:srgbClr val="FFFFFF"/>
                      </a:solidFill>
                      <a:prstDash val="solid"/>
                    </a:lnB>
                    <a:solidFill>
                      <a:srgbClr val="234874"/>
                    </a:solidFill>
                  </a:tcPr>
                </a:tc>
                <a:tc>
                  <a:txBody>
                    <a:bodyPr/>
                    <a:lstStyle/>
                    <a:p>
                      <a:pPr>
                        <a:lnSpc>
                          <a:spcPct val="100000"/>
                        </a:lnSpc>
                        <a:tabLst>
                          <a:tab pos="0" algn="l"/>
                        </a:tabLst>
                      </a:pPr>
                      <a:endParaRPr lang="en-US" sz="1000" b="0" u="none" strike="noStrike" dirty="0">
                        <a:solidFill>
                          <a:srgbClr val="FFFFFF"/>
                        </a:solidFill>
                        <a:uFillTx/>
                        <a:latin typeface="Arial"/>
                      </a:endParaRPr>
                    </a:p>
                  </a:txBody>
                  <a:tcPr marT="0" marB="0" anchor="ctr">
                    <a:lnL w="9360" cap="flat" cmpd="sng" algn="ctr">
                      <a:solidFill>
                        <a:srgbClr val="000000"/>
                      </a:solidFill>
                      <a:prstDash val="solid"/>
                      <a:round/>
                      <a:headEnd type="none" w="med" len="med"/>
                      <a:tailEnd type="none" w="med" len="med"/>
                    </a:lnL>
                    <a:lnR w="9360" cap="flat" cmpd="sng" algn="ctr">
                      <a:solidFill>
                        <a:srgbClr val="000000"/>
                      </a:solidFill>
                      <a:prstDash val="solid"/>
                      <a:round/>
                      <a:headEnd type="none" w="med" len="med"/>
                      <a:tailEnd type="none" w="med" len="med"/>
                    </a:lnR>
                    <a:lnT w="9360" cap="flat" cmpd="sng" algn="ctr">
                      <a:solidFill>
                        <a:srgbClr val="000000"/>
                      </a:solidFill>
                      <a:prstDash val="solid"/>
                      <a:round/>
                      <a:headEnd type="none" w="med" len="med"/>
                      <a:tailEnd type="none" w="med" len="med"/>
                    </a:lnT>
                    <a:lnB w="9360">
                      <a:solidFill>
                        <a:srgbClr val="FFFFFF"/>
                      </a:solidFill>
                      <a:prstDash val="solid"/>
                    </a:lnB>
                    <a:solidFill>
                      <a:srgbClr val="234874"/>
                    </a:solidFill>
                  </a:tcPr>
                </a:tc>
                <a:tc>
                  <a:txBody>
                    <a:bodyPr/>
                    <a:lstStyle/>
                    <a:p>
                      <a:pPr algn="ctr">
                        <a:lnSpc>
                          <a:spcPct val="100000"/>
                        </a:lnSpc>
                        <a:tabLst>
                          <a:tab pos="0" algn="l"/>
                        </a:tabLst>
                      </a:pPr>
                      <a:endParaRPr lang="en-US" sz="1000" b="0" u="none" strike="noStrike" dirty="0">
                        <a:solidFill>
                          <a:srgbClr val="FFFFFF"/>
                        </a:solidFill>
                        <a:uFillTx/>
                        <a:latin typeface="Arial"/>
                      </a:endParaRPr>
                    </a:p>
                  </a:txBody>
                  <a:tcPr marT="0" marB="0" anchor="ctr">
                    <a:lnL w="9360" cap="flat" cmpd="sng" algn="ctr">
                      <a:solidFill>
                        <a:srgbClr val="000000"/>
                      </a:solidFill>
                      <a:prstDash val="solid"/>
                      <a:round/>
                      <a:headEnd type="none" w="med" len="med"/>
                      <a:tailEnd type="none" w="med" len="med"/>
                    </a:lnL>
                    <a:lnR w="9360" cap="flat" cmpd="sng" algn="ctr">
                      <a:solidFill>
                        <a:srgbClr val="000000"/>
                      </a:solidFill>
                      <a:prstDash val="solid"/>
                      <a:round/>
                      <a:headEnd type="none" w="med" len="med"/>
                      <a:tailEnd type="none" w="med" len="med"/>
                    </a:lnR>
                    <a:lnT w="9360" cap="flat" cmpd="sng" algn="ctr">
                      <a:solidFill>
                        <a:srgbClr val="000000"/>
                      </a:solidFill>
                      <a:prstDash val="solid"/>
                      <a:round/>
                      <a:headEnd type="none" w="med" len="med"/>
                      <a:tailEnd type="none" w="med" len="med"/>
                    </a:lnT>
                    <a:lnB w="9360">
                      <a:solidFill>
                        <a:srgbClr val="FFFFFF"/>
                      </a:solidFill>
                      <a:prstDash val="solid"/>
                    </a:lnB>
                    <a:solidFill>
                      <a:srgbClr val="234874"/>
                    </a:solidFill>
                  </a:tcPr>
                </a:tc>
                <a:tc>
                  <a:txBody>
                    <a:bodyPr/>
                    <a:lstStyle/>
                    <a:p>
                      <a:pPr algn="ctr">
                        <a:lnSpc>
                          <a:spcPct val="100000"/>
                        </a:lnSpc>
                        <a:tabLst>
                          <a:tab pos="0" algn="l"/>
                        </a:tabLst>
                      </a:pPr>
                      <a:endParaRPr lang="en-US" sz="1000" b="0" u="none" strike="noStrike" dirty="0">
                        <a:solidFill>
                          <a:srgbClr val="FFFFFF"/>
                        </a:solidFill>
                        <a:uFillTx/>
                        <a:latin typeface="Arial"/>
                      </a:endParaRPr>
                    </a:p>
                  </a:txBody>
                  <a:tcPr marT="0" marB="0" anchor="ctr">
                    <a:lnL w="9360" cap="flat" cmpd="sng" algn="ctr">
                      <a:solidFill>
                        <a:srgbClr val="000000"/>
                      </a:solidFill>
                      <a:prstDash val="solid"/>
                      <a:round/>
                      <a:headEnd type="none" w="med" len="med"/>
                      <a:tailEnd type="none" w="med" len="med"/>
                    </a:lnL>
                    <a:lnR w="9360" cap="flat" cmpd="sng" algn="ctr">
                      <a:solidFill>
                        <a:srgbClr val="000000"/>
                      </a:solidFill>
                      <a:prstDash val="solid"/>
                      <a:round/>
                      <a:headEnd type="none" w="med" len="med"/>
                      <a:tailEnd type="none" w="med" len="med"/>
                    </a:lnR>
                    <a:lnT w="9360" cap="flat" cmpd="sng" algn="ctr">
                      <a:solidFill>
                        <a:srgbClr val="000000"/>
                      </a:solidFill>
                      <a:prstDash val="solid"/>
                      <a:round/>
                      <a:headEnd type="none" w="med" len="med"/>
                      <a:tailEnd type="none" w="med" len="med"/>
                    </a:lnT>
                    <a:lnB w="9360">
                      <a:solidFill>
                        <a:srgbClr val="FFFFFF"/>
                      </a:solidFill>
                      <a:prstDash val="solid"/>
                    </a:lnB>
                    <a:solidFill>
                      <a:srgbClr val="234874"/>
                    </a:solidFill>
                  </a:tcPr>
                </a:tc>
                <a:tc>
                  <a:txBody>
                    <a:bodyPr/>
                    <a:lstStyle/>
                    <a:p>
                      <a:pPr algn="ctr">
                        <a:lnSpc>
                          <a:spcPct val="100000"/>
                        </a:lnSpc>
                        <a:tabLst>
                          <a:tab pos="0" algn="l"/>
                        </a:tabLst>
                      </a:pPr>
                      <a:endParaRPr lang="en-US" sz="1000" b="0" u="none" strike="noStrike" dirty="0">
                        <a:solidFill>
                          <a:srgbClr val="FFFFFF"/>
                        </a:solidFill>
                        <a:uFillTx/>
                        <a:latin typeface="Arial"/>
                      </a:endParaRPr>
                    </a:p>
                  </a:txBody>
                  <a:tcPr marT="0" marB="0" anchor="ctr">
                    <a:lnL w="9360" cap="flat" cmpd="sng" algn="ctr">
                      <a:solidFill>
                        <a:srgbClr val="000000"/>
                      </a:solidFill>
                      <a:prstDash val="solid"/>
                      <a:round/>
                      <a:headEnd type="none" w="med" len="med"/>
                      <a:tailEnd type="none" w="med" len="med"/>
                    </a:lnL>
                    <a:lnR w="9360" cap="flat" cmpd="sng" algn="ctr">
                      <a:solidFill>
                        <a:srgbClr val="000000"/>
                      </a:solidFill>
                      <a:prstDash val="solid"/>
                      <a:round/>
                      <a:headEnd type="none" w="med" len="med"/>
                      <a:tailEnd type="none" w="med" len="med"/>
                    </a:lnR>
                    <a:lnT w="9360" cap="flat" cmpd="sng" algn="ctr">
                      <a:solidFill>
                        <a:srgbClr val="000000"/>
                      </a:solidFill>
                      <a:prstDash val="solid"/>
                      <a:round/>
                      <a:headEnd type="none" w="med" len="med"/>
                      <a:tailEnd type="none" w="med" len="med"/>
                    </a:lnT>
                    <a:lnB w="9360">
                      <a:solidFill>
                        <a:srgbClr val="FFFFFF"/>
                      </a:solidFill>
                      <a:prstDash val="solid"/>
                    </a:lnB>
                    <a:solidFill>
                      <a:srgbClr val="234874"/>
                    </a:solidFill>
                  </a:tcPr>
                </a:tc>
                <a:tc>
                  <a:txBody>
                    <a:bodyPr/>
                    <a:lstStyle/>
                    <a:p>
                      <a:pPr algn="ctr">
                        <a:lnSpc>
                          <a:spcPct val="100000"/>
                        </a:lnSpc>
                        <a:tabLst>
                          <a:tab pos="0" algn="l"/>
                        </a:tabLst>
                      </a:pPr>
                      <a:endParaRPr lang="en-US" sz="1000" b="0" u="none" strike="noStrike" dirty="0">
                        <a:solidFill>
                          <a:srgbClr val="FFFFFF"/>
                        </a:solidFill>
                        <a:uFillTx/>
                        <a:latin typeface="Arial"/>
                      </a:endParaRPr>
                    </a:p>
                  </a:txBody>
                  <a:tcPr marT="0" marB="0" anchor="ctr">
                    <a:lnL w="9360" cap="flat" cmpd="sng" algn="ctr">
                      <a:solidFill>
                        <a:srgbClr val="000000"/>
                      </a:solidFill>
                      <a:prstDash val="solid"/>
                      <a:round/>
                      <a:headEnd type="none" w="med" len="med"/>
                      <a:tailEnd type="none" w="med" len="med"/>
                    </a:lnL>
                    <a:lnR w="9360" cap="flat" cmpd="sng" algn="ctr">
                      <a:solidFill>
                        <a:srgbClr val="000000"/>
                      </a:solidFill>
                      <a:prstDash val="solid"/>
                      <a:round/>
                      <a:headEnd type="none" w="med" len="med"/>
                      <a:tailEnd type="none" w="med" len="med"/>
                    </a:lnR>
                    <a:lnT w="9360" cap="flat" cmpd="sng" algn="ctr">
                      <a:solidFill>
                        <a:srgbClr val="000000"/>
                      </a:solidFill>
                      <a:prstDash val="solid"/>
                      <a:round/>
                      <a:headEnd type="none" w="med" len="med"/>
                      <a:tailEnd type="none" w="med" len="med"/>
                    </a:lnT>
                    <a:lnB w="9360">
                      <a:solidFill>
                        <a:srgbClr val="FFFFFF"/>
                      </a:solidFill>
                      <a:prstDash val="solid"/>
                    </a:lnB>
                    <a:solidFill>
                      <a:srgbClr val="234874"/>
                    </a:solidFill>
                  </a:tcPr>
                </a:tc>
                <a:tc>
                  <a:txBody>
                    <a:bodyPr/>
                    <a:lstStyle/>
                    <a:p>
                      <a:pPr algn="ctr">
                        <a:lnSpc>
                          <a:spcPct val="100000"/>
                        </a:lnSpc>
                        <a:tabLst>
                          <a:tab pos="0" algn="l"/>
                        </a:tabLst>
                      </a:pPr>
                      <a:endParaRPr lang="en-US" sz="1000" b="0" u="none" strike="noStrike" dirty="0">
                        <a:solidFill>
                          <a:srgbClr val="FFFFFF"/>
                        </a:solidFill>
                        <a:uFillTx/>
                        <a:latin typeface="Arial"/>
                      </a:endParaRPr>
                    </a:p>
                  </a:txBody>
                  <a:tcPr marT="0" marB="0" anchor="ctr">
                    <a:lnL w="9360" cap="flat" cmpd="sng" algn="ctr">
                      <a:solidFill>
                        <a:srgbClr val="000000"/>
                      </a:solidFill>
                      <a:prstDash val="solid"/>
                      <a:round/>
                      <a:headEnd type="none" w="med" len="med"/>
                      <a:tailEnd type="none" w="med" len="med"/>
                    </a:lnL>
                    <a:lnR w="9360" cap="flat" cmpd="sng" algn="ctr">
                      <a:solidFill>
                        <a:srgbClr val="000000"/>
                      </a:solidFill>
                      <a:prstDash val="solid"/>
                      <a:round/>
                      <a:headEnd type="none" w="med" len="med"/>
                      <a:tailEnd type="none" w="med" len="med"/>
                    </a:lnR>
                    <a:lnT w="9360" cap="flat" cmpd="sng" algn="ctr">
                      <a:solidFill>
                        <a:srgbClr val="000000"/>
                      </a:solidFill>
                      <a:prstDash val="solid"/>
                      <a:round/>
                      <a:headEnd type="none" w="med" len="med"/>
                      <a:tailEnd type="none" w="med" len="med"/>
                    </a:lnT>
                    <a:lnB w="9360">
                      <a:solidFill>
                        <a:srgbClr val="FFFFFF"/>
                      </a:solidFill>
                      <a:prstDash val="solid"/>
                    </a:lnB>
                    <a:solidFill>
                      <a:srgbClr val="234874"/>
                    </a:solidFill>
                  </a:tcPr>
                </a:tc>
                <a:tc>
                  <a:txBody>
                    <a:bodyPr/>
                    <a:lstStyle/>
                    <a:p>
                      <a:pPr algn="ctr">
                        <a:lnSpc>
                          <a:spcPct val="100000"/>
                        </a:lnSpc>
                        <a:tabLst>
                          <a:tab pos="0" algn="l"/>
                        </a:tabLst>
                      </a:pPr>
                      <a:endParaRPr lang="en-US" sz="1000" b="0" u="none" strike="noStrike" dirty="0">
                        <a:solidFill>
                          <a:srgbClr val="FFFFFF"/>
                        </a:solidFill>
                        <a:uFillTx/>
                        <a:latin typeface="Arial"/>
                      </a:endParaRPr>
                    </a:p>
                  </a:txBody>
                  <a:tcPr marT="0" marB="0" anchor="ctr">
                    <a:lnL w="9360" cap="flat" cmpd="sng" algn="ctr">
                      <a:solidFill>
                        <a:srgbClr val="000000"/>
                      </a:solidFill>
                      <a:prstDash val="solid"/>
                      <a:round/>
                      <a:headEnd type="none" w="med" len="med"/>
                      <a:tailEnd type="none" w="med" len="med"/>
                    </a:lnL>
                    <a:lnR w="9360" cap="flat" cmpd="sng" algn="ctr">
                      <a:solidFill>
                        <a:srgbClr val="000000"/>
                      </a:solidFill>
                      <a:prstDash val="solid"/>
                      <a:round/>
                      <a:headEnd type="none" w="med" len="med"/>
                      <a:tailEnd type="none" w="med" len="med"/>
                    </a:lnR>
                    <a:lnT w="9360" cap="flat" cmpd="sng" algn="ctr">
                      <a:solidFill>
                        <a:srgbClr val="000000"/>
                      </a:solidFill>
                      <a:prstDash val="solid"/>
                      <a:round/>
                      <a:headEnd type="none" w="med" len="med"/>
                      <a:tailEnd type="none" w="med" len="med"/>
                    </a:lnT>
                    <a:lnB w="9360">
                      <a:solidFill>
                        <a:srgbClr val="FFFFFF"/>
                      </a:solidFill>
                      <a:prstDash val="solid"/>
                    </a:lnB>
                    <a:solidFill>
                      <a:srgbClr val="234874"/>
                    </a:solidFill>
                  </a:tcPr>
                </a:tc>
                <a:tc>
                  <a:txBody>
                    <a:bodyPr/>
                    <a:lstStyle/>
                    <a:p>
                      <a:pPr algn="ctr">
                        <a:lnSpc>
                          <a:spcPct val="100000"/>
                        </a:lnSpc>
                        <a:tabLst>
                          <a:tab pos="0" algn="l"/>
                        </a:tabLst>
                      </a:pPr>
                      <a:endParaRPr lang="en-US" sz="1000" b="0" u="none" strike="noStrike" dirty="0">
                        <a:solidFill>
                          <a:srgbClr val="FFFFFF"/>
                        </a:solidFill>
                        <a:uFillTx/>
                        <a:latin typeface="Arial"/>
                      </a:endParaRPr>
                    </a:p>
                  </a:txBody>
                  <a:tcPr marT="0" marB="0" anchor="ctr">
                    <a:lnL w="9360" cap="flat" cmpd="sng" algn="ctr">
                      <a:solidFill>
                        <a:srgbClr val="000000"/>
                      </a:solidFill>
                      <a:prstDash val="solid"/>
                      <a:round/>
                      <a:headEnd type="none" w="med" len="med"/>
                      <a:tailEnd type="none" w="med" len="med"/>
                    </a:lnL>
                    <a:lnR w="9360" cap="flat" cmpd="sng" algn="ctr">
                      <a:solidFill>
                        <a:srgbClr val="000000"/>
                      </a:solidFill>
                      <a:prstDash val="solid"/>
                      <a:round/>
                      <a:headEnd type="none" w="med" len="med"/>
                      <a:tailEnd type="none" w="med" len="med"/>
                    </a:lnR>
                    <a:lnT w="9360" cap="flat" cmpd="sng" algn="ctr">
                      <a:solidFill>
                        <a:srgbClr val="000000"/>
                      </a:solidFill>
                      <a:prstDash val="solid"/>
                      <a:round/>
                      <a:headEnd type="none" w="med" len="med"/>
                      <a:tailEnd type="none" w="med" len="med"/>
                    </a:lnT>
                    <a:lnB w="9360">
                      <a:solidFill>
                        <a:srgbClr val="FFFFFF"/>
                      </a:solidFill>
                      <a:prstDash val="solid"/>
                    </a:lnB>
                    <a:solidFill>
                      <a:srgbClr val="234874"/>
                    </a:solidFill>
                  </a:tcPr>
                </a:tc>
                <a:tc>
                  <a:txBody>
                    <a:bodyPr/>
                    <a:lstStyle/>
                    <a:p>
                      <a:pPr algn="ctr">
                        <a:lnSpc>
                          <a:spcPct val="100000"/>
                        </a:lnSpc>
                        <a:tabLst>
                          <a:tab pos="0" algn="l"/>
                        </a:tabLst>
                      </a:pPr>
                      <a:endParaRPr lang="en-US" sz="1000" b="0" u="none" strike="noStrike" dirty="0">
                        <a:solidFill>
                          <a:srgbClr val="FFFFFF"/>
                        </a:solidFill>
                        <a:uFillTx/>
                        <a:latin typeface="Arial"/>
                      </a:endParaRPr>
                    </a:p>
                  </a:txBody>
                  <a:tcPr marT="0" marB="0" anchor="ctr">
                    <a:lnL w="9360" cap="flat" cmpd="sng" algn="ctr">
                      <a:solidFill>
                        <a:srgbClr val="000000"/>
                      </a:solidFill>
                      <a:prstDash val="solid"/>
                      <a:round/>
                      <a:headEnd type="none" w="med" len="med"/>
                      <a:tailEnd type="none" w="med" len="med"/>
                    </a:lnL>
                    <a:lnR w="9360" cap="flat" cmpd="sng" algn="ctr">
                      <a:solidFill>
                        <a:srgbClr val="000000"/>
                      </a:solidFill>
                      <a:prstDash val="solid"/>
                      <a:round/>
                      <a:headEnd type="none" w="med" len="med"/>
                      <a:tailEnd type="none" w="med" len="med"/>
                    </a:lnR>
                    <a:lnT w="9360" cap="flat" cmpd="sng" algn="ctr">
                      <a:solidFill>
                        <a:srgbClr val="000000"/>
                      </a:solidFill>
                      <a:prstDash val="solid"/>
                      <a:round/>
                      <a:headEnd type="none" w="med" len="med"/>
                      <a:tailEnd type="none" w="med" len="med"/>
                    </a:lnT>
                    <a:lnB w="9360">
                      <a:solidFill>
                        <a:srgbClr val="FFFFFF"/>
                      </a:solidFill>
                      <a:prstDash val="solid"/>
                    </a:lnB>
                    <a:solidFill>
                      <a:srgbClr val="234874"/>
                    </a:solidFill>
                  </a:tcPr>
                </a:tc>
                <a:tc>
                  <a:txBody>
                    <a:bodyPr/>
                    <a:lstStyle/>
                    <a:p>
                      <a:pPr algn="ctr">
                        <a:lnSpc>
                          <a:spcPct val="100000"/>
                        </a:lnSpc>
                        <a:tabLst>
                          <a:tab pos="0" algn="l"/>
                        </a:tabLst>
                      </a:pPr>
                      <a:endParaRPr lang="en-US" sz="1000" b="0" u="none" strike="noStrike" dirty="0">
                        <a:solidFill>
                          <a:srgbClr val="FFFFFF"/>
                        </a:solidFill>
                        <a:uFillTx/>
                        <a:latin typeface="Arial"/>
                      </a:endParaRPr>
                    </a:p>
                  </a:txBody>
                  <a:tcPr marT="0" marB="0" anchor="ctr">
                    <a:lnL w="9360" cap="flat" cmpd="sng" algn="ctr">
                      <a:solidFill>
                        <a:srgbClr val="000000"/>
                      </a:solidFill>
                      <a:prstDash val="solid"/>
                      <a:round/>
                      <a:headEnd type="none" w="med" len="med"/>
                      <a:tailEnd type="none" w="med" len="med"/>
                    </a:lnL>
                    <a:lnR w="9360" cap="flat" cmpd="sng" algn="ctr">
                      <a:solidFill>
                        <a:srgbClr val="000000"/>
                      </a:solidFill>
                      <a:prstDash val="solid"/>
                      <a:round/>
                      <a:headEnd type="none" w="med" len="med"/>
                      <a:tailEnd type="none" w="med" len="med"/>
                    </a:lnR>
                    <a:lnT w="9360" cap="flat" cmpd="sng" algn="ctr">
                      <a:solidFill>
                        <a:srgbClr val="000000"/>
                      </a:solidFill>
                      <a:prstDash val="solid"/>
                      <a:round/>
                      <a:headEnd type="none" w="med" len="med"/>
                      <a:tailEnd type="none" w="med" len="med"/>
                    </a:lnT>
                    <a:lnB w="9360">
                      <a:solidFill>
                        <a:srgbClr val="FFFFFF"/>
                      </a:solidFill>
                      <a:prstDash val="solid"/>
                    </a:lnB>
                    <a:solidFill>
                      <a:srgbClr val="234874"/>
                    </a:solidFill>
                  </a:tcPr>
                </a:tc>
                <a:tc>
                  <a:txBody>
                    <a:bodyPr/>
                    <a:lstStyle/>
                    <a:p>
                      <a:pPr algn="ctr">
                        <a:lnSpc>
                          <a:spcPct val="100000"/>
                        </a:lnSpc>
                        <a:tabLst>
                          <a:tab pos="0" algn="l"/>
                        </a:tabLst>
                      </a:pPr>
                      <a:endParaRPr lang="en-US" sz="1000" b="0" u="none" strike="noStrike" dirty="0">
                        <a:solidFill>
                          <a:srgbClr val="FFFFFF"/>
                        </a:solidFill>
                        <a:uFillTx/>
                        <a:latin typeface="Arial"/>
                      </a:endParaRPr>
                    </a:p>
                  </a:txBody>
                  <a:tcPr marT="0" marB="0" anchor="ctr">
                    <a:lnL w="9360" cap="flat" cmpd="sng" algn="ctr">
                      <a:solidFill>
                        <a:srgbClr val="000000"/>
                      </a:solidFill>
                      <a:prstDash val="solid"/>
                      <a:round/>
                      <a:headEnd type="none" w="med" len="med"/>
                      <a:tailEnd type="none" w="med" len="med"/>
                    </a:lnL>
                    <a:lnR w="9360" cap="flat" cmpd="sng" algn="ctr">
                      <a:solidFill>
                        <a:srgbClr val="000000"/>
                      </a:solidFill>
                      <a:prstDash val="solid"/>
                      <a:round/>
                      <a:headEnd type="none" w="med" len="med"/>
                      <a:tailEnd type="none" w="med" len="med"/>
                    </a:lnR>
                    <a:lnT w="9360" cap="flat" cmpd="sng" algn="ctr">
                      <a:solidFill>
                        <a:srgbClr val="000000"/>
                      </a:solidFill>
                      <a:prstDash val="solid"/>
                      <a:round/>
                      <a:headEnd type="none" w="med" len="med"/>
                      <a:tailEnd type="none" w="med" len="med"/>
                    </a:lnT>
                    <a:lnB w="9360">
                      <a:solidFill>
                        <a:srgbClr val="FFFFFF"/>
                      </a:solidFill>
                      <a:prstDash val="solid"/>
                    </a:lnB>
                    <a:solidFill>
                      <a:srgbClr val="234874"/>
                    </a:solidFill>
                  </a:tcPr>
                </a:tc>
                <a:tc>
                  <a:txBody>
                    <a:bodyPr/>
                    <a:lstStyle/>
                    <a:p>
                      <a:pPr algn="ctr">
                        <a:lnSpc>
                          <a:spcPct val="100000"/>
                        </a:lnSpc>
                        <a:tabLst>
                          <a:tab pos="0" algn="l"/>
                        </a:tabLst>
                      </a:pPr>
                      <a:endParaRPr lang="en-US" sz="1000" b="0" u="none" strike="noStrike" dirty="0">
                        <a:solidFill>
                          <a:srgbClr val="FFFFFF"/>
                        </a:solidFill>
                        <a:uFillTx/>
                        <a:latin typeface="Arial"/>
                      </a:endParaRPr>
                    </a:p>
                  </a:txBody>
                  <a:tcPr marT="0" marB="0" anchor="ctr">
                    <a:lnL w="9360" cap="flat" cmpd="sng" algn="ctr">
                      <a:solidFill>
                        <a:srgbClr val="000000"/>
                      </a:solidFill>
                      <a:prstDash val="solid"/>
                      <a:round/>
                      <a:headEnd type="none" w="med" len="med"/>
                      <a:tailEnd type="none" w="med" len="med"/>
                    </a:lnL>
                    <a:lnR w="9360" cap="flat" cmpd="sng" algn="ctr">
                      <a:solidFill>
                        <a:srgbClr val="000000"/>
                      </a:solidFill>
                      <a:prstDash val="solid"/>
                      <a:round/>
                      <a:headEnd type="none" w="med" len="med"/>
                      <a:tailEnd type="none" w="med" len="med"/>
                    </a:lnR>
                    <a:lnT w="9360" cap="flat" cmpd="sng" algn="ctr">
                      <a:solidFill>
                        <a:srgbClr val="000000"/>
                      </a:solidFill>
                      <a:prstDash val="solid"/>
                      <a:round/>
                      <a:headEnd type="none" w="med" len="med"/>
                      <a:tailEnd type="none" w="med" len="med"/>
                    </a:lnT>
                    <a:lnB w="9360">
                      <a:solidFill>
                        <a:srgbClr val="FFFFFF"/>
                      </a:solidFill>
                      <a:prstDash val="solid"/>
                    </a:lnB>
                    <a:solidFill>
                      <a:srgbClr val="234874"/>
                    </a:solidFill>
                  </a:tcPr>
                </a:tc>
                <a:tc>
                  <a:txBody>
                    <a:bodyPr/>
                    <a:lstStyle/>
                    <a:p>
                      <a:pPr algn="ctr">
                        <a:lnSpc>
                          <a:spcPct val="100000"/>
                        </a:lnSpc>
                        <a:tabLst>
                          <a:tab pos="0" algn="l"/>
                        </a:tabLst>
                      </a:pPr>
                      <a:endParaRPr lang="en-US" sz="1000" b="0" u="none" strike="noStrike" dirty="0">
                        <a:solidFill>
                          <a:srgbClr val="FFFFFF"/>
                        </a:solidFill>
                        <a:uFillTx/>
                        <a:latin typeface="Arial"/>
                      </a:endParaRPr>
                    </a:p>
                  </a:txBody>
                  <a:tcPr marT="0" marB="0" anchor="ctr">
                    <a:lnL w="9360" cap="flat" cmpd="sng" algn="ctr">
                      <a:solidFill>
                        <a:srgbClr val="000000"/>
                      </a:solidFill>
                      <a:prstDash val="solid"/>
                      <a:round/>
                      <a:headEnd type="none" w="med" len="med"/>
                      <a:tailEnd type="none" w="med" len="med"/>
                    </a:lnL>
                    <a:lnR w="9360" cap="flat" cmpd="sng" algn="ctr">
                      <a:solidFill>
                        <a:srgbClr val="000000"/>
                      </a:solidFill>
                      <a:prstDash val="solid"/>
                      <a:round/>
                      <a:headEnd type="none" w="med" len="med"/>
                      <a:tailEnd type="none" w="med" len="med"/>
                    </a:lnR>
                    <a:lnT w="9360" cap="flat" cmpd="sng" algn="ctr">
                      <a:solidFill>
                        <a:srgbClr val="000000"/>
                      </a:solidFill>
                      <a:prstDash val="solid"/>
                      <a:round/>
                      <a:headEnd type="none" w="med" len="med"/>
                      <a:tailEnd type="none" w="med" len="med"/>
                    </a:lnT>
                    <a:lnB w="9360">
                      <a:solidFill>
                        <a:srgbClr val="FFFFFF"/>
                      </a:solidFill>
                      <a:prstDash val="solid"/>
                    </a:lnB>
                    <a:solidFill>
                      <a:srgbClr val="234874"/>
                    </a:solidFill>
                  </a:tcPr>
                </a:tc>
                <a:tc>
                  <a:txBody>
                    <a:bodyPr/>
                    <a:lstStyle/>
                    <a:p>
                      <a:pPr algn="ctr">
                        <a:lnSpc>
                          <a:spcPct val="100000"/>
                        </a:lnSpc>
                        <a:tabLst>
                          <a:tab pos="0" algn="l"/>
                        </a:tabLst>
                      </a:pPr>
                      <a:endParaRPr lang="en-US" sz="1000" b="0" u="none" strike="noStrike" dirty="0">
                        <a:solidFill>
                          <a:srgbClr val="FFFFFF"/>
                        </a:solidFill>
                        <a:uFillTx/>
                        <a:latin typeface="Arial"/>
                      </a:endParaRPr>
                    </a:p>
                  </a:txBody>
                  <a:tcPr marT="0" marB="0" anchor="ctr">
                    <a:lnL w="9360" cap="flat" cmpd="sng" algn="ctr">
                      <a:solidFill>
                        <a:srgbClr val="000000"/>
                      </a:solidFill>
                      <a:prstDash val="solid"/>
                      <a:round/>
                      <a:headEnd type="none" w="med" len="med"/>
                      <a:tailEnd type="none" w="med" len="med"/>
                    </a:lnL>
                    <a:lnR w="9360">
                      <a:solidFill>
                        <a:srgbClr val="000000"/>
                      </a:solidFill>
                      <a:prstDash val="solid"/>
                    </a:lnR>
                    <a:lnT w="9360" cap="flat" cmpd="sng" algn="ctr">
                      <a:solidFill>
                        <a:srgbClr val="000000"/>
                      </a:solidFill>
                      <a:prstDash val="solid"/>
                      <a:round/>
                      <a:headEnd type="none" w="med" len="med"/>
                      <a:tailEnd type="none" w="med" len="med"/>
                    </a:lnT>
                    <a:lnB w="9360">
                      <a:solidFill>
                        <a:srgbClr val="FFFFFF"/>
                      </a:solidFill>
                      <a:prstDash val="solid"/>
                    </a:lnB>
                    <a:solidFill>
                      <a:srgbClr val="234874"/>
                    </a:solidFill>
                  </a:tcPr>
                </a:tc>
                <a:extLst>
                  <a:ext uri="{0D108BD9-81ED-4DB2-BD59-A6C34878D82A}">
                    <a16:rowId xmlns:a16="http://schemas.microsoft.com/office/drawing/2014/main" val="10002"/>
                  </a:ext>
                </a:extLst>
              </a:tr>
              <a:tr h="308304">
                <a:tc>
                  <a:txBody>
                    <a:bodyPr/>
                    <a:lstStyle/>
                    <a:p>
                      <a:pPr algn="ctr">
                        <a:lnSpc>
                          <a:spcPct val="100000"/>
                        </a:lnSpc>
                        <a:tabLst>
                          <a:tab pos="0" algn="l"/>
                        </a:tabLst>
                      </a:pPr>
                      <a:endParaRPr lang="en-US" sz="1000" b="0" u="none" strike="noStrike" dirty="0">
                        <a:solidFill>
                          <a:schemeClr val="tx1"/>
                        </a:solidFill>
                        <a:uFillTx/>
                        <a:latin typeface="Arial"/>
                      </a:endParaRPr>
                    </a:p>
                  </a:txBody>
                  <a:tcPr marT="0" marB="0" anchor="ctr">
                    <a:lnL w="9360">
                      <a:solidFill>
                        <a:srgbClr val="000000"/>
                      </a:solidFill>
                      <a:prstDash val="solid"/>
                    </a:lnL>
                    <a:lnR w="9360" cap="flat" cmpd="sng" algn="ctr">
                      <a:solidFill>
                        <a:srgbClr val="000000"/>
                      </a:solidFill>
                      <a:prstDash val="solid"/>
                      <a:round/>
                      <a:headEnd type="none" w="med" len="med"/>
                      <a:tailEnd type="none" w="med" len="med"/>
                    </a:lnR>
                    <a:lnT w="9360" cap="flat" cmpd="sng" algn="ctr">
                      <a:solidFill>
                        <a:srgbClr val="FFFFFF"/>
                      </a:solidFill>
                      <a:prstDash val="solid"/>
                      <a:round/>
                      <a:headEnd type="none" w="med" len="med"/>
                      <a:tailEnd type="none" w="med" len="med"/>
                    </a:lnT>
                    <a:lnB w="9360">
                      <a:solidFill>
                        <a:srgbClr val="000000"/>
                      </a:solidFill>
                      <a:prstDash val="dot"/>
                    </a:lnB>
                    <a:solidFill>
                      <a:srgbClr val="D9EEE9"/>
                    </a:solidFill>
                  </a:tcPr>
                </a:tc>
                <a:tc>
                  <a:txBody>
                    <a:bodyPr/>
                    <a:lstStyle/>
                    <a:p>
                      <a:pPr algn="ctr">
                        <a:lnSpc>
                          <a:spcPct val="100000"/>
                        </a:lnSpc>
                        <a:tabLst>
                          <a:tab pos="0" algn="l"/>
                        </a:tabLst>
                      </a:pPr>
                      <a:endParaRPr lang="en-US" sz="1000" b="0" u="none" strike="noStrike" dirty="0">
                        <a:solidFill>
                          <a:schemeClr val="tx1"/>
                        </a:solidFill>
                        <a:uFillTx/>
                        <a:latin typeface="Arial"/>
                      </a:endParaRPr>
                    </a:p>
                  </a:txBody>
                  <a:tcPr marT="0" marB="0" anchor="ctr">
                    <a:lnL w="9360" cap="flat" cmpd="sng" algn="ctr">
                      <a:solidFill>
                        <a:srgbClr val="000000"/>
                      </a:solidFill>
                      <a:prstDash val="solid"/>
                      <a:round/>
                      <a:headEnd type="none" w="med" len="med"/>
                      <a:tailEnd type="none" w="med" len="med"/>
                    </a:lnL>
                    <a:lnR w="9360" cap="flat" cmpd="sng" algn="ctr">
                      <a:solidFill>
                        <a:srgbClr val="000000"/>
                      </a:solidFill>
                      <a:prstDash val="solid"/>
                      <a:round/>
                      <a:headEnd type="none" w="med" len="med"/>
                      <a:tailEnd type="none" w="med" len="med"/>
                    </a:lnR>
                    <a:lnT w="9360" cap="flat" cmpd="sng" algn="ctr">
                      <a:solidFill>
                        <a:srgbClr val="FFFFFF"/>
                      </a:solidFill>
                      <a:prstDash val="solid"/>
                      <a:round/>
                      <a:headEnd type="none" w="med" len="med"/>
                      <a:tailEnd type="none" w="med" len="med"/>
                    </a:lnT>
                    <a:lnB w="9360">
                      <a:solidFill>
                        <a:srgbClr val="000000"/>
                      </a:solidFill>
                      <a:prstDash val="dot"/>
                    </a:lnB>
                    <a:solidFill>
                      <a:srgbClr val="D9EEE9"/>
                    </a:solidFill>
                  </a:tcPr>
                </a:tc>
                <a:tc>
                  <a:txBody>
                    <a:bodyPr/>
                    <a:lstStyle/>
                    <a:p>
                      <a:pPr algn="ctr">
                        <a:lnSpc>
                          <a:spcPct val="100000"/>
                        </a:lnSpc>
                        <a:tabLst>
                          <a:tab pos="0" algn="l"/>
                        </a:tabLst>
                      </a:pPr>
                      <a:endParaRPr lang="en-US" sz="1000" b="0" u="none" strike="noStrike" dirty="0">
                        <a:solidFill>
                          <a:schemeClr val="tx1"/>
                        </a:solidFill>
                        <a:uFillTx/>
                        <a:latin typeface="Arial"/>
                      </a:endParaRPr>
                    </a:p>
                  </a:txBody>
                  <a:tcPr marT="0" marB="0" anchor="ctr">
                    <a:lnL w="9360" cap="flat" cmpd="sng" algn="ctr">
                      <a:solidFill>
                        <a:srgbClr val="000000"/>
                      </a:solidFill>
                      <a:prstDash val="solid"/>
                      <a:round/>
                      <a:headEnd type="none" w="med" len="med"/>
                      <a:tailEnd type="none" w="med" len="med"/>
                    </a:lnL>
                    <a:lnR w="9360" cap="flat" cmpd="sng" algn="ctr">
                      <a:solidFill>
                        <a:srgbClr val="000000"/>
                      </a:solidFill>
                      <a:prstDash val="solid"/>
                      <a:round/>
                      <a:headEnd type="none" w="med" len="med"/>
                      <a:tailEnd type="none" w="med" len="med"/>
                    </a:lnR>
                    <a:lnT w="9360" cap="flat" cmpd="sng" algn="ctr">
                      <a:solidFill>
                        <a:srgbClr val="FFFFFF"/>
                      </a:solidFill>
                      <a:prstDash val="solid"/>
                      <a:round/>
                      <a:headEnd type="none" w="med" len="med"/>
                      <a:tailEnd type="none" w="med" len="med"/>
                    </a:lnT>
                    <a:lnB w="9360">
                      <a:solidFill>
                        <a:srgbClr val="000000"/>
                      </a:solidFill>
                      <a:prstDash val="dot"/>
                    </a:lnB>
                    <a:solidFill>
                      <a:srgbClr val="D9EEE9"/>
                    </a:solidFill>
                  </a:tcPr>
                </a:tc>
                <a:tc>
                  <a:txBody>
                    <a:bodyPr/>
                    <a:lstStyle/>
                    <a:p>
                      <a:pPr algn="ctr">
                        <a:lnSpc>
                          <a:spcPct val="100000"/>
                        </a:lnSpc>
                        <a:tabLst>
                          <a:tab pos="0" algn="l"/>
                        </a:tabLst>
                      </a:pPr>
                      <a:endParaRPr lang="en-US" sz="1000" b="0" u="none" strike="noStrike" dirty="0">
                        <a:solidFill>
                          <a:schemeClr val="tx1"/>
                        </a:solidFill>
                        <a:uFillTx/>
                        <a:latin typeface="Arial"/>
                      </a:endParaRPr>
                    </a:p>
                  </a:txBody>
                  <a:tcPr marT="0" marB="0" anchor="ctr">
                    <a:lnL w="9360" cap="flat" cmpd="sng" algn="ctr">
                      <a:solidFill>
                        <a:srgbClr val="000000"/>
                      </a:solidFill>
                      <a:prstDash val="solid"/>
                      <a:round/>
                      <a:headEnd type="none" w="med" len="med"/>
                      <a:tailEnd type="none" w="med" len="med"/>
                    </a:lnL>
                    <a:lnR w="9360" cap="flat" cmpd="sng" algn="ctr">
                      <a:solidFill>
                        <a:srgbClr val="000000"/>
                      </a:solidFill>
                      <a:prstDash val="solid"/>
                      <a:round/>
                      <a:headEnd type="none" w="med" len="med"/>
                      <a:tailEnd type="none" w="med" len="med"/>
                    </a:lnR>
                    <a:lnT w="9360" cap="flat" cmpd="sng" algn="ctr">
                      <a:solidFill>
                        <a:srgbClr val="FFFFFF"/>
                      </a:solidFill>
                      <a:prstDash val="solid"/>
                      <a:round/>
                      <a:headEnd type="none" w="med" len="med"/>
                      <a:tailEnd type="none" w="med" len="med"/>
                    </a:lnT>
                    <a:lnB w="9360">
                      <a:solidFill>
                        <a:srgbClr val="000000"/>
                      </a:solidFill>
                      <a:prstDash val="dot"/>
                    </a:lnB>
                    <a:solidFill>
                      <a:srgbClr val="D9EEE9"/>
                    </a:solidFill>
                  </a:tcPr>
                </a:tc>
                <a:tc>
                  <a:txBody>
                    <a:bodyPr/>
                    <a:lstStyle/>
                    <a:p>
                      <a:pPr algn="ctr">
                        <a:lnSpc>
                          <a:spcPct val="100000"/>
                        </a:lnSpc>
                        <a:tabLst>
                          <a:tab pos="0" algn="l"/>
                        </a:tabLst>
                      </a:pPr>
                      <a:endParaRPr lang="en-US" sz="1000" b="0" u="none" strike="noStrike" dirty="0">
                        <a:solidFill>
                          <a:schemeClr val="tx1"/>
                        </a:solidFill>
                        <a:uFillTx/>
                        <a:latin typeface="Arial"/>
                      </a:endParaRPr>
                    </a:p>
                  </a:txBody>
                  <a:tcPr marT="0" marB="0" anchor="ctr">
                    <a:lnL w="9360" cap="flat" cmpd="sng" algn="ctr">
                      <a:solidFill>
                        <a:srgbClr val="000000"/>
                      </a:solidFill>
                      <a:prstDash val="solid"/>
                      <a:round/>
                      <a:headEnd type="none" w="med" len="med"/>
                      <a:tailEnd type="none" w="med" len="med"/>
                    </a:lnL>
                    <a:lnR w="9360" cap="flat" cmpd="sng" algn="ctr">
                      <a:solidFill>
                        <a:srgbClr val="000000"/>
                      </a:solidFill>
                      <a:prstDash val="solid"/>
                      <a:round/>
                      <a:headEnd type="none" w="med" len="med"/>
                      <a:tailEnd type="none" w="med" len="med"/>
                    </a:lnR>
                    <a:lnT w="9360" cap="flat" cmpd="sng" algn="ctr">
                      <a:solidFill>
                        <a:srgbClr val="FFFFFF"/>
                      </a:solidFill>
                      <a:prstDash val="solid"/>
                      <a:round/>
                      <a:headEnd type="none" w="med" len="med"/>
                      <a:tailEnd type="none" w="med" len="med"/>
                    </a:lnT>
                    <a:lnB w="9360">
                      <a:solidFill>
                        <a:srgbClr val="000000"/>
                      </a:solidFill>
                      <a:prstDash val="dot"/>
                    </a:lnB>
                    <a:solidFill>
                      <a:srgbClr val="D9EEE9"/>
                    </a:solidFill>
                  </a:tcPr>
                </a:tc>
                <a:tc>
                  <a:txBody>
                    <a:bodyPr/>
                    <a:lstStyle/>
                    <a:p>
                      <a:pPr algn="ctr">
                        <a:lnSpc>
                          <a:spcPct val="100000"/>
                        </a:lnSpc>
                        <a:tabLst>
                          <a:tab pos="0" algn="l"/>
                        </a:tabLst>
                      </a:pPr>
                      <a:endParaRPr lang="en-US" sz="1000" b="0" u="none" strike="noStrike" dirty="0">
                        <a:solidFill>
                          <a:schemeClr val="tx1"/>
                        </a:solidFill>
                        <a:uFillTx/>
                        <a:latin typeface="Arial"/>
                      </a:endParaRPr>
                    </a:p>
                  </a:txBody>
                  <a:tcPr marT="0" marB="0" anchor="ctr">
                    <a:lnL w="9360" cap="flat" cmpd="sng" algn="ctr">
                      <a:solidFill>
                        <a:srgbClr val="000000"/>
                      </a:solidFill>
                      <a:prstDash val="solid"/>
                      <a:round/>
                      <a:headEnd type="none" w="med" len="med"/>
                      <a:tailEnd type="none" w="med" len="med"/>
                    </a:lnL>
                    <a:lnR w="9360" cap="flat" cmpd="sng" algn="ctr">
                      <a:solidFill>
                        <a:srgbClr val="000000"/>
                      </a:solidFill>
                      <a:prstDash val="solid"/>
                      <a:round/>
                      <a:headEnd type="none" w="med" len="med"/>
                      <a:tailEnd type="none" w="med" len="med"/>
                    </a:lnR>
                    <a:lnT w="9360" cap="flat" cmpd="sng" algn="ctr">
                      <a:solidFill>
                        <a:srgbClr val="FFFFFF"/>
                      </a:solidFill>
                      <a:prstDash val="solid"/>
                      <a:round/>
                      <a:headEnd type="none" w="med" len="med"/>
                      <a:tailEnd type="none" w="med" len="med"/>
                    </a:lnT>
                    <a:lnB w="9360">
                      <a:solidFill>
                        <a:srgbClr val="000000"/>
                      </a:solidFill>
                      <a:prstDash val="dot"/>
                    </a:lnB>
                    <a:solidFill>
                      <a:srgbClr val="D9EEE9"/>
                    </a:solidFill>
                  </a:tcPr>
                </a:tc>
                <a:tc>
                  <a:txBody>
                    <a:bodyPr/>
                    <a:lstStyle/>
                    <a:p>
                      <a:pPr algn="ctr">
                        <a:lnSpc>
                          <a:spcPct val="100000"/>
                        </a:lnSpc>
                        <a:tabLst>
                          <a:tab pos="0" algn="l"/>
                        </a:tabLst>
                      </a:pPr>
                      <a:endParaRPr lang="en-US" sz="1000" b="0" u="none" strike="noStrike" dirty="0">
                        <a:solidFill>
                          <a:schemeClr val="tx1"/>
                        </a:solidFill>
                        <a:uFillTx/>
                        <a:latin typeface="Arial"/>
                      </a:endParaRPr>
                    </a:p>
                  </a:txBody>
                  <a:tcPr marT="0" marB="0" anchor="ctr">
                    <a:lnL w="9360" cap="flat" cmpd="sng" algn="ctr">
                      <a:solidFill>
                        <a:srgbClr val="000000"/>
                      </a:solidFill>
                      <a:prstDash val="solid"/>
                      <a:round/>
                      <a:headEnd type="none" w="med" len="med"/>
                      <a:tailEnd type="none" w="med" len="med"/>
                    </a:lnL>
                    <a:lnR w="9360" cap="flat" cmpd="sng" algn="ctr">
                      <a:solidFill>
                        <a:srgbClr val="000000"/>
                      </a:solidFill>
                      <a:prstDash val="solid"/>
                      <a:round/>
                      <a:headEnd type="none" w="med" len="med"/>
                      <a:tailEnd type="none" w="med" len="med"/>
                    </a:lnR>
                    <a:lnT w="9360" cap="flat" cmpd="sng" algn="ctr">
                      <a:solidFill>
                        <a:srgbClr val="FFFFFF"/>
                      </a:solidFill>
                      <a:prstDash val="solid"/>
                      <a:round/>
                      <a:headEnd type="none" w="med" len="med"/>
                      <a:tailEnd type="none" w="med" len="med"/>
                    </a:lnT>
                    <a:lnB w="9360">
                      <a:solidFill>
                        <a:srgbClr val="000000"/>
                      </a:solidFill>
                      <a:prstDash val="dot"/>
                    </a:lnB>
                    <a:solidFill>
                      <a:srgbClr val="D9EEE9"/>
                    </a:solidFill>
                  </a:tcPr>
                </a:tc>
                <a:tc>
                  <a:txBody>
                    <a:bodyPr/>
                    <a:lstStyle/>
                    <a:p>
                      <a:pPr algn="ctr">
                        <a:lnSpc>
                          <a:spcPct val="100000"/>
                        </a:lnSpc>
                        <a:tabLst>
                          <a:tab pos="0" algn="l"/>
                        </a:tabLst>
                      </a:pPr>
                      <a:endParaRPr lang="en-US" sz="1000" b="0" u="none" strike="noStrike" dirty="0">
                        <a:solidFill>
                          <a:schemeClr val="tx1"/>
                        </a:solidFill>
                        <a:uFillTx/>
                        <a:latin typeface="Arial"/>
                      </a:endParaRPr>
                    </a:p>
                  </a:txBody>
                  <a:tcPr marT="0" marB="0" anchor="ctr">
                    <a:lnL w="9360" cap="flat" cmpd="sng" algn="ctr">
                      <a:solidFill>
                        <a:srgbClr val="000000"/>
                      </a:solidFill>
                      <a:prstDash val="solid"/>
                      <a:round/>
                      <a:headEnd type="none" w="med" len="med"/>
                      <a:tailEnd type="none" w="med" len="med"/>
                    </a:lnL>
                    <a:lnR w="9360" cap="flat" cmpd="sng" algn="ctr">
                      <a:solidFill>
                        <a:srgbClr val="000000"/>
                      </a:solidFill>
                      <a:prstDash val="solid"/>
                      <a:round/>
                      <a:headEnd type="none" w="med" len="med"/>
                      <a:tailEnd type="none" w="med" len="med"/>
                    </a:lnR>
                    <a:lnT w="9360" cap="flat" cmpd="sng" algn="ctr">
                      <a:solidFill>
                        <a:srgbClr val="FFFFFF"/>
                      </a:solidFill>
                      <a:prstDash val="solid"/>
                      <a:round/>
                      <a:headEnd type="none" w="med" len="med"/>
                      <a:tailEnd type="none" w="med" len="med"/>
                    </a:lnT>
                    <a:lnB w="9360">
                      <a:solidFill>
                        <a:srgbClr val="000000"/>
                      </a:solidFill>
                      <a:prstDash val="dot"/>
                    </a:lnB>
                    <a:solidFill>
                      <a:srgbClr val="D9EEE9"/>
                    </a:solidFill>
                  </a:tcPr>
                </a:tc>
                <a:tc>
                  <a:txBody>
                    <a:bodyPr/>
                    <a:lstStyle/>
                    <a:p>
                      <a:pPr algn="ctr">
                        <a:lnSpc>
                          <a:spcPct val="100000"/>
                        </a:lnSpc>
                        <a:tabLst>
                          <a:tab pos="0" algn="l"/>
                        </a:tabLst>
                      </a:pPr>
                      <a:endParaRPr lang="en-US" sz="1000" b="0" u="none" strike="noStrike" dirty="0">
                        <a:solidFill>
                          <a:schemeClr val="tx1"/>
                        </a:solidFill>
                        <a:uFillTx/>
                        <a:latin typeface="Arial"/>
                      </a:endParaRPr>
                    </a:p>
                  </a:txBody>
                  <a:tcPr marT="0" marB="0" anchor="ctr">
                    <a:lnL w="9360" cap="flat" cmpd="sng" algn="ctr">
                      <a:solidFill>
                        <a:srgbClr val="000000"/>
                      </a:solidFill>
                      <a:prstDash val="solid"/>
                      <a:round/>
                      <a:headEnd type="none" w="med" len="med"/>
                      <a:tailEnd type="none" w="med" len="med"/>
                    </a:lnL>
                    <a:lnR w="9360" cap="flat" cmpd="sng" algn="ctr">
                      <a:solidFill>
                        <a:srgbClr val="000000"/>
                      </a:solidFill>
                      <a:prstDash val="solid"/>
                      <a:round/>
                      <a:headEnd type="none" w="med" len="med"/>
                      <a:tailEnd type="none" w="med" len="med"/>
                    </a:lnR>
                    <a:lnT w="9360" cap="flat" cmpd="sng" algn="ctr">
                      <a:solidFill>
                        <a:srgbClr val="FFFFFF"/>
                      </a:solidFill>
                      <a:prstDash val="solid"/>
                      <a:round/>
                      <a:headEnd type="none" w="med" len="med"/>
                      <a:tailEnd type="none" w="med" len="med"/>
                    </a:lnT>
                    <a:lnB w="9360">
                      <a:solidFill>
                        <a:srgbClr val="000000"/>
                      </a:solidFill>
                      <a:prstDash val="dot"/>
                    </a:lnB>
                    <a:solidFill>
                      <a:srgbClr val="D9EEE9"/>
                    </a:solidFill>
                  </a:tcPr>
                </a:tc>
                <a:tc>
                  <a:txBody>
                    <a:bodyPr/>
                    <a:lstStyle/>
                    <a:p>
                      <a:pPr algn="ctr">
                        <a:lnSpc>
                          <a:spcPct val="100000"/>
                        </a:lnSpc>
                        <a:tabLst>
                          <a:tab pos="0" algn="l"/>
                        </a:tabLst>
                      </a:pPr>
                      <a:endParaRPr lang="en-US" sz="1000" b="0" u="none" strike="noStrike" dirty="0">
                        <a:solidFill>
                          <a:schemeClr val="tx1"/>
                        </a:solidFill>
                        <a:uFillTx/>
                        <a:latin typeface="Arial"/>
                      </a:endParaRPr>
                    </a:p>
                  </a:txBody>
                  <a:tcPr marT="0" marB="0" anchor="ctr">
                    <a:lnL w="9360" cap="flat" cmpd="sng" algn="ctr">
                      <a:solidFill>
                        <a:srgbClr val="000000"/>
                      </a:solidFill>
                      <a:prstDash val="solid"/>
                      <a:round/>
                      <a:headEnd type="none" w="med" len="med"/>
                      <a:tailEnd type="none" w="med" len="med"/>
                    </a:lnL>
                    <a:lnR w="9360" cap="flat" cmpd="sng" algn="ctr">
                      <a:solidFill>
                        <a:srgbClr val="000000"/>
                      </a:solidFill>
                      <a:prstDash val="solid"/>
                      <a:round/>
                      <a:headEnd type="none" w="med" len="med"/>
                      <a:tailEnd type="none" w="med" len="med"/>
                    </a:lnR>
                    <a:lnT w="9360" cap="flat" cmpd="sng" algn="ctr">
                      <a:solidFill>
                        <a:srgbClr val="FFFFFF"/>
                      </a:solidFill>
                      <a:prstDash val="solid"/>
                      <a:round/>
                      <a:headEnd type="none" w="med" len="med"/>
                      <a:tailEnd type="none" w="med" len="med"/>
                    </a:lnT>
                    <a:lnB w="9360">
                      <a:solidFill>
                        <a:srgbClr val="000000"/>
                      </a:solidFill>
                      <a:prstDash val="dot"/>
                    </a:lnB>
                    <a:solidFill>
                      <a:srgbClr val="D9EEE9"/>
                    </a:solidFill>
                  </a:tcPr>
                </a:tc>
                <a:tc>
                  <a:txBody>
                    <a:bodyPr/>
                    <a:lstStyle/>
                    <a:p>
                      <a:pPr algn="ctr">
                        <a:lnSpc>
                          <a:spcPct val="100000"/>
                        </a:lnSpc>
                        <a:tabLst>
                          <a:tab pos="0" algn="l"/>
                        </a:tabLst>
                      </a:pPr>
                      <a:endParaRPr lang="en-US" sz="1000" b="0" u="none" strike="noStrike" dirty="0">
                        <a:solidFill>
                          <a:schemeClr val="tx1"/>
                        </a:solidFill>
                        <a:uFillTx/>
                        <a:latin typeface="Arial"/>
                      </a:endParaRPr>
                    </a:p>
                  </a:txBody>
                  <a:tcPr marT="0" marB="0" anchor="ctr">
                    <a:lnL w="9360" cap="flat" cmpd="sng" algn="ctr">
                      <a:solidFill>
                        <a:srgbClr val="000000"/>
                      </a:solidFill>
                      <a:prstDash val="solid"/>
                      <a:round/>
                      <a:headEnd type="none" w="med" len="med"/>
                      <a:tailEnd type="none" w="med" len="med"/>
                    </a:lnL>
                    <a:lnR w="9360" cap="flat" cmpd="sng" algn="ctr">
                      <a:solidFill>
                        <a:srgbClr val="000000"/>
                      </a:solidFill>
                      <a:prstDash val="solid"/>
                      <a:round/>
                      <a:headEnd type="none" w="med" len="med"/>
                      <a:tailEnd type="none" w="med" len="med"/>
                    </a:lnR>
                    <a:lnT w="9360" cap="flat" cmpd="sng" algn="ctr">
                      <a:solidFill>
                        <a:srgbClr val="FFFFFF"/>
                      </a:solidFill>
                      <a:prstDash val="solid"/>
                      <a:round/>
                      <a:headEnd type="none" w="med" len="med"/>
                      <a:tailEnd type="none" w="med" len="med"/>
                    </a:lnT>
                    <a:lnB w="9360">
                      <a:solidFill>
                        <a:srgbClr val="000000"/>
                      </a:solidFill>
                      <a:prstDash val="dot"/>
                    </a:lnB>
                    <a:solidFill>
                      <a:srgbClr val="D9EEE9"/>
                    </a:solidFill>
                  </a:tcPr>
                </a:tc>
                <a:tc>
                  <a:txBody>
                    <a:bodyPr/>
                    <a:lstStyle/>
                    <a:p>
                      <a:pPr algn="ctr">
                        <a:lnSpc>
                          <a:spcPct val="100000"/>
                        </a:lnSpc>
                        <a:tabLst>
                          <a:tab pos="0" algn="l"/>
                        </a:tabLst>
                      </a:pPr>
                      <a:endParaRPr lang="en-US" sz="1000" b="0" u="none" strike="noStrike" dirty="0">
                        <a:solidFill>
                          <a:schemeClr val="tx1"/>
                        </a:solidFill>
                        <a:uFillTx/>
                        <a:latin typeface="Arial"/>
                      </a:endParaRPr>
                    </a:p>
                  </a:txBody>
                  <a:tcPr marT="0" marB="0" anchor="ctr">
                    <a:lnL w="9360" cap="flat" cmpd="sng" algn="ctr">
                      <a:solidFill>
                        <a:srgbClr val="000000"/>
                      </a:solidFill>
                      <a:prstDash val="solid"/>
                      <a:round/>
                      <a:headEnd type="none" w="med" len="med"/>
                      <a:tailEnd type="none" w="med" len="med"/>
                    </a:lnL>
                    <a:lnR w="9360" cap="flat" cmpd="sng" algn="ctr">
                      <a:solidFill>
                        <a:srgbClr val="000000"/>
                      </a:solidFill>
                      <a:prstDash val="solid"/>
                      <a:round/>
                      <a:headEnd type="none" w="med" len="med"/>
                      <a:tailEnd type="none" w="med" len="med"/>
                    </a:lnR>
                    <a:lnT w="9360" cap="flat" cmpd="sng" algn="ctr">
                      <a:solidFill>
                        <a:srgbClr val="FFFFFF"/>
                      </a:solidFill>
                      <a:prstDash val="solid"/>
                      <a:round/>
                      <a:headEnd type="none" w="med" len="med"/>
                      <a:tailEnd type="none" w="med" len="med"/>
                    </a:lnT>
                    <a:lnB w="9360">
                      <a:solidFill>
                        <a:srgbClr val="000000"/>
                      </a:solidFill>
                      <a:prstDash val="dot"/>
                    </a:lnB>
                    <a:solidFill>
                      <a:srgbClr val="D9EEE9"/>
                    </a:solidFill>
                  </a:tcPr>
                </a:tc>
                <a:tc>
                  <a:txBody>
                    <a:bodyPr/>
                    <a:lstStyle/>
                    <a:p>
                      <a:pPr algn="ctr">
                        <a:lnSpc>
                          <a:spcPct val="100000"/>
                        </a:lnSpc>
                        <a:tabLst>
                          <a:tab pos="0" algn="l"/>
                        </a:tabLst>
                      </a:pPr>
                      <a:endParaRPr lang="en-US" sz="1000" b="0" u="none" strike="noStrike" dirty="0">
                        <a:solidFill>
                          <a:schemeClr val="tx1"/>
                        </a:solidFill>
                        <a:uFillTx/>
                        <a:latin typeface="Arial"/>
                      </a:endParaRPr>
                    </a:p>
                  </a:txBody>
                  <a:tcPr marT="0" marB="0" anchor="ctr">
                    <a:lnL w="9360" cap="flat" cmpd="sng" algn="ctr">
                      <a:solidFill>
                        <a:srgbClr val="000000"/>
                      </a:solidFill>
                      <a:prstDash val="solid"/>
                      <a:round/>
                      <a:headEnd type="none" w="med" len="med"/>
                      <a:tailEnd type="none" w="med" len="med"/>
                    </a:lnL>
                    <a:lnR w="9360" cap="flat" cmpd="sng" algn="ctr">
                      <a:solidFill>
                        <a:srgbClr val="000000"/>
                      </a:solidFill>
                      <a:prstDash val="solid"/>
                      <a:round/>
                      <a:headEnd type="none" w="med" len="med"/>
                      <a:tailEnd type="none" w="med" len="med"/>
                    </a:lnR>
                    <a:lnT w="9360" cap="flat" cmpd="sng" algn="ctr">
                      <a:solidFill>
                        <a:srgbClr val="FFFFFF"/>
                      </a:solidFill>
                      <a:prstDash val="solid"/>
                      <a:round/>
                      <a:headEnd type="none" w="med" len="med"/>
                      <a:tailEnd type="none" w="med" len="med"/>
                    </a:lnT>
                    <a:lnB w="9360">
                      <a:solidFill>
                        <a:srgbClr val="000000"/>
                      </a:solidFill>
                      <a:prstDash val="dot"/>
                    </a:lnB>
                    <a:solidFill>
                      <a:srgbClr val="D9EEE9"/>
                    </a:solidFill>
                  </a:tcPr>
                </a:tc>
                <a:tc>
                  <a:txBody>
                    <a:bodyPr/>
                    <a:lstStyle/>
                    <a:p>
                      <a:pPr algn="ctr">
                        <a:lnSpc>
                          <a:spcPct val="100000"/>
                        </a:lnSpc>
                        <a:tabLst>
                          <a:tab pos="0" algn="l"/>
                        </a:tabLst>
                      </a:pPr>
                      <a:endParaRPr lang="en-US" sz="1000" b="0" u="none" strike="noStrike" dirty="0">
                        <a:solidFill>
                          <a:schemeClr val="tx1"/>
                        </a:solidFill>
                        <a:uFillTx/>
                        <a:latin typeface="Arial"/>
                      </a:endParaRPr>
                    </a:p>
                  </a:txBody>
                  <a:tcPr marT="0" marB="0" anchor="ctr">
                    <a:lnL w="9360" cap="flat" cmpd="sng" algn="ctr">
                      <a:solidFill>
                        <a:srgbClr val="000000"/>
                      </a:solidFill>
                      <a:prstDash val="solid"/>
                      <a:round/>
                      <a:headEnd type="none" w="med" len="med"/>
                      <a:tailEnd type="none" w="med" len="med"/>
                    </a:lnL>
                    <a:lnR w="9360" cap="flat" cmpd="sng" algn="ctr">
                      <a:solidFill>
                        <a:srgbClr val="000000"/>
                      </a:solidFill>
                      <a:prstDash val="solid"/>
                      <a:round/>
                      <a:headEnd type="none" w="med" len="med"/>
                      <a:tailEnd type="none" w="med" len="med"/>
                    </a:lnR>
                    <a:lnT w="9360" cap="flat" cmpd="sng" algn="ctr">
                      <a:solidFill>
                        <a:srgbClr val="FFFFFF"/>
                      </a:solidFill>
                      <a:prstDash val="solid"/>
                      <a:round/>
                      <a:headEnd type="none" w="med" len="med"/>
                      <a:tailEnd type="none" w="med" len="med"/>
                    </a:lnT>
                    <a:lnB w="9360">
                      <a:solidFill>
                        <a:srgbClr val="000000"/>
                      </a:solidFill>
                      <a:prstDash val="dot"/>
                    </a:lnB>
                    <a:solidFill>
                      <a:srgbClr val="D9EEE9"/>
                    </a:solidFill>
                  </a:tcPr>
                </a:tc>
                <a:tc>
                  <a:txBody>
                    <a:bodyPr/>
                    <a:lstStyle/>
                    <a:p>
                      <a:pPr algn="ctr">
                        <a:lnSpc>
                          <a:spcPct val="100000"/>
                        </a:lnSpc>
                        <a:tabLst>
                          <a:tab pos="0" algn="l"/>
                        </a:tabLst>
                      </a:pPr>
                      <a:endParaRPr lang="en-US" sz="1000" b="0" u="none" strike="noStrike" dirty="0">
                        <a:solidFill>
                          <a:schemeClr val="tx1"/>
                        </a:solidFill>
                        <a:uFillTx/>
                        <a:latin typeface="Arial"/>
                      </a:endParaRPr>
                    </a:p>
                  </a:txBody>
                  <a:tcPr marT="0" marB="0" anchor="ctr">
                    <a:lnL w="9360" cap="flat" cmpd="sng" algn="ctr">
                      <a:solidFill>
                        <a:srgbClr val="000000"/>
                      </a:solidFill>
                      <a:prstDash val="solid"/>
                      <a:round/>
                      <a:headEnd type="none" w="med" len="med"/>
                      <a:tailEnd type="none" w="med" len="med"/>
                    </a:lnL>
                    <a:lnR w="9360" cap="flat" cmpd="sng" algn="ctr">
                      <a:solidFill>
                        <a:srgbClr val="000000"/>
                      </a:solidFill>
                      <a:prstDash val="solid"/>
                      <a:round/>
                      <a:headEnd type="none" w="med" len="med"/>
                      <a:tailEnd type="none" w="med" len="med"/>
                    </a:lnR>
                    <a:lnT w="9360" cap="flat" cmpd="sng" algn="ctr">
                      <a:solidFill>
                        <a:srgbClr val="FFFFFF"/>
                      </a:solidFill>
                      <a:prstDash val="solid"/>
                      <a:round/>
                      <a:headEnd type="none" w="med" len="med"/>
                      <a:tailEnd type="none" w="med" len="med"/>
                    </a:lnT>
                    <a:lnB w="9360">
                      <a:solidFill>
                        <a:srgbClr val="000000"/>
                      </a:solidFill>
                      <a:prstDash val="dot"/>
                    </a:lnB>
                    <a:solidFill>
                      <a:srgbClr val="D9EEE9"/>
                    </a:solidFill>
                  </a:tcPr>
                </a:tc>
                <a:tc>
                  <a:txBody>
                    <a:bodyPr/>
                    <a:lstStyle/>
                    <a:p>
                      <a:pPr algn="ctr">
                        <a:lnSpc>
                          <a:spcPct val="100000"/>
                        </a:lnSpc>
                        <a:tabLst>
                          <a:tab pos="0" algn="l"/>
                        </a:tabLst>
                      </a:pPr>
                      <a:endParaRPr lang="en-US" sz="1000" b="0" u="none" strike="noStrike" dirty="0">
                        <a:solidFill>
                          <a:schemeClr val="tx1"/>
                        </a:solidFill>
                        <a:uFillTx/>
                        <a:latin typeface="Arial"/>
                      </a:endParaRPr>
                    </a:p>
                  </a:txBody>
                  <a:tcPr marT="0" marB="0" anchor="ctr">
                    <a:lnL w="9360" cap="flat" cmpd="sng" algn="ctr">
                      <a:solidFill>
                        <a:srgbClr val="000000"/>
                      </a:solidFill>
                      <a:prstDash val="solid"/>
                      <a:round/>
                      <a:headEnd type="none" w="med" len="med"/>
                      <a:tailEnd type="none" w="med" len="med"/>
                    </a:lnL>
                    <a:lnR w="9360">
                      <a:solidFill>
                        <a:srgbClr val="000000"/>
                      </a:solidFill>
                      <a:prstDash val="solid"/>
                    </a:lnR>
                    <a:lnT w="9360" cap="flat" cmpd="sng" algn="ctr">
                      <a:solidFill>
                        <a:srgbClr val="FFFFFF"/>
                      </a:solidFill>
                      <a:prstDash val="solid"/>
                      <a:round/>
                      <a:headEnd type="none" w="med" len="med"/>
                      <a:tailEnd type="none" w="med" len="med"/>
                    </a:lnT>
                    <a:lnB w="9360">
                      <a:solidFill>
                        <a:srgbClr val="000000"/>
                      </a:solidFill>
                      <a:prstDash val="dot"/>
                    </a:lnB>
                    <a:solidFill>
                      <a:srgbClr val="D9EEE9"/>
                    </a:solidFill>
                  </a:tcPr>
                </a:tc>
                <a:extLst>
                  <a:ext uri="{0D108BD9-81ED-4DB2-BD59-A6C34878D82A}">
                    <a16:rowId xmlns:a16="http://schemas.microsoft.com/office/drawing/2014/main" val="10003"/>
                  </a:ext>
                </a:extLst>
              </a:tr>
              <a:tr h="216669">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a:solidFill>
                        <a:srgbClr val="000000"/>
                      </a:solidFill>
                      <a:prstDash val="dot"/>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a:solidFill>
                        <a:srgbClr val="000000"/>
                      </a:solidFill>
                      <a:prstDash val="dot"/>
                    </a:lnR>
                    <a:lnT w="9360" cap="flat" cmpd="sng" algn="ctr">
                      <a:solidFill>
                        <a:srgbClr val="000000"/>
                      </a:solidFill>
                      <a:prstDash val="dot"/>
                      <a:round/>
                      <a:headEnd type="none" w="med" len="med"/>
                      <a:tailEnd type="none" w="med" len="med"/>
                    </a:lnT>
                    <a:lnB w="9360">
                      <a:solidFill>
                        <a:srgbClr val="000000"/>
                      </a:solidFill>
                      <a:prstDash val="dot"/>
                    </a:lnB>
                    <a:noFill/>
                  </a:tcPr>
                </a:tc>
                <a:extLst>
                  <a:ext uri="{0D108BD9-81ED-4DB2-BD59-A6C34878D82A}">
                    <a16:rowId xmlns:a16="http://schemas.microsoft.com/office/drawing/2014/main" val="10005"/>
                  </a:ext>
                </a:extLst>
              </a:tr>
              <a:tr h="216669">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a:solidFill>
                        <a:srgbClr val="000000"/>
                      </a:solidFill>
                      <a:prstDash val="dot"/>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a:solidFill>
                        <a:srgbClr val="000000"/>
                      </a:solidFill>
                      <a:prstDash val="dot"/>
                    </a:lnR>
                    <a:lnT w="9360" cap="flat" cmpd="sng" algn="ctr">
                      <a:solidFill>
                        <a:srgbClr val="000000"/>
                      </a:solidFill>
                      <a:prstDash val="dot"/>
                      <a:round/>
                      <a:headEnd type="none" w="med" len="med"/>
                      <a:tailEnd type="none" w="med" len="med"/>
                    </a:lnT>
                    <a:lnB w="9360">
                      <a:solidFill>
                        <a:srgbClr val="000000"/>
                      </a:solidFill>
                      <a:prstDash val="dot"/>
                    </a:lnB>
                    <a:noFill/>
                  </a:tcPr>
                </a:tc>
                <a:extLst>
                  <a:ext uri="{0D108BD9-81ED-4DB2-BD59-A6C34878D82A}">
                    <a16:rowId xmlns:a16="http://schemas.microsoft.com/office/drawing/2014/main" val="10006"/>
                  </a:ext>
                </a:extLst>
              </a:tr>
              <a:tr h="216669">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a:solidFill>
                        <a:srgbClr val="000000"/>
                      </a:solidFill>
                      <a:prstDash val="dot"/>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a:solidFill>
                        <a:srgbClr val="000000"/>
                      </a:solidFill>
                      <a:prstDash val="dot"/>
                    </a:lnR>
                    <a:lnT w="9360" cap="flat" cmpd="sng" algn="ctr">
                      <a:solidFill>
                        <a:srgbClr val="000000"/>
                      </a:solidFill>
                      <a:prstDash val="dot"/>
                      <a:round/>
                      <a:headEnd type="none" w="med" len="med"/>
                      <a:tailEnd type="none" w="med" len="med"/>
                    </a:lnT>
                    <a:lnB w="9360">
                      <a:solidFill>
                        <a:srgbClr val="000000"/>
                      </a:solidFill>
                      <a:prstDash val="dot"/>
                    </a:lnB>
                    <a:noFill/>
                  </a:tcPr>
                </a:tc>
                <a:extLst>
                  <a:ext uri="{0D108BD9-81ED-4DB2-BD59-A6C34878D82A}">
                    <a16:rowId xmlns:a16="http://schemas.microsoft.com/office/drawing/2014/main" val="10007"/>
                  </a:ext>
                </a:extLst>
              </a:tr>
              <a:tr h="216669">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a:solidFill>
                        <a:srgbClr val="000000"/>
                      </a:solidFill>
                      <a:prstDash val="dot"/>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a:solidFill>
                        <a:srgbClr val="000000"/>
                      </a:solidFill>
                      <a:prstDash val="dot"/>
                    </a:lnR>
                    <a:lnT w="9360" cap="flat" cmpd="sng" algn="ctr">
                      <a:solidFill>
                        <a:srgbClr val="000000"/>
                      </a:solidFill>
                      <a:prstDash val="dot"/>
                      <a:round/>
                      <a:headEnd type="none" w="med" len="med"/>
                      <a:tailEnd type="none" w="med" len="med"/>
                    </a:lnT>
                    <a:lnB w="9360">
                      <a:solidFill>
                        <a:srgbClr val="000000"/>
                      </a:solidFill>
                      <a:prstDash val="dot"/>
                    </a:lnB>
                    <a:noFill/>
                  </a:tcPr>
                </a:tc>
                <a:extLst>
                  <a:ext uri="{0D108BD9-81ED-4DB2-BD59-A6C34878D82A}">
                    <a16:rowId xmlns:a16="http://schemas.microsoft.com/office/drawing/2014/main" val="10008"/>
                  </a:ext>
                </a:extLst>
              </a:tr>
              <a:tr h="216669">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a:solidFill>
                        <a:srgbClr val="000000"/>
                      </a:solidFill>
                      <a:prstDash val="dot"/>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a:solidFill>
                        <a:srgbClr val="000000"/>
                      </a:solidFill>
                      <a:prstDash val="dot"/>
                    </a:lnR>
                    <a:lnT w="9360" cap="flat" cmpd="sng" algn="ctr">
                      <a:solidFill>
                        <a:srgbClr val="000000"/>
                      </a:solidFill>
                      <a:prstDash val="dot"/>
                      <a:round/>
                      <a:headEnd type="none" w="med" len="med"/>
                      <a:tailEnd type="none" w="med" len="med"/>
                    </a:lnT>
                    <a:lnB w="9360">
                      <a:solidFill>
                        <a:srgbClr val="000000"/>
                      </a:solidFill>
                      <a:prstDash val="dot"/>
                    </a:lnB>
                    <a:noFill/>
                  </a:tcPr>
                </a:tc>
                <a:extLst>
                  <a:ext uri="{0D108BD9-81ED-4DB2-BD59-A6C34878D82A}">
                    <a16:rowId xmlns:a16="http://schemas.microsoft.com/office/drawing/2014/main" val="10009"/>
                  </a:ext>
                </a:extLst>
              </a:tr>
              <a:tr h="216669">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a:solidFill>
                        <a:srgbClr val="000000"/>
                      </a:solidFill>
                      <a:prstDash val="dot"/>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a:solidFill>
                        <a:srgbClr val="000000"/>
                      </a:solidFill>
                      <a:prstDash val="dot"/>
                    </a:lnR>
                    <a:lnT w="9360" cap="flat" cmpd="sng" algn="ctr">
                      <a:solidFill>
                        <a:srgbClr val="000000"/>
                      </a:solidFill>
                      <a:prstDash val="dot"/>
                      <a:round/>
                      <a:headEnd type="none" w="med" len="med"/>
                      <a:tailEnd type="none" w="med" len="med"/>
                    </a:lnT>
                    <a:lnB w="9360">
                      <a:solidFill>
                        <a:srgbClr val="000000"/>
                      </a:solidFill>
                      <a:prstDash val="dot"/>
                    </a:lnB>
                    <a:noFill/>
                  </a:tcPr>
                </a:tc>
                <a:extLst>
                  <a:ext uri="{0D108BD9-81ED-4DB2-BD59-A6C34878D82A}">
                    <a16:rowId xmlns:a16="http://schemas.microsoft.com/office/drawing/2014/main" val="10010"/>
                  </a:ext>
                </a:extLst>
              </a:tr>
              <a:tr h="216669">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a:solidFill>
                        <a:srgbClr val="000000"/>
                      </a:solidFill>
                      <a:prstDash val="dot"/>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a:solidFill>
                        <a:srgbClr val="000000"/>
                      </a:solidFill>
                      <a:prstDash val="dot"/>
                    </a:lnR>
                    <a:lnT w="9360" cap="flat" cmpd="sng" algn="ctr">
                      <a:solidFill>
                        <a:srgbClr val="000000"/>
                      </a:solidFill>
                      <a:prstDash val="dot"/>
                      <a:round/>
                      <a:headEnd type="none" w="med" len="med"/>
                      <a:tailEnd type="none" w="med" len="med"/>
                    </a:lnT>
                    <a:lnB w="9360">
                      <a:solidFill>
                        <a:srgbClr val="000000"/>
                      </a:solidFill>
                      <a:prstDash val="dot"/>
                    </a:lnB>
                    <a:noFill/>
                  </a:tcPr>
                </a:tc>
                <a:extLst>
                  <a:ext uri="{0D108BD9-81ED-4DB2-BD59-A6C34878D82A}">
                    <a16:rowId xmlns:a16="http://schemas.microsoft.com/office/drawing/2014/main" val="10011"/>
                  </a:ext>
                </a:extLst>
              </a:tr>
              <a:tr h="216669">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a:solidFill>
                        <a:srgbClr val="000000"/>
                      </a:solidFill>
                      <a:prstDash val="dot"/>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a:solidFill>
                        <a:srgbClr val="000000"/>
                      </a:solidFill>
                      <a:prstDash val="dot"/>
                    </a:lnR>
                    <a:lnT w="9360" cap="flat" cmpd="sng" algn="ctr">
                      <a:solidFill>
                        <a:srgbClr val="000000"/>
                      </a:solidFill>
                      <a:prstDash val="dot"/>
                      <a:round/>
                      <a:headEnd type="none" w="med" len="med"/>
                      <a:tailEnd type="none" w="med" len="med"/>
                    </a:lnT>
                    <a:lnB w="9360">
                      <a:solidFill>
                        <a:srgbClr val="000000"/>
                      </a:solidFill>
                      <a:prstDash val="dot"/>
                    </a:lnB>
                    <a:noFill/>
                  </a:tcPr>
                </a:tc>
                <a:extLst>
                  <a:ext uri="{0D108BD9-81ED-4DB2-BD59-A6C34878D82A}">
                    <a16:rowId xmlns:a16="http://schemas.microsoft.com/office/drawing/2014/main" val="10012"/>
                  </a:ext>
                </a:extLst>
              </a:tr>
              <a:tr h="216669">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a:solidFill>
                        <a:srgbClr val="000000"/>
                      </a:solidFill>
                      <a:prstDash val="dot"/>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a:solidFill>
                        <a:srgbClr val="000000"/>
                      </a:solidFill>
                      <a:prstDash val="dot"/>
                    </a:lnR>
                    <a:lnT w="9360" cap="flat" cmpd="sng" algn="ctr">
                      <a:solidFill>
                        <a:srgbClr val="000000"/>
                      </a:solidFill>
                      <a:prstDash val="dot"/>
                      <a:round/>
                      <a:headEnd type="none" w="med" len="med"/>
                      <a:tailEnd type="none" w="med" len="med"/>
                    </a:lnT>
                    <a:lnB w="9360">
                      <a:solidFill>
                        <a:srgbClr val="000000"/>
                      </a:solidFill>
                      <a:prstDash val="dot"/>
                    </a:lnB>
                    <a:noFill/>
                  </a:tcPr>
                </a:tc>
                <a:extLst>
                  <a:ext uri="{0D108BD9-81ED-4DB2-BD59-A6C34878D82A}">
                    <a16:rowId xmlns:a16="http://schemas.microsoft.com/office/drawing/2014/main" val="10013"/>
                  </a:ext>
                </a:extLst>
              </a:tr>
              <a:tr h="216669">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a:solidFill>
                        <a:srgbClr val="000000"/>
                      </a:solidFill>
                      <a:prstDash val="dot"/>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a:solidFill>
                        <a:srgbClr val="000000"/>
                      </a:solidFill>
                      <a:prstDash val="dot"/>
                    </a:lnR>
                    <a:lnT w="9360" cap="flat" cmpd="sng" algn="ctr">
                      <a:solidFill>
                        <a:srgbClr val="000000"/>
                      </a:solidFill>
                      <a:prstDash val="dot"/>
                      <a:round/>
                      <a:headEnd type="none" w="med" len="med"/>
                      <a:tailEnd type="none" w="med" len="med"/>
                    </a:lnT>
                    <a:lnB w="9360">
                      <a:solidFill>
                        <a:srgbClr val="000000"/>
                      </a:solidFill>
                      <a:prstDash val="dot"/>
                    </a:lnB>
                    <a:noFill/>
                  </a:tcPr>
                </a:tc>
                <a:extLst>
                  <a:ext uri="{0D108BD9-81ED-4DB2-BD59-A6C34878D82A}">
                    <a16:rowId xmlns:a16="http://schemas.microsoft.com/office/drawing/2014/main" val="10014"/>
                  </a:ext>
                </a:extLst>
              </a:tr>
              <a:tr h="216669">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a:solidFill>
                        <a:srgbClr val="000000"/>
                      </a:solidFill>
                      <a:prstDash val="dot"/>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a:solidFill>
                        <a:srgbClr val="000000"/>
                      </a:solidFill>
                      <a:prstDash val="dot"/>
                    </a:lnR>
                    <a:lnT w="9360" cap="flat" cmpd="sng" algn="ctr">
                      <a:solidFill>
                        <a:srgbClr val="000000"/>
                      </a:solidFill>
                      <a:prstDash val="dot"/>
                      <a:round/>
                      <a:headEnd type="none" w="med" len="med"/>
                      <a:tailEnd type="none" w="med" len="med"/>
                    </a:lnT>
                    <a:lnB w="9360">
                      <a:solidFill>
                        <a:srgbClr val="000000"/>
                      </a:solidFill>
                      <a:prstDash val="dot"/>
                    </a:lnB>
                    <a:noFill/>
                  </a:tcPr>
                </a:tc>
                <a:extLst>
                  <a:ext uri="{0D108BD9-81ED-4DB2-BD59-A6C34878D82A}">
                    <a16:rowId xmlns:a16="http://schemas.microsoft.com/office/drawing/2014/main" val="10015"/>
                  </a:ext>
                </a:extLst>
              </a:tr>
              <a:tr h="216669">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a:solidFill>
                        <a:srgbClr val="000000"/>
                      </a:solidFill>
                      <a:prstDash val="dot"/>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a:solidFill>
                        <a:srgbClr val="000000"/>
                      </a:solidFill>
                      <a:prstDash val="dot"/>
                    </a:lnR>
                    <a:lnT w="9360" cap="flat" cmpd="sng" algn="ctr">
                      <a:solidFill>
                        <a:srgbClr val="000000"/>
                      </a:solidFill>
                      <a:prstDash val="dot"/>
                      <a:round/>
                      <a:headEnd type="none" w="med" len="med"/>
                      <a:tailEnd type="none" w="med" len="med"/>
                    </a:lnT>
                    <a:lnB w="9360">
                      <a:solidFill>
                        <a:srgbClr val="000000"/>
                      </a:solidFill>
                      <a:prstDash val="dot"/>
                    </a:lnB>
                    <a:noFill/>
                  </a:tcPr>
                </a:tc>
                <a:extLst>
                  <a:ext uri="{0D108BD9-81ED-4DB2-BD59-A6C34878D82A}">
                    <a16:rowId xmlns:a16="http://schemas.microsoft.com/office/drawing/2014/main" val="10016"/>
                  </a:ext>
                </a:extLst>
              </a:tr>
              <a:tr h="216669">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a:solidFill>
                        <a:srgbClr val="000000"/>
                      </a:solidFill>
                      <a:prstDash val="dot"/>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a:solidFill>
                        <a:srgbClr val="000000"/>
                      </a:solidFill>
                      <a:prstDash val="dot"/>
                    </a:lnR>
                    <a:lnT w="9360" cap="flat" cmpd="sng" algn="ctr">
                      <a:solidFill>
                        <a:srgbClr val="000000"/>
                      </a:solidFill>
                      <a:prstDash val="dot"/>
                      <a:round/>
                      <a:headEnd type="none" w="med" len="med"/>
                      <a:tailEnd type="none" w="med" len="med"/>
                    </a:lnT>
                    <a:lnB w="9360">
                      <a:solidFill>
                        <a:srgbClr val="000000"/>
                      </a:solidFill>
                      <a:prstDash val="dot"/>
                    </a:lnB>
                    <a:noFill/>
                  </a:tcPr>
                </a:tc>
                <a:extLst>
                  <a:ext uri="{0D108BD9-81ED-4DB2-BD59-A6C34878D82A}">
                    <a16:rowId xmlns:a16="http://schemas.microsoft.com/office/drawing/2014/main" val="10017"/>
                  </a:ext>
                </a:extLst>
              </a:tr>
              <a:tr h="216669">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a:solidFill>
                        <a:srgbClr val="000000"/>
                      </a:solidFill>
                      <a:prstDash val="dot"/>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a:solidFill>
                        <a:srgbClr val="000000"/>
                      </a:solidFill>
                      <a:prstDash val="dot"/>
                    </a:lnR>
                    <a:lnT w="9360" cap="flat" cmpd="sng" algn="ctr">
                      <a:solidFill>
                        <a:srgbClr val="000000"/>
                      </a:solidFill>
                      <a:prstDash val="dot"/>
                      <a:round/>
                      <a:headEnd type="none" w="med" len="med"/>
                      <a:tailEnd type="none" w="med" len="med"/>
                    </a:lnT>
                    <a:lnB w="9360">
                      <a:solidFill>
                        <a:srgbClr val="000000"/>
                      </a:solidFill>
                      <a:prstDash val="dot"/>
                    </a:lnB>
                    <a:noFill/>
                  </a:tcPr>
                </a:tc>
                <a:extLst>
                  <a:ext uri="{0D108BD9-81ED-4DB2-BD59-A6C34878D82A}">
                    <a16:rowId xmlns:a16="http://schemas.microsoft.com/office/drawing/2014/main" val="10018"/>
                  </a:ext>
                </a:extLst>
              </a:tr>
              <a:tr h="216669">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a:solidFill>
                        <a:srgbClr val="000000"/>
                      </a:solidFill>
                      <a:prstDash val="dot"/>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a:solidFill>
                        <a:srgbClr val="000000"/>
                      </a:solidFill>
                      <a:prstDash val="dot"/>
                    </a:lnR>
                    <a:lnT w="9360" cap="flat" cmpd="sng" algn="ctr">
                      <a:solidFill>
                        <a:srgbClr val="000000"/>
                      </a:solidFill>
                      <a:prstDash val="dot"/>
                      <a:round/>
                      <a:headEnd type="none" w="med" len="med"/>
                      <a:tailEnd type="none" w="med" len="med"/>
                    </a:lnT>
                    <a:lnB w="9360">
                      <a:solidFill>
                        <a:srgbClr val="000000"/>
                      </a:solidFill>
                      <a:prstDash val="dot"/>
                    </a:lnB>
                    <a:noFill/>
                  </a:tcPr>
                </a:tc>
                <a:extLst>
                  <a:ext uri="{0D108BD9-81ED-4DB2-BD59-A6C34878D82A}">
                    <a16:rowId xmlns:a16="http://schemas.microsoft.com/office/drawing/2014/main" val="10019"/>
                  </a:ext>
                </a:extLst>
              </a:tr>
              <a:tr h="216669">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a:solidFill>
                        <a:srgbClr val="000000"/>
                      </a:solidFill>
                      <a:prstDash val="dot"/>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a:solidFill>
                        <a:srgbClr val="000000"/>
                      </a:solidFill>
                      <a:prstDash val="dot"/>
                    </a:lnR>
                    <a:lnT w="9360" cap="flat" cmpd="sng" algn="ctr">
                      <a:solidFill>
                        <a:srgbClr val="000000"/>
                      </a:solidFill>
                      <a:prstDash val="dot"/>
                      <a:round/>
                      <a:headEnd type="none" w="med" len="med"/>
                      <a:tailEnd type="none" w="med" len="med"/>
                    </a:lnT>
                    <a:lnB w="9360">
                      <a:solidFill>
                        <a:srgbClr val="000000"/>
                      </a:solidFill>
                      <a:prstDash val="dot"/>
                    </a:lnB>
                    <a:noFill/>
                  </a:tcPr>
                </a:tc>
                <a:extLst>
                  <a:ext uri="{0D108BD9-81ED-4DB2-BD59-A6C34878D82A}">
                    <a16:rowId xmlns:a16="http://schemas.microsoft.com/office/drawing/2014/main" val="10020"/>
                  </a:ext>
                </a:extLst>
              </a:tr>
              <a:tr h="216669">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a:solidFill>
                        <a:srgbClr val="000000"/>
                      </a:solidFill>
                      <a:prstDash val="dot"/>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a:solidFill>
                        <a:srgbClr val="000000"/>
                      </a:solidFill>
                      <a:prstDash val="dot"/>
                    </a:lnR>
                    <a:lnT w="9360" cap="flat" cmpd="sng" algn="ctr">
                      <a:solidFill>
                        <a:srgbClr val="000000"/>
                      </a:solidFill>
                      <a:prstDash val="dot"/>
                      <a:round/>
                      <a:headEnd type="none" w="med" len="med"/>
                      <a:tailEnd type="none" w="med" len="med"/>
                    </a:lnT>
                    <a:lnB w="9360">
                      <a:solidFill>
                        <a:srgbClr val="000000"/>
                      </a:solidFill>
                      <a:prstDash val="dot"/>
                    </a:lnB>
                    <a:noFill/>
                  </a:tcPr>
                </a:tc>
                <a:extLst>
                  <a:ext uri="{0D108BD9-81ED-4DB2-BD59-A6C34878D82A}">
                    <a16:rowId xmlns:a16="http://schemas.microsoft.com/office/drawing/2014/main" val="10021"/>
                  </a:ext>
                </a:extLst>
              </a:tr>
              <a:tr h="216669">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a:solidFill>
                        <a:srgbClr val="000000"/>
                      </a:solidFill>
                      <a:prstDash val="dot"/>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a:solidFill>
                        <a:srgbClr val="000000"/>
                      </a:solidFill>
                      <a:prstDash val="dot"/>
                    </a:lnR>
                    <a:lnT w="9360" cap="flat" cmpd="sng" algn="ctr">
                      <a:solidFill>
                        <a:srgbClr val="000000"/>
                      </a:solidFill>
                      <a:prstDash val="dot"/>
                      <a:round/>
                      <a:headEnd type="none" w="med" len="med"/>
                      <a:tailEnd type="none" w="med" len="med"/>
                    </a:lnT>
                    <a:lnB w="9360">
                      <a:solidFill>
                        <a:srgbClr val="000000"/>
                      </a:solidFill>
                      <a:prstDash val="dot"/>
                    </a:lnB>
                    <a:noFill/>
                  </a:tcPr>
                </a:tc>
                <a:extLst>
                  <a:ext uri="{0D108BD9-81ED-4DB2-BD59-A6C34878D82A}">
                    <a16:rowId xmlns:a16="http://schemas.microsoft.com/office/drawing/2014/main" val="10022"/>
                  </a:ext>
                </a:extLst>
              </a:tr>
              <a:tr h="216669">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a:solidFill>
                        <a:srgbClr val="000000"/>
                      </a:solidFill>
                      <a:prstDash val="dot"/>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a:solidFill>
                        <a:srgbClr val="000000"/>
                      </a:solidFill>
                      <a:prstDash val="dot"/>
                    </a:lnR>
                    <a:lnT w="9360" cap="flat" cmpd="sng" algn="ctr">
                      <a:solidFill>
                        <a:srgbClr val="000000"/>
                      </a:solidFill>
                      <a:prstDash val="dot"/>
                      <a:round/>
                      <a:headEnd type="none" w="med" len="med"/>
                      <a:tailEnd type="none" w="med" len="med"/>
                    </a:lnT>
                    <a:lnB w="9360">
                      <a:solidFill>
                        <a:srgbClr val="000000"/>
                      </a:solidFill>
                      <a:prstDash val="dot"/>
                    </a:lnB>
                    <a:noFill/>
                  </a:tcPr>
                </a:tc>
                <a:extLst>
                  <a:ext uri="{0D108BD9-81ED-4DB2-BD59-A6C34878D82A}">
                    <a16:rowId xmlns:a16="http://schemas.microsoft.com/office/drawing/2014/main" val="10023"/>
                  </a:ext>
                </a:extLst>
              </a:tr>
              <a:tr h="216669">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a:solidFill>
                        <a:srgbClr val="000000"/>
                      </a:solidFill>
                      <a:prstDash val="dot"/>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a:solidFill>
                        <a:srgbClr val="000000"/>
                      </a:solidFill>
                      <a:prstDash val="dot"/>
                    </a:lnR>
                    <a:lnT w="9360" cap="flat" cmpd="sng" algn="ctr">
                      <a:solidFill>
                        <a:srgbClr val="000000"/>
                      </a:solidFill>
                      <a:prstDash val="dot"/>
                      <a:round/>
                      <a:headEnd type="none" w="med" len="med"/>
                      <a:tailEnd type="none" w="med" len="med"/>
                    </a:lnT>
                    <a:lnB w="9360">
                      <a:solidFill>
                        <a:srgbClr val="000000"/>
                      </a:solidFill>
                      <a:prstDash val="dot"/>
                    </a:lnB>
                    <a:noFill/>
                  </a:tcPr>
                </a:tc>
                <a:extLst>
                  <a:ext uri="{0D108BD9-81ED-4DB2-BD59-A6C34878D82A}">
                    <a16:rowId xmlns:a16="http://schemas.microsoft.com/office/drawing/2014/main" val="10024"/>
                  </a:ext>
                </a:extLst>
              </a:tr>
              <a:tr h="216669">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a:solidFill>
                        <a:srgbClr val="000000"/>
                      </a:solidFill>
                      <a:prstDash val="dot"/>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a:solidFill>
                        <a:srgbClr val="000000"/>
                      </a:solidFill>
                      <a:prstDash val="dot"/>
                    </a:lnR>
                    <a:lnT w="9360" cap="flat" cmpd="sng" algn="ctr">
                      <a:solidFill>
                        <a:srgbClr val="000000"/>
                      </a:solidFill>
                      <a:prstDash val="dot"/>
                      <a:round/>
                      <a:headEnd type="none" w="med" len="med"/>
                      <a:tailEnd type="none" w="med" len="med"/>
                    </a:lnT>
                    <a:lnB w="9360">
                      <a:solidFill>
                        <a:srgbClr val="000000"/>
                      </a:solidFill>
                      <a:prstDash val="dot"/>
                    </a:lnB>
                    <a:noFill/>
                  </a:tcPr>
                </a:tc>
                <a:extLst>
                  <a:ext uri="{0D108BD9-81ED-4DB2-BD59-A6C34878D82A}">
                    <a16:rowId xmlns:a16="http://schemas.microsoft.com/office/drawing/2014/main" val="10025"/>
                  </a:ext>
                </a:extLst>
              </a:tr>
              <a:tr h="216669">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a:solidFill>
                        <a:srgbClr val="000000"/>
                      </a:solidFill>
                      <a:prstDash val="dot"/>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a:solidFill>
                        <a:srgbClr val="000000"/>
                      </a:solidFill>
                      <a:prstDash val="dot"/>
                    </a:lnR>
                    <a:lnT w="9360" cap="flat" cmpd="sng" algn="ctr">
                      <a:solidFill>
                        <a:srgbClr val="000000"/>
                      </a:solidFill>
                      <a:prstDash val="dot"/>
                      <a:round/>
                      <a:headEnd type="none" w="med" len="med"/>
                      <a:tailEnd type="none" w="med" len="med"/>
                    </a:lnT>
                    <a:lnB w="9360">
                      <a:solidFill>
                        <a:srgbClr val="000000"/>
                      </a:solidFill>
                      <a:prstDash val="dot"/>
                    </a:lnB>
                    <a:noFill/>
                  </a:tcPr>
                </a:tc>
                <a:extLst>
                  <a:ext uri="{0D108BD9-81ED-4DB2-BD59-A6C34878D82A}">
                    <a16:rowId xmlns:a16="http://schemas.microsoft.com/office/drawing/2014/main" val="10026"/>
                  </a:ext>
                </a:extLst>
              </a:tr>
              <a:tr h="216669">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a:solidFill>
                        <a:srgbClr val="000000"/>
                      </a:solidFill>
                      <a:prstDash val="dot"/>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cap="flat" cmpd="sng" algn="ctr">
                      <a:solidFill>
                        <a:srgbClr val="000000"/>
                      </a:solidFill>
                      <a:prstDash val="dot"/>
                      <a:round/>
                      <a:headEnd type="none" w="med" len="med"/>
                      <a:tailEnd type="none" w="med" len="med"/>
                    </a:lnL>
                    <a:lnR w="9360">
                      <a:solidFill>
                        <a:srgbClr val="000000"/>
                      </a:solidFill>
                      <a:prstDash val="dot"/>
                    </a:lnR>
                    <a:lnT w="9360" cap="flat" cmpd="sng" algn="ctr">
                      <a:solidFill>
                        <a:srgbClr val="000000"/>
                      </a:solidFill>
                      <a:prstDash val="dot"/>
                      <a:round/>
                      <a:headEnd type="none" w="med" len="med"/>
                      <a:tailEnd type="none" w="med" len="med"/>
                    </a:lnT>
                    <a:lnB w="9360">
                      <a:solidFill>
                        <a:srgbClr val="000000"/>
                      </a:solidFill>
                      <a:prstDash val="dot"/>
                    </a:lnB>
                    <a:noFill/>
                  </a:tcPr>
                </a:tc>
                <a:extLst>
                  <a:ext uri="{0D108BD9-81ED-4DB2-BD59-A6C34878D82A}">
                    <a16:rowId xmlns:a16="http://schemas.microsoft.com/office/drawing/2014/main" val="10027"/>
                  </a:ext>
                </a:extLst>
              </a:tr>
              <a:tr h="216669">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600" b="0" u="none" strike="noStrike">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600" b="0" u="none" strike="noStrike" dirty="0">
                        <a:solidFill>
                          <a:schemeClr val="tx1"/>
                        </a:solidFill>
                        <a:uFillTx/>
                        <a:latin typeface="Arial"/>
                      </a:endParaRPr>
                    </a:p>
                  </a:txBody>
                  <a:tcPr marT="0"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extLst>
                  <a:ext uri="{0D108BD9-81ED-4DB2-BD59-A6C34878D82A}">
                    <a16:rowId xmlns:a16="http://schemas.microsoft.com/office/drawing/2014/main" val="10028"/>
                  </a:ext>
                </a:extLst>
              </a:tr>
            </a:tbl>
          </a:graphicData>
        </a:graphic>
      </p:graphicFrame>
      <p:sp>
        <p:nvSpPr>
          <p:cNvPr id="2" name="Google Shape;221;p29">
            <a:extLst>
              <a:ext uri="{FF2B5EF4-FFF2-40B4-BE49-F238E27FC236}">
                <a16:creationId xmlns:a16="http://schemas.microsoft.com/office/drawing/2014/main" id="{67D5B436-5A09-5A31-E79A-65C3A47283FD}"/>
              </a:ext>
            </a:extLst>
          </p:cNvPr>
          <p:cNvSpPr/>
          <p:nvPr/>
        </p:nvSpPr>
        <p:spPr>
          <a:xfrm>
            <a:off x="430560" y="8780463"/>
            <a:ext cx="3502080" cy="244767"/>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1000" b="0" i="1" u="none" strike="noStrike" kern="1200" cap="none" spc="0" normalizeH="0" baseline="0" noProof="0">
                <a:ln>
                  <a:noFill/>
                </a:ln>
                <a:solidFill>
                  <a:srgbClr val="000000"/>
                </a:solidFill>
                <a:effectLst/>
                <a:uLnTx/>
                <a:uFillTx/>
                <a:latin typeface="+mj-lt"/>
                <a:ea typeface="Verdana"/>
                <a:cs typeface="+mn-cs"/>
              </a:rPr>
              <a:t>Source: AIRE</a:t>
            </a:r>
            <a:endParaRPr kumimoji="0" lang="en-US" sz="1000" b="0" i="1" u="none" strike="noStrike" kern="1200" cap="none" spc="0" normalizeH="0" baseline="0" noProof="0">
              <a:ln>
                <a:noFill/>
              </a:ln>
              <a:solidFill>
                <a:srgbClr val="000000"/>
              </a:solidFill>
              <a:effectLst/>
              <a:uLnTx/>
              <a:uFillTx/>
              <a:latin typeface="+mj-lt"/>
              <a:ea typeface="+mn-ea"/>
              <a:cs typeface="+mn-cs"/>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 name="Google Shape;215;p29"/>
          <p:cNvSpPr/>
          <p:nvPr/>
        </p:nvSpPr>
        <p:spPr>
          <a:xfrm>
            <a:off x="0" y="0"/>
            <a:ext cx="18284760" cy="1198440"/>
          </a:xfrm>
          <a:custGeom>
            <a:avLst/>
            <a:gdLst>
              <a:gd name="textAreaLeft" fmla="*/ 0 w 18284760"/>
              <a:gd name="textAreaRight" fmla="*/ 18288000 w 18284760"/>
              <a:gd name="textAreaTop" fmla="*/ 0 h 1198440"/>
              <a:gd name="textAreaBottom" fmla="*/ 1201680 h 1198440"/>
            </a:gdLst>
            <a:ahLst/>
            <a:cxnLst/>
            <a:rect l="textAreaLeft" t="textAreaTop" r="textAreaRight" b="textAreaBottom"/>
            <a:pathLst>
              <a:path w="4816592" h="316518">
                <a:moveTo>
                  <a:pt x="0" y="0"/>
                </a:moveTo>
                <a:lnTo>
                  <a:pt x="4816592" y="0"/>
                </a:lnTo>
                <a:lnTo>
                  <a:pt x="4816592" y="316518"/>
                </a:lnTo>
                <a:lnTo>
                  <a:pt x="0" y="316518"/>
                </a:lnTo>
                <a:close/>
              </a:path>
            </a:pathLst>
          </a:custGeom>
          <a:solidFill>
            <a:srgbClr val="234874"/>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endParaRPr kumimoji="0" lang="en-US" sz="1400" b="0" i="0" u="none" strike="noStrike" kern="1200" cap="none" spc="0" normalizeH="0" baseline="0" noProof="0">
              <a:ln>
                <a:noFill/>
              </a:ln>
              <a:solidFill>
                <a:srgbClr val="FFFFFF"/>
              </a:solidFill>
              <a:effectLst/>
              <a:uLnTx/>
              <a:uFillTx/>
              <a:latin typeface="Arial"/>
              <a:ea typeface="+mn-ea"/>
              <a:cs typeface="+mn-cs"/>
            </a:endParaRPr>
          </a:p>
        </p:txBody>
      </p:sp>
      <p:sp>
        <p:nvSpPr>
          <p:cNvPr id="401" name="Google Shape;216;p29"/>
          <p:cNvSpPr/>
          <p:nvPr/>
        </p:nvSpPr>
        <p:spPr>
          <a:xfrm>
            <a:off x="475200" y="669960"/>
            <a:ext cx="8780040" cy="426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0" marR="0" lvl="0" indent="0" algn="l" defTabSz="914400" rtl="0" eaLnBrk="1" fontAlgn="auto" latinLnBrk="0" hangingPunct="1">
              <a:lnSpc>
                <a:spcPct val="140000"/>
              </a:lnSpc>
              <a:spcBef>
                <a:spcPts val="0"/>
              </a:spcBef>
              <a:spcAft>
                <a:spcPts val="0"/>
              </a:spcAft>
              <a:buClrTx/>
              <a:buSzTx/>
              <a:buFontTx/>
              <a:buNone/>
              <a:tabLst>
                <a:tab pos="0" algn="l"/>
              </a:tabLst>
              <a:defRPr/>
            </a:pPr>
            <a:r>
              <a:rPr kumimoji="0" lang="en-US" sz="2000" b="0" i="0" u="none" strike="noStrike" kern="1200" cap="none" spc="0" normalizeH="0" baseline="0" noProof="0">
                <a:ln>
                  <a:noFill/>
                </a:ln>
                <a:solidFill>
                  <a:srgbClr val="FFFFFF"/>
                </a:solidFill>
                <a:effectLst/>
                <a:uLnTx/>
                <a:uFillTx/>
                <a:latin typeface="Century Schoolbook"/>
                <a:ea typeface="Century Schoolbook"/>
                <a:cs typeface="+mn-cs"/>
              </a:rPr>
              <a:t>ASSUMPTIONS</a:t>
            </a:r>
            <a:endParaRPr kumimoji="0" lang="en-US" sz="2000" b="0" i="0" u="none" strike="noStrike" kern="1200" cap="none" spc="0" normalizeH="0" baseline="0" noProof="0">
              <a:ln>
                <a:noFill/>
              </a:ln>
              <a:solidFill>
                <a:srgbClr val="000000"/>
              </a:solidFill>
              <a:effectLst/>
              <a:uLnTx/>
              <a:uFillTx/>
              <a:latin typeface="Arial"/>
              <a:ea typeface="+mn-ea"/>
              <a:cs typeface="+mn-cs"/>
            </a:endParaRPr>
          </a:p>
        </p:txBody>
      </p:sp>
      <p:sp>
        <p:nvSpPr>
          <p:cNvPr id="402" name="Google Shape;217;p29"/>
          <p:cNvSpPr/>
          <p:nvPr/>
        </p:nvSpPr>
        <p:spPr>
          <a:xfrm>
            <a:off x="475200" y="347400"/>
            <a:ext cx="539496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0" marR="0" lvl="0" indent="0" algn="l" defTabSz="914400" rtl="0" eaLnBrk="1" fontAlgn="auto" latinLnBrk="0" hangingPunct="1">
              <a:lnSpc>
                <a:spcPct val="140000"/>
              </a:lnSpc>
              <a:spcBef>
                <a:spcPts val="0"/>
              </a:spcBef>
              <a:spcAft>
                <a:spcPts val="0"/>
              </a:spcAft>
              <a:buClrTx/>
              <a:buSzTx/>
              <a:buFontTx/>
              <a:buNone/>
              <a:tabLst>
                <a:tab pos="0" algn="l"/>
              </a:tabLst>
              <a:defRPr/>
            </a:pPr>
            <a:r>
              <a:rPr kumimoji="0" lang="en-US" sz="1500" b="0" i="0" u="none" strike="noStrike" kern="1200" cap="none" spc="0" normalizeH="0" baseline="0" noProof="0">
                <a:ln>
                  <a:noFill/>
                </a:ln>
                <a:solidFill>
                  <a:srgbClr val="FFFFFF"/>
                </a:solidFill>
                <a:effectLst/>
                <a:uLnTx/>
                <a:uFillTx/>
                <a:latin typeface="Century Schoolbook"/>
                <a:ea typeface="Century Schoolbook"/>
                <a:cs typeface="+mn-cs"/>
              </a:rPr>
              <a:t>FINANCIAL AND INVESTMENT ANALYSIS</a:t>
            </a:r>
            <a:endParaRPr kumimoji="0" lang="en-US" sz="1500" b="0" i="0" u="none" strike="noStrike" kern="1200" cap="none" spc="0" normalizeH="0" baseline="0" noProof="0">
              <a:ln>
                <a:noFill/>
              </a:ln>
              <a:solidFill>
                <a:srgbClr val="000000"/>
              </a:solidFill>
              <a:effectLst/>
              <a:uLnTx/>
              <a:uFillTx/>
              <a:latin typeface="Arial"/>
              <a:ea typeface="+mn-ea"/>
              <a:cs typeface="+mn-cs"/>
            </a:endParaRPr>
          </a:p>
        </p:txBody>
      </p:sp>
      <p:sp>
        <p:nvSpPr>
          <p:cNvPr id="403" name="PlaceHolder 1"/>
          <p:cNvSpPr>
            <a:spLocks noGrp="1"/>
          </p:cNvSpPr>
          <p:nvPr>
            <p:ph type="sldNum" idx="98"/>
          </p:nvPr>
        </p:nvSpPr>
        <p:spPr>
          <a:prstGeom prst="rect">
            <a:avLst/>
          </a:prstGeom>
          <a:noFill/>
          <a:ln w="0">
            <a:noFill/>
          </a:ln>
        </p:spPr>
        <p:txBody>
          <a:bodyPr lIns="91440" tIns="45720" rIns="91440" bIns="45720" anchor="ctr">
            <a:noAutofit/>
          </a:bodyPr>
          <a:lstStyle>
            <a:lvl1pPr indent="0">
              <a:lnSpc>
                <a:spcPct val="100000"/>
              </a:lnSpc>
              <a:buNone/>
              <a:tabLst>
                <a:tab pos="0" algn="l"/>
              </a:tabLst>
              <a:defRPr lang="en-US" sz="1200" b="0" u="none" strike="noStrike">
                <a:solidFill>
                  <a:srgbClr val="000000"/>
                </a:solidFill>
                <a:uFillTx/>
                <a:latin typeface="Alata"/>
                <a:ea typeface="Alata"/>
              </a:defRPr>
            </a:lvl1p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fld id="{11E2DF94-967D-4CC5-B920-200306387172}" type="slidenum">
              <a:rPr kumimoji="0" lang="en-US" sz="1200" b="0" i="0" u="none" strike="noStrike" kern="1200" cap="none" spc="0" normalizeH="0" baseline="0" noProof="0">
                <a:ln>
                  <a:noFill/>
                </a:ln>
                <a:solidFill>
                  <a:srgbClr val="000000"/>
                </a:solidFill>
                <a:effectLst/>
                <a:uLnTx/>
                <a:uFillTx/>
                <a:latin typeface="Alata"/>
                <a:ea typeface="Alata"/>
                <a:cs typeface="+mn-cs"/>
              </a:rPr>
              <a:pPr marL="0" marR="0" lvl="0" indent="0" algn="l" defTabSz="914400" rtl="0" eaLnBrk="1" fontAlgn="auto" latinLnBrk="0" hangingPunct="1">
                <a:lnSpc>
                  <a:spcPct val="100000"/>
                </a:lnSpc>
                <a:spcBef>
                  <a:spcPts val="0"/>
                </a:spcBef>
                <a:spcAft>
                  <a:spcPts val="0"/>
                </a:spcAft>
                <a:buClrTx/>
                <a:buSzTx/>
                <a:buFontTx/>
                <a:buNone/>
                <a:tabLst>
                  <a:tab pos="0" algn="l"/>
                </a:tabLst>
                <a:defRPr/>
              </a:pPr>
              <a:t>5</a:t>
            </a:fld>
            <a:r>
              <a:rPr kumimoji="0" lang="en-US" sz="1200" b="0" i="0" u="none" strike="noStrike" kern="1200" cap="none" spc="0" normalizeH="0" baseline="0" noProof="0">
                <a:ln>
                  <a:noFill/>
                </a:ln>
                <a:solidFill>
                  <a:srgbClr val="000000"/>
                </a:solidFill>
                <a:effectLst/>
                <a:uLnTx/>
                <a:uFillTx/>
                <a:latin typeface="Alata"/>
                <a:ea typeface="Alata"/>
                <a:cs typeface="+mn-cs"/>
              </a:rPr>
              <a:t> | © 2025 AIRE Software - All rights reserved.</a:t>
            </a:r>
            <a:endParaRPr kumimoji="0" lang="en-US" sz="1200" b="0" i="0" u="none" strike="noStrike" kern="1200" cap="none" spc="0" normalizeH="0" baseline="0" noProof="0">
              <a:ln>
                <a:noFill/>
              </a:ln>
              <a:solidFill>
                <a:srgbClr val="000000"/>
              </a:solidFill>
              <a:effectLst/>
              <a:uLnTx/>
              <a:uFillTx/>
              <a:latin typeface="Times New Roman"/>
              <a:cs typeface="+mn-cs"/>
            </a:endParaRPr>
          </a:p>
        </p:txBody>
      </p:sp>
      <p:graphicFrame>
        <p:nvGraphicFramePr>
          <p:cNvPr id="404" name="Google Shape;219;p29"/>
          <p:cNvGraphicFramePr/>
          <p:nvPr>
            <p:extLst>
              <p:ext uri="{D42A27DB-BD31-4B8C-83A1-F6EECF244321}">
                <p14:modId xmlns:p14="http://schemas.microsoft.com/office/powerpoint/2010/main" val="1779603986"/>
              </p:ext>
            </p:extLst>
          </p:nvPr>
        </p:nvGraphicFramePr>
        <p:xfrm>
          <a:off x="490681" y="2278800"/>
          <a:ext cx="17294080" cy="4352925"/>
        </p:xfrm>
        <a:graphic>
          <a:graphicData uri="http://schemas.openxmlformats.org/drawingml/2006/table">
            <a:tbl>
              <a:tblPr/>
              <a:tblGrid>
                <a:gridCol w="2119765">
                  <a:extLst>
                    <a:ext uri="{9D8B030D-6E8A-4147-A177-3AD203B41FA5}">
                      <a16:colId xmlns:a16="http://schemas.microsoft.com/office/drawing/2014/main" val="20000"/>
                    </a:ext>
                  </a:extLst>
                </a:gridCol>
                <a:gridCol w="1370523">
                  <a:extLst>
                    <a:ext uri="{9D8B030D-6E8A-4147-A177-3AD203B41FA5}">
                      <a16:colId xmlns:a16="http://schemas.microsoft.com/office/drawing/2014/main" val="20001"/>
                    </a:ext>
                  </a:extLst>
                </a:gridCol>
                <a:gridCol w="1330981">
                  <a:extLst>
                    <a:ext uri="{9D8B030D-6E8A-4147-A177-3AD203B41FA5}">
                      <a16:colId xmlns:a16="http://schemas.microsoft.com/office/drawing/2014/main" val="20002"/>
                    </a:ext>
                  </a:extLst>
                </a:gridCol>
                <a:gridCol w="1330981">
                  <a:extLst>
                    <a:ext uri="{9D8B030D-6E8A-4147-A177-3AD203B41FA5}">
                      <a16:colId xmlns:a16="http://schemas.microsoft.com/office/drawing/2014/main" val="20003"/>
                    </a:ext>
                  </a:extLst>
                </a:gridCol>
                <a:gridCol w="1452689">
                  <a:extLst>
                    <a:ext uri="{9D8B030D-6E8A-4147-A177-3AD203B41FA5}">
                      <a16:colId xmlns:a16="http://schemas.microsoft.com/office/drawing/2014/main" val="20004"/>
                    </a:ext>
                  </a:extLst>
                </a:gridCol>
                <a:gridCol w="1441483">
                  <a:extLst>
                    <a:ext uri="{9D8B030D-6E8A-4147-A177-3AD203B41FA5}">
                      <a16:colId xmlns:a16="http://schemas.microsoft.com/office/drawing/2014/main" val="20005"/>
                    </a:ext>
                  </a:extLst>
                </a:gridCol>
                <a:gridCol w="1322599">
                  <a:extLst>
                    <a:ext uri="{9D8B030D-6E8A-4147-A177-3AD203B41FA5}">
                      <a16:colId xmlns:a16="http://schemas.microsoft.com/office/drawing/2014/main" val="20006"/>
                    </a:ext>
                  </a:extLst>
                </a:gridCol>
                <a:gridCol w="1382039">
                  <a:extLst>
                    <a:ext uri="{9D8B030D-6E8A-4147-A177-3AD203B41FA5}">
                      <a16:colId xmlns:a16="http://schemas.microsoft.com/office/drawing/2014/main" val="20007"/>
                    </a:ext>
                  </a:extLst>
                </a:gridCol>
                <a:gridCol w="1367179">
                  <a:extLst>
                    <a:ext uri="{9D8B030D-6E8A-4147-A177-3AD203B41FA5}">
                      <a16:colId xmlns:a16="http://schemas.microsoft.com/office/drawing/2014/main" val="20008"/>
                    </a:ext>
                  </a:extLst>
                </a:gridCol>
                <a:gridCol w="1411762">
                  <a:extLst>
                    <a:ext uri="{9D8B030D-6E8A-4147-A177-3AD203B41FA5}">
                      <a16:colId xmlns:a16="http://schemas.microsoft.com/office/drawing/2014/main" val="20009"/>
                    </a:ext>
                  </a:extLst>
                </a:gridCol>
                <a:gridCol w="1382039">
                  <a:extLst>
                    <a:ext uri="{9D8B030D-6E8A-4147-A177-3AD203B41FA5}">
                      <a16:colId xmlns:a16="http://schemas.microsoft.com/office/drawing/2014/main" val="20010"/>
                    </a:ext>
                  </a:extLst>
                </a:gridCol>
                <a:gridCol w="1382040">
                  <a:extLst>
                    <a:ext uri="{9D8B030D-6E8A-4147-A177-3AD203B41FA5}">
                      <a16:colId xmlns:a16="http://schemas.microsoft.com/office/drawing/2014/main" val="20011"/>
                    </a:ext>
                  </a:extLst>
                </a:gridCol>
              </a:tblGrid>
              <a:tr h="0">
                <a:tc>
                  <a:txBody>
                    <a:bodyPr/>
                    <a:lstStyle/>
                    <a:p>
                      <a:pPr algn="ctr">
                        <a:lnSpc>
                          <a:spcPct val="100000"/>
                        </a:lnSpc>
                        <a:tabLst>
                          <a:tab pos="0" algn="l"/>
                        </a:tabLst>
                      </a:pPr>
                      <a:endParaRPr lang="en-US" sz="900" b="0" u="none" strike="noStrike" dirty="0">
                        <a:solidFill>
                          <a:srgbClr val="000000"/>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E2A300"/>
                    </a:solidFill>
                  </a:tcPr>
                </a:tc>
                <a:tc>
                  <a:txBody>
                    <a:bodyPr/>
                    <a:lstStyle/>
                    <a:p>
                      <a:pPr algn="ctr">
                        <a:lnSpc>
                          <a:spcPct val="100000"/>
                        </a:lnSpc>
                        <a:tabLst>
                          <a:tab pos="0" algn="l"/>
                        </a:tabLst>
                      </a:pPr>
                      <a:endParaRPr lang="en-US" sz="900" b="0" u="none" strike="noStrike">
                        <a:solidFill>
                          <a:srgbClr val="000000"/>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E2A300"/>
                    </a:solidFill>
                  </a:tcPr>
                </a:tc>
                <a:tc gridSpan="5">
                  <a:txBody>
                    <a:bodyPr/>
                    <a:lstStyle/>
                    <a:p>
                      <a:pPr algn="ctr">
                        <a:lnSpc>
                          <a:spcPct val="100000"/>
                        </a:lnSpc>
                        <a:tabLst>
                          <a:tab pos="0" algn="l"/>
                        </a:tabLst>
                      </a:pPr>
                      <a:endParaRPr lang="en-US" sz="900" b="0" u="none" strike="noStrike">
                        <a:solidFill>
                          <a:srgbClr val="000000"/>
                        </a:solidFill>
                        <a:uFillTx/>
                        <a:latin typeface="Arial"/>
                      </a:endParaRPr>
                    </a:p>
                  </a:txBody>
                  <a:tcPr anchor="ctr">
                    <a:lnL w="9360">
                      <a:solidFill>
                        <a:srgbClr val="000000"/>
                      </a:solidFill>
                      <a:prstDash val="solid"/>
                    </a:lnL>
                    <a:lnR w="12240">
                      <a:solidFill>
                        <a:srgbClr val="FFFFFF"/>
                      </a:solidFill>
                      <a:prstDash val="solid"/>
                    </a:lnR>
                    <a:lnT w="9360">
                      <a:solidFill>
                        <a:srgbClr val="000000"/>
                      </a:solidFill>
                      <a:prstDash val="solid"/>
                    </a:lnT>
                    <a:lnB w="9360">
                      <a:solidFill>
                        <a:srgbClr val="000000"/>
                      </a:solidFill>
                      <a:prstDash val="solid"/>
                    </a:lnB>
                    <a:solidFill>
                      <a:srgbClr val="E2A300"/>
                    </a:solidFill>
                  </a:tcPr>
                </a:tc>
                <a:tc hMerge="1">
                  <a:txBody>
                    <a:bodyPr/>
                    <a:lstStyle/>
                    <a:p>
                      <a:endParaRPr lang="en-US" sz="1800" b="0" u="none" strike="noStrike">
                        <a:solidFill>
                          <a:srgbClr val="000000"/>
                        </a:solidFill>
                        <a:uFillTx/>
                        <a:latin typeface="Arial"/>
                      </a:endParaRPr>
                    </a:p>
                  </a:txBody>
                  <a:tcPr marL="90000" marR="90000">
                    <a:lnL>
                      <a:noFill/>
                    </a:lnL>
                    <a:lnR>
                      <a:noFill/>
                    </a:lnR>
                    <a:lnT>
                      <a:noFill/>
                    </a:lnT>
                    <a:lnB>
                      <a:noFill/>
                    </a:lnB>
                    <a:solidFill>
                      <a:srgbClr val="729FCF"/>
                    </a:solidFill>
                  </a:tcPr>
                </a:tc>
                <a:tc hMerge="1">
                  <a:txBody>
                    <a:bodyPr/>
                    <a:lstStyle/>
                    <a:p>
                      <a:endParaRPr lang="en-US" sz="1800" b="0" u="none" strike="noStrike">
                        <a:solidFill>
                          <a:srgbClr val="000000"/>
                        </a:solidFill>
                        <a:uFillTx/>
                        <a:latin typeface="Arial"/>
                      </a:endParaRPr>
                    </a:p>
                  </a:txBody>
                  <a:tcPr marL="90000" marR="90000">
                    <a:lnL>
                      <a:noFill/>
                    </a:lnL>
                    <a:lnR>
                      <a:noFill/>
                    </a:lnR>
                    <a:lnT>
                      <a:noFill/>
                    </a:lnT>
                    <a:lnB>
                      <a:noFill/>
                    </a:lnB>
                    <a:solidFill>
                      <a:srgbClr val="729FCF"/>
                    </a:solidFill>
                  </a:tcPr>
                </a:tc>
                <a:tc hMerge="1">
                  <a:txBody>
                    <a:bodyPr/>
                    <a:lstStyle/>
                    <a:p>
                      <a:endParaRPr lang="en-US" sz="1800" b="0" u="none" strike="noStrike">
                        <a:solidFill>
                          <a:srgbClr val="000000"/>
                        </a:solidFill>
                        <a:uFillTx/>
                        <a:latin typeface="Arial"/>
                      </a:endParaRPr>
                    </a:p>
                  </a:txBody>
                  <a:tcPr marL="90000" marR="90000">
                    <a:lnL>
                      <a:noFill/>
                    </a:lnL>
                    <a:lnR>
                      <a:noFill/>
                    </a:lnR>
                    <a:lnT>
                      <a:noFill/>
                    </a:lnT>
                    <a:lnB>
                      <a:noFill/>
                    </a:lnB>
                    <a:solidFill>
                      <a:srgbClr val="729FCF"/>
                    </a:solidFill>
                  </a:tcPr>
                </a:tc>
                <a:tc hMerge="1">
                  <a:txBody>
                    <a:bodyPr/>
                    <a:lstStyle/>
                    <a:p>
                      <a:endParaRPr lang="en-US" sz="1800" b="0" u="none" strike="noStrike">
                        <a:solidFill>
                          <a:srgbClr val="000000"/>
                        </a:solidFill>
                        <a:uFillTx/>
                        <a:latin typeface="Arial"/>
                      </a:endParaRPr>
                    </a:p>
                  </a:txBody>
                  <a:tcPr marL="90000" marR="90000">
                    <a:lnL>
                      <a:noFill/>
                    </a:lnL>
                    <a:lnR>
                      <a:noFill/>
                    </a:lnR>
                    <a:lnT>
                      <a:noFill/>
                    </a:lnT>
                    <a:lnB>
                      <a:noFill/>
                    </a:lnB>
                    <a:solidFill>
                      <a:srgbClr val="729FCF"/>
                    </a:solidFill>
                  </a:tcPr>
                </a:tc>
                <a:tc gridSpan="5">
                  <a:txBody>
                    <a:bodyPr/>
                    <a:lstStyle/>
                    <a:p>
                      <a:pPr algn="ctr">
                        <a:lnSpc>
                          <a:spcPct val="100000"/>
                        </a:lnSpc>
                        <a:tabLst>
                          <a:tab pos="0" algn="l"/>
                        </a:tabLst>
                      </a:pPr>
                      <a:endParaRPr lang="en-US" sz="900" b="0" u="none" strike="noStrike">
                        <a:solidFill>
                          <a:srgbClr val="000000"/>
                        </a:solidFill>
                        <a:uFillTx/>
                        <a:latin typeface="Arial"/>
                      </a:endParaRPr>
                    </a:p>
                  </a:txBody>
                  <a:tcPr anchor="ctr">
                    <a:lnL w="12240">
                      <a:solidFill>
                        <a:srgbClr val="FFFFFF"/>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E2A300"/>
                    </a:solidFill>
                  </a:tcPr>
                </a:tc>
                <a:tc hMerge="1">
                  <a:txBody>
                    <a:bodyPr/>
                    <a:lstStyle/>
                    <a:p>
                      <a:endParaRPr lang="en-US" sz="1800" b="0" u="none" strike="noStrike">
                        <a:solidFill>
                          <a:srgbClr val="000000"/>
                        </a:solidFill>
                        <a:uFillTx/>
                        <a:latin typeface="Arial"/>
                      </a:endParaRPr>
                    </a:p>
                  </a:txBody>
                  <a:tcPr marL="90000" marR="90000">
                    <a:lnL>
                      <a:noFill/>
                    </a:lnL>
                    <a:lnR>
                      <a:noFill/>
                    </a:lnR>
                    <a:lnT>
                      <a:noFill/>
                    </a:lnT>
                    <a:lnB>
                      <a:noFill/>
                    </a:lnB>
                    <a:solidFill>
                      <a:srgbClr val="729FCF"/>
                    </a:solidFill>
                  </a:tcPr>
                </a:tc>
                <a:tc hMerge="1">
                  <a:txBody>
                    <a:bodyPr/>
                    <a:lstStyle/>
                    <a:p>
                      <a:endParaRPr lang="en-US" sz="1800" b="0" u="none" strike="noStrike">
                        <a:solidFill>
                          <a:srgbClr val="000000"/>
                        </a:solidFill>
                        <a:uFillTx/>
                        <a:latin typeface="Arial"/>
                      </a:endParaRPr>
                    </a:p>
                  </a:txBody>
                  <a:tcPr marL="90000" marR="90000">
                    <a:lnL>
                      <a:noFill/>
                    </a:lnL>
                    <a:lnR>
                      <a:noFill/>
                    </a:lnR>
                    <a:lnT>
                      <a:noFill/>
                    </a:lnT>
                    <a:lnB>
                      <a:noFill/>
                    </a:lnB>
                    <a:solidFill>
                      <a:srgbClr val="729FCF"/>
                    </a:solidFill>
                  </a:tcPr>
                </a:tc>
                <a:tc hMerge="1">
                  <a:txBody>
                    <a:bodyPr/>
                    <a:lstStyle/>
                    <a:p>
                      <a:endParaRPr lang="en-US" sz="1800" b="0" u="none" strike="noStrike">
                        <a:solidFill>
                          <a:srgbClr val="000000"/>
                        </a:solidFill>
                        <a:uFillTx/>
                        <a:latin typeface="Arial"/>
                      </a:endParaRPr>
                    </a:p>
                  </a:txBody>
                  <a:tcPr marL="90000" marR="90000">
                    <a:lnL>
                      <a:noFill/>
                    </a:lnL>
                    <a:lnR>
                      <a:noFill/>
                    </a:lnR>
                    <a:lnT>
                      <a:noFill/>
                    </a:lnT>
                    <a:lnB>
                      <a:noFill/>
                    </a:lnB>
                    <a:solidFill>
                      <a:srgbClr val="729FCF"/>
                    </a:solidFill>
                  </a:tcPr>
                </a:tc>
                <a:tc hMerge="1">
                  <a:txBody>
                    <a:bodyPr/>
                    <a:lstStyle/>
                    <a:p>
                      <a:endParaRPr lang="en-US" sz="1800" b="0" u="none" strike="noStrike">
                        <a:solidFill>
                          <a:srgbClr val="000000"/>
                        </a:solidFill>
                        <a:uFillTx/>
                        <a:latin typeface="Arial"/>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0"/>
                  </a:ext>
                </a:extLst>
              </a:tr>
              <a:tr h="0">
                <a:tc>
                  <a:txBody>
                    <a:bodyPr/>
                    <a:lstStyle/>
                    <a:p>
                      <a:pPr>
                        <a:lnSpc>
                          <a:spcPct val="100000"/>
                        </a:lnSpc>
                        <a:tabLst>
                          <a:tab pos="0" algn="l"/>
                        </a:tabLst>
                      </a:pPr>
                      <a:endParaRPr lang="en-US" sz="900" b="0" u="none" strike="noStrike" dirty="0">
                        <a:solidFill>
                          <a:srgbClr val="FFFFFF"/>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FFFFFF"/>
                      </a:solidFill>
                      <a:prstDash val="solid"/>
                    </a:lnB>
                    <a:solidFill>
                      <a:srgbClr val="234874"/>
                    </a:solidFill>
                  </a:tcPr>
                </a:tc>
                <a:tc>
                  <a:txBody>
                    <a:bodyPr/>
                    <a:lstStyle/>
                    <a:p>
                      <a:pPr>
                        <a:lnSpc>
                          <a:spcPct val="100000"/>
                        </a:lnSpc>
                        <a:tabLst>
                          <a:tab pos="0" algn="l"/>
                        </a:tabLst>
                      </a:pPr>
                      <a:endParaRPr lang="en-US" sz="900" b="0" u="none" strike="noStrike">
                        <a:solidFill>
                          <a:srgbClr val="FFFFFF"/>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FFFFFF"/>
                      </a:solidFill>
                      <a:prstDash val="solid"/>
                    </a:lnB>
                    <a:solidFill>
                      <a:srgbClr val="234874"/>
                    </a:solidFill>
                  </a:tcPr>
                </a:tc>
                <a:tc>
                  <a:txBody>
                    <a:bodyPr/>
                    <a:lstStyle/>
                    <a:p>
                      <a:pPr algn="ctr">
                        <a:lnSpc>
                          <a:spcPct val="100000"/>
                        </a:lnSpc>
                        <a:tabLst>
                          <a:tab pos="0" algn="l"/>
                        </a:tabLst>
                      </a:pPr>
                      <a:endParaRPr lang="en-US" sz="900" b="0" u="none" strike="noStrike" dirty="0">
                        <a:solidFill>
                          <a:srgbClr val="FFFFFF"/>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FFFFFF"/>
                      </a:solidFill>
                      <a:prstDash val="solid"/>
                    </a:lnB>
                    <a:solidFill>
                      <a:srgbClr val="234874"/>
                    </a:solidFill>
                  </a:tcPr>
                </a:tc>
                <a:tc>
                  <a:txBody>
                    <a:bodyPr/>
                    <a:lstStyle/>
                    <a:p>
                      <a:pPr algn="ctr">
                        <a:lnSpc>
                          <a:spcPct val="100000"/>
                        </a:lnSpc>
                        <a:tabLst>
                          <a:tab pos="0" algn="l"/>
                        </a:tabLst>
                      </a:pPr>
                      <a:endParaRPr lang="en-US" sz="900" b="0" u="none" strike="noStrike">
                        <a:solidFill>
                          <a:srgbClr val="FFFFFF"/>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FFFFFF"/>
                      </a:solidFill>
                      <a:prstDash val="solid"/>
                    </a:lnB>
                    <a:solidFill>
                      <a:srgbClr val="234874"/>
                    </a:solidFill>
                  </a:tcPr>
                </a:tc>
                <a:tc>
                  <a:txBody>
                    <a:bodyPr/>
                    <a:lstStyle/>
                    <a:p>
                      <a:pPr algn="ctr">
                        <a:lnSpc>
                          <a:spcPct val="100000"/>
                        </a:lnSpc>
                        <a:tabLst>
                          <a:tab pos="0" algn="l"/>
                        </a:tabLst>
                      </a:pPr>
                      <a:endParaRPr lang="en-US" sz="900" b="0" u="none" strike="noStrike">
                        <a:solidFill>
                          <a:srgbClr val="FFFFFF"/>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FFFFFF"/>
                      </a:solidFill>
                      <a:prstDash val="solid"/>
                    </a:lnB>
                    <a:solidFill>
                      <a:srgbClr val="234874"/>
                    </a:solidFill>
                  </a:tcPr>
                </a:tc>
                <a:tc>
                  <a:txBody>
                    <a:bodyPr/>
                    <a:lstStyle/>
                    <a:p>
                      <a:pPr algn="ctr">
                        <a:lnSpc>
                          <a:spcPct val="100000"/>
                        </a:lnSpc>
                        <a:tabLst>
                          <a:tab pos="0" algn="l"/>
                        </a:tabLst>
                      </a:pPr>
                      <a:endParaRPr lang="en-US" sz="900" b="0" u="none" strike="noStrike">
                        <a:solidFill>
                          <a:srgbClr val="FFFFFF"/>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FFFFFF"/>
                      </a:solidFill>
                      <a:prstDash val="solid"/>
                    </a:lnB>
                    <a:solidFill>
                      <a:srgbClr val="234874"/>
                    </a:solidFill>
                  </a:tcPr>
                </a:tc>
                <a:tc>
                  <a:txBody>
                    <a:bodyPr/>
                    <a:lstStyle/>
                    <a:p>
                      <a:pPr algn="ctr">
                        <a:lnSpc>
                          <a:spcPct val="100000"/>
                        </a:lnSpc>
                        <a:tabLst>
                          <a:tab pos="0" algn="l"/>
                        </a:tabLst>
                      </a:pPr>
                      <a:endParaRPr lang="en-US" sz="900" b="0" u="none" strike="noStrike">
                        <a:solidFill>
                          <a:srgbClr val="FFFFFF"/>
                        </a:solidFill>
                        <a:uFillTx/>
                        <a:latin typeface="Arial"/>
                      </a:endParaRPr>
                    </a:p>
                  </a:txBody>
                  <a:tcPr anchor="ctr">
                    <a:lnL w="9360">
                      <a:solidFill>
                        <a:srgbClr val="000000"/>
                      </a:solidFill>
                      <a:prstDash val="solid"/>
                    </a:lnL>
                    <a:lnR w="12240">
                      <a:solidFill>
                        <a:srgbClr val="FFFFFF"/>
                      </a:solidFill>
                      <a:prstDash val="solid"/>
                    </a:lnR>
                    <a:lnT w="9360">
                      <a:solidFill>
                        <a:srgbClr val="000000"/>
                      </a:solidFill>
                      <a:prstDash val="solid"/>
                    </a:lnT>
                    <a:lnB w="9360">
                      <a:solidFill>
                        <a:srgbClr val="FFFFFF"/>
                      </a:solidFill>
                      <a:prstDash val="solid"/>
                    </a:lnB>
                    <a:solidFill>
                      <a:srgbClr val="234874"/>
                    </a:solidFill>
                  </a:tcPr>
                </a:tc>
                <a:tc>
                  <a:txBody>
                    <a:bodyPr/>
                    <a:lstStyle/>
                    <a:p>
                      <a:pPr algn="ctr">
                        <a:lnSpc>
                          <a:spcPct val="100000"/>
                        </a:lnSpc>
                        <a:tabLst>
                          <a:tab pos="0" algn="l"/>
                        </a:tabLst>
                      </a:pPr>
                      <a:endParaRPr lang="en-US" sz="900" b="0" u="none" strike="noStrike">
                        <a:solidFill>
                          <a:srgbClr val="FFFFFF"/>
                        </a:solidFill>
                        <a:uFillTx/>
                        <a:latin typeface="Arial"/>
                      </a:endParaRPr>
                    </a:p>
                  </a:txBody>
                  <a:tcPr anchor="ctr">
                    <a:lnL w="12240">
                      <a:solidFill>
                        <a:srgbClr val="FFFFFF"/>
                      </a:solidFill>
                      <a:prstDash val="solid"/>
                    </a:lnL>
                    <a:lnR w="9360">
                      <a:solidFill>
                        <a:srgbClr val="000000"/>
                      </a:solidFill>
                      <a:prstDash val="solid"/>
                    </a:lnR>
                    <a:lnT w="9360">
                      <a:solidFill>
                        <a:srgbClr val="000000"/>
                      </a:solidFill>
                      <a:prstDash val="solid"/>
                    </a:lnT>
                    <a:lnB w="9360">
                      <a:solidFill>
                        <a:srgbClr val="FFFFFF"/>
                      </a:solidFill>
                      <a:prstDash val="solid"/>
                    </a:lnB>
                    <a:solidFill>
                      <a:srgbClr val="234874"/>
                    </a:solidFill>
                  </a:tcPr>
                </a:tc>
                <a:tc>
                  <a:txBody>
                    <a:bodyPr/>
                    <a:lstStyle/>
                    <a:p>
                      <a:pPr algn="ctr">
                        <a:lnSpc>
                          <a:spcPct val="100000"/>
                        </a:lnSpc>
                        <a:tabLst>
                          <a:tab pos="0" algn="l"/>
                        </a:tabLst>
                      </a:pPr>
                      <a:endParaRPr lang="en-US" sz="900" b="0" u="none" strike="noStrike">
                        <a:solidFill>
                          <a:srgbClr val="FFFFFF"/>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FFFFFF"/>
                      </a:solidFill>
                      <a:prstDash val="solid"/>
                    </a:lnB>
                    <a:solidFill>
                      <a:srgbClr val="234874"/>
                    </a:solidFill>
                  </a:tcPr>
                </a:tc>
                <a:tc>
                  <a:txBody>
                    <a:bodyPr/>
                    <a:lstStyle/>
                    <a:p>
                      <a:pPr algn="ctr">
                        <a:lnSpc>
                          <a:spcPct val="100000"/>
                        </a:lnSpc>
                        <a:tabLst>
                          <a:tab pos="0" algn="l"/>
                        </a:tabLst>
                      </a:pPr>
                      <a:endParaRPr lang="en-US" sz="900" b="0" u="none" strike="noStrike">
                        <a:solidFill>
                          <a:srgbClr val="FFFFFF"/>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FFFFFF"/>
                      </a:solidFill>
                      <a:prstDash val="solid"/>
                    </a:lnB>
                    <a:solidFill>
                      <a:srgbClr val="234874"/>
                    </a:solidFill>
                  </a:tcPr>
                </a:tc>
                <a:tc>
                  <a:txBody>
                    <a:bodyPr/>
                    <a:lstStyle/>
                    <a:p>
                      <a:pPr algn="ctr">
                        <a:lnSpc>
                          <a:spcPct val="100000"/>
                        </a:lnSpc>
                        <a:tabLst>
                          <a:tab pos="0" algn="l"/>
                        </a:tabLst>
                      </a:pPr>
                      <a:endParaRPr lang="en-US" sz="900" b="0" u="none" strike="noStrike">
                        <a:solidFill>
                          <a:srgbClr val="FFFFFF"/>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FFFFFF"/>
                      </a:solidFill>
                      <a:prstDash val="solid"/>
                    </a:lnB>
                    <a:solidFill>
                      <a:srgbClr val="234874"/>
                    </a:solidFill>
                  </a:tcPr>
                </a:tc>
                <a:tc>
                  <a:txBody>
                    <a:bodyPr/>
                    <a:lstStyle/>
                    <a:p>
                      <a:pPr algn="ctr">
                        <a:lnSpc>
                          <a:spcPct val="100000"/>
                        </a:lnSpc>
                        <a:tabLst>
                          <a:tab pos="0" algn="l"/>
                        </a:tabLst>
                      </a:pPr>
                      <a:r>
                        <a:rPr lang="en-US" sz="900" b="0" u="none" strike="noStrike">
                          <a:solidFill>
                            <a:srgbClr val="FFFFFF"/>
                          </a:solidFill>
                          <a:uFillTx/>
                          <a:latin typeface="Arial"/>
                          <a:ea typeface="Arial"/>
                        </a:rPr>
                        <a:t>Year 5</a:t>
                      </a:r>
                      <a:endParaRPr lang="en-US" sz="900" b="0" u="none" strike="noStrike">
                        <a:solidFill>
                          <a:srgbClr val="FFFFFF"/>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FFFFFF"/>
                      </a:solidFill>
                      <a:prstDash val="solid"/>
                    </a:lnB>
                    <a:solidFill>
                      <a:srgbClr val="234874"/>
                    </a:solidFill>
                  </a:tcPr>
                </a:tc>
                <a:extLst>
                  <a:ext uri="{0D108BD9-81ED-4DB2-BD59-A6C34878D82A}">
                    <a16:rowId xmlns:a16="http://schemas.microsoft.com/office/drawing/2014/main" val="10001"/>
                  </a:ext>
                </a:extLst>
              </a:tr>
              <a:tr h="0">
                <a:tc>
                  <a:txBody>
                    <a:bodyPr/>
                    <a:lstStyle/>
                    <a:p>
                      <a:pPr>
                        <a:lnSpc>
                          <a:spcPct val="100000"/>
                        </a:lnSpc>
                        <a:tabLst>
                          <a:tab pos="0" algn="l"/>
                        </a:tabLst>
                      </a:pPr>
                      <a:endParaRPr lang="en-US" sz="900" b="0" u="none" strike="noStrike">
                        <a:solidFill>
                          <a:srgbClr val="000000"/>
                        </a:solidFill>
                        <a:uFillTx/>
                        <a:latin typeface="Arial"/>
                      </a:endParaRPr>
                    </a:p>
                  </a:txBody>
                  <a:tcPr anchor="ctr">
                    <a:lnL w="9360">
                      <a:solidFill>
                        <a:srgbClr val="000000"/>
                      </a:solidFill>
                      <a:prstDash val="solid"/>
                    </a:lnL>
                    <a:lnR w="9360">
                      <a:solidFill>
                        <a:srgbClr val="000000"/>
                      </a:solidFill>
                      <a:prstDash val="solid"/>
                    </a:lnR>
                    <a:lnT w="9360">
                      <a:solidFill>
                        <a:srgbClr val="FFFFFF"/>
                      </a:solidFill>
                      <a:prstDash val="solid"/>
                    </a:lnT>
                    <a:lnB w="9360" cap="flat" cmpd="sng" algn="ctr">
                      <a:solidFill>
                        <a:srgbClr val="000000"/>
                      </a:solidFill>
                      <a:prstDash val="dot"/>
                      <a:round/>
                      <a:headEnd type="none" w="med" len="med"/>
                      <a:tailEnd type="none" w="med" len="med"/>
                    </a:lnB>
                    <a:solidFill>
                      <a:srgbClr val="D9EEE9"/>
                    </a:solidFill>
                  </a:tcPr>
                </a:tc>
                <a:tc>
                  <a:txBody>
                    <a:bodyPr/>
                    <a:lstStyle/>
                    <a:p>
                      <a:pPr>
                        <a:lnSpc>
                          <a:spcPct val="100000"/>
                        </a:lnSpc>
                        <a:tabLst>
                          <a:tab pos="0" algn="l"/>
                        </a:tabLst>
                      </a:pPr>
                      <a:endParaRPr lang="en-US" sz="900" b="0" u="none" strike="noStrike">
                        <a:solidFill>
                          <a:srgbClr val="000000"/>
                        </a:solidFill>
                        <a:uFillTx/>
                        <a:latin typeface="Arial"/>
                      </a:endParaRPr>
                    </a:p>
                  </a:txBody>
                  <a:tcPr anchor="ctr">
                    <a:lnL w="9360">
                      <a:solidFill>
                        <a:srgbClr val="000000"/>
                      </a:solidFill>
                      <a:prstDash val="solid"/>
                    </a:lnL>
                    <a:lnR w="9360">
                      <a:solidFill>
                        <a:srgbClr val="000000"/>
                      </a:solidFill>
                      <a:prstDash val="solid"/>
                    </a:lnR>
                    <a:lnT w="9360">
                      <a:solidFill>
                        <a:srgbClr val="FFFFFF"/>
                      </a:solidFill>
                      <a:prstDash val="solid"/>
                    </a:lnT>
                    <a:lnB w="9360" cap="flat" cmpd="sng" algn="ctr">
                      <a:solidFill>
                        <a:srgbClr val="000000"/>
                      </a:solidFill>
                      <a:prstDash val="dot"/>
                      <a:round/>
                      <a:headEnd type="none" w="med" len="med"/>
                      <a:tailEnd type="none" w="med" len="med"/>
                    </a:lnB>
                    <a:solidFill>
                      <a:srgbClr val="D9EEE9"/>
                    </a:solid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FFFFFF"/>
                      </a:solidFill>
                      <a:prstDash val="solid"/>
                    </a:lnT>
                    <a:lnB w="9360" cap="flat" cmpd="sng" algn="ctr">
                      <a:solidFill>
                        <a:srgbClr val="000000"/>
                      </a:solidFill>
                      <a:prstDash val="dot"/>
                      <a:round/>
                      <a:headEnd type="none" w="med" len="med"/>
                      <a:tailEnd type="none" w="med" len="med"/>
                    </a:lnB>
                    <a:solidFill>
                      <a:srgbClr val="D9EEE9"/>
                    </a:solid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FFFFFF"/>
                      </a:solidFill>
                      <a:prstDash val="solid"/>
                    </a:lnT>
                    <a:lnB w="9360" cap="flat" cmpd="sng" algn="ctr">
                      <a:solidFill>
                        <a:srgbClr val="000000"/>
                      </a:solidFill>
                      <a:prstDash val="dot"/>
                      <a:round/>
                      <a:headEnd type="none" w="med" len="med"/>
                      <a:tailEnd type="none" w="med" len="med"/>
                    </a:lnB>
                    <a:solidFill>
                      <a:srgbClr val="D9EEE9"/>
                    </a:solid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FFFFFF"/>
                      </a:solidFill>
                      <a:prstDash val="solid"/>
                    </a:lnT>
                    <a:lnB w="9360" cap="flat" cmpd="sng" algn="ctr">
                      <a:solidFill>
                        <a:srgbClr val="000000"/>
                      </a:solidFill>
                      <a:prstDash val="dot"/>
                      <a:round/>
                      <a:headEnd type="none" w="med" len="med"/>
                      <a:tailEnd type="none" w="med" len="med"/>
                    </a:lnB>
                    <a:solidFill>
                      <a:srgbClr val="D9EEE9"/>
                    </a:solid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FFFFFF"/>
                      </a:solidFill>
                      <a:prstDash val="solid"/>
                    </a:lnT>
                    <a:lnB w="9360" cap="flat" cmpd="sng" algn="ctr">
                      <a:solidFill>
                        <a:srgbClr val="000000"/>
                      </a:solidFill>
                      <a:prstDash val="dot"/>
                      <a:round/>
                      <a:headEnd type="none" w="med" len="med"/>
                      <a:tailEnd type="none" w="med" len="med"/>
                    </a:lnB>
                    <a:solidFill>
                      <a:srgbClr val="D9EEE9"/>
                    </a:solid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anchor="ctr">
                    <a:lnL w="9360">
                      <a:solidFill>
                        <a:srgbClr val="000000"/>
                      </a:solidFill>
                      <a:prstDash val="solid"/>
                    </a:lnL>
                    <a:lnR w="12240">
                      <a:solidFill>
                        <a:srgbClr val="FFFFFF"/>
                      </a:solidFill>
                      <a:prstDash val="solid"/>
                    </a:lnR>
                    <a:lnT w="9360">
                      <a:solidFill>
                        <a:srgbClr val="FFFFFF"/>
                      </a:solidFill>
                      <a:prstDash val="solid"/>
                    </a:lnT>
                    <a:lnB w="9360" cap="flat" cmpd="sng" algn="ctr">
                      <a:solidFill>
                        <a:srgbClr val="000000"/>
                      </a:solidFill>
                      <a:prstDash val="dot"/>
                      <a:round/>
                      <a:headEnd type="none" w="med" len="med"/>
                      <a:tailEnd type="none" w="med" len="med"/>
                    </a:lnB>
                    <a:solidFill>
                      <a:srgbClr val="D9EEE9"/>
                    </a:solid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anchor="ctr">
                    <a:lnL w="12240">
                      <a:solidFill>
                        <a:srgbClr val="FFFFFF"/>
                      </a:solidFill>
                      <a:prstDash val="solid"/>
                    </a:lnL>
                    <a:lnR w="9360">
                      <a:solidFill>
                        <a:srgbClr val="000000"/>
                      </a:solidFill>
                      <a:prstDash val="solid"/>
                    </a:lnR>
                    <a:lnT w="9360">
                      <a:solidFill>
                        <a:srgbClr val="FFFFFF"/>
                      </a:solidFill>
                      <a:prstDash val="solid"/>
                    </a:lnT>
                    <a:lnB w="9360" cap="flat" cmpd="sng" algn="ctr">
                      <a:solidFill>
                        <a:srgbClr val="000000"/>
                      </a:solidFill>
                      <a:prstDash val="dot"/>
                      <a:round/>
                      <a:headEnd type="none" w="med" len="med"/>
                      <a:tailEnd type="none" w="med" len="med"/>
                    </a:lnB>
                    <a:solidFill>
                      <a:srgbClr val="D9EEE9"/>
                    </a:solid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FFFFFF"/>
                      </a:solidFill>
                      <a:prstDash val="solid"/>
                    </a:lnT>
                    <a:lnB w="9360" cap="flat" cmpd="sng" algn="ctr">
                      <a:solidFill>
                        <a:srgbClr val="000000"/>
                      </a:solidFill>
                      <a:prstDash val="dot"/>
                      <a:round/>
                      <a:headEnd type="none" w="med" len="med"/>
                      <a:tailEnd type="none" w="med" len="med"/>
                    </a:lnB>
                    <a:solidFill>
                      <a:srgbClr val="D9EEE9"/>
                    </a:solid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FFFFFF"/>
                      </a:solidFill>
                      <a:prstDash val="solid"/>
                    </a:lnT>
                    <a:lnB w="9360" cap="flat" cmpd="sng" algn="ctr">
                      <a:solidFill>
                        <a:srgbClr val="000000"/>
                      </a:solidFill>
                      <a:prstDash val="dot"/>
                      <a:round/>
                      <a:headEnd type="none" w="med" len="med"/>
                      <a:tailEnd type="none" w="med" len="med"/>
                    </a:lnB>
                    <a:solidFill>
                      <a:srgbClr val="D9EEE9"/>
                    </a:solid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FFFFFF"/>
                      </a:solidFill>
                      <a:prstDash val="solid"/>
                    </a:lnT>
                    <a:lnB w="9360" cap="flat" cmpd="sng" algn="ctr">
                      <a:solidFill>
                        <a:srgbClr val="000000"/>
                      </a:solidFill>
                      <a:prstDash val="dot"/>
                      <a:round/>
                      <a:headEnd type="none" w="med" len="med"/>
                      <a:tailEnd type="none" w="med" len="med"/>
                    </a:lnB>
                    <a:solidFill>
                      <a:srgbClr val="D9EEE9"/>
                    </a:solidFill>
                  </a:tcPr>
                </a:tc>
                <a:tc>
                  <a:txBody>
                    <a:bodyPr/>
                    <a:lstStyle/>
                    <a:p>
                      <a:pPr algn="ctr">
                        <a:lnSpc>
                          <a:spcPct val="100000"/>
                        </a:lnSpc>
                        <a:tabLst>
                          <a:tab pos="0" algn="l"/>
                        </a:tabLst>
                      </a:pPr>
                      <a:r>
                        <a:rPr lang="en-US" sz="900" b="0" u="none" strike="noStrike" dirty="0">
                          <a:solidFill>
                            <a:schemeClr val="tx1"/>
                          </a:solidFill>
                          <a:uFillTx/>
                          <a:latin typeface="Arial"/>
                          <a:ea typeface="Arial"/>
                        </a:rPr>
                        <a:t>%</a:t>
                      </a:r>
                      <a:endParaRPr lang="en-US" sz="900" b="0" u="none" strike="noStrike" dirty="0">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FFFFFF"/>
                      </a:solidFill>
                      <a:prstDash val="solid"/>
                    </a:lnT>
                    <a:lnB w="9360" cap="flat" cmpd="sng" algn="ctr">
                      <a:solidFill>
                        <a:srgbClr val="000000"/>
                      </a:solidFill>
                      <a:prstDash val="dot"/>
                      <a:round/>
                      <a:headEnd type="none" w="med" len="med"/>
                      <a:tailEnd type="none" w="med" len="med"/>
                    </a:lnB>
                    <a:solidFill>
                      <a:srgbClr val="D9EEE9"/>
                    </a:solidFill>
                  </a:tcPr>
                </a:tc>
                <a:extLst>
                  <a:ext uri="{0D108BD9-81ED-4DB2-BD59-A6C34878D82A}">
                    <a16:rowId xmlns:a16="http://schemas.microsoft.com/office/drawing/2014/main" val="10002"/>
                  </a:ext>
                </a:extLst>
              </a:tr>
              <a:tr h="0">
                <a:tc>
                  <a:txBody>
                    <a:bodyPr/>
                    <a:lstStyle/>
                    <a:p>
                      <a:pPr algn="l" rtl="0" fontAlgn="ctr">
                        <a:buNone/>
                      </a:pPr>
                      <a:endParaRPr lang="en-US" sz="900" b="0" i="0" u="none" strike="noStrike" dirty="0">
                        <a:solidFill>
                          <a:srgbClr val="000000"/>
                        </a:solidFill>
                        <a:effectLst/>
                        <a:latin typeface="Arial" panose="020B0604020202020204" pitchFamily="34" charset="0"/>
                      </a:endParaRPr>
                    </a:p>
                  </a:txBody>
                  <a:tcPr marL="85725" marR="9525" marT="9525" marB="0" anchor="ctr">
                    <a:lnL w="9360">
                      <a:solidFill>
                        <a:srgbClr val="000000"/>
                      </a:solidFill>
                      <a:prstDash val="dot"/>
                    </a:lnL>
                    <a:lnR w="9360">
                      <a:solidFill>
                        <a:srgbClr val="000000"/>
                      </a:solidFill>
                      <a:prstDash val="dot"/>
                    </a:lnR>
                    <a:lnT w="9360">
                      <a:solidFill>
                        <a:srgbClr val="000000"/>
                      </a:solidFill>
                      <a:prstDash val="dot"/>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dirty="0">
                        <a:solidFill>
                          <a:srgbClr val="000000"/>
                        </a:solidFill>
                        <a:effectLst/>
                        <a:latin typeface="Arial" panose="020B0604020202020204" pitchFamily="34" charset="0"/>
                      </a:endParaRPr>
                    </a:p>
                  </a:txBody>
                  <a:tcPr marL="85725" marR="9525" marT="9525" marB="0" anchor="ctr">
                    <a:lnL w="9360">
                      <a:solidFill>
                        <a:srgbClr val="000000"/>
                      </a:solidFill>
                      <a:prstDash val="dot"/>
                    </a:lnL>
                    <a:lnR w="9360">
                      <a:solidFill>
                        <a:srgbClr val="000000"/>
                      </a:solidFill>
                      <a:prstDash val="dot"/>
                    </a:lnR>
                    <a:lnT w="9360">
                      <a:solidFill>
                        <a:srgbClr val="000000"/>
                      </a:solidFill>
                      <a:prstDash val="dot"/>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a:solidFill>
                        <a:srgbClr val="000000"/>
                      </a:solidFill>
                      <a:prstDash val="dot"/>
                    </a:lnL>
                    <a:lnR w="9360">
                      <a:solidFill>
                        <a:srgbClr val="000000"/>
                      </a:solidFill>
                      <a:prstDash val="dot"/>
                    </a:lnR>
                    <a:lnT w="9360">
                      <a:solidFill>
                        <a:srgbClr val="000000"/>
                      </a:solidFill>
                      <a:prstDash val="dot"/>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dirty="0">
                        <a:solidFill>
                          <a:srgbClr val="000000"/>
                        </a:solidFill>
                        <a:effectLst/>
                        <a:latin typeface="Arial" panose="020B0604020202020204" pitchFamily="34" charset="0"/>
                      </a:endParaRPr>
                    </a:p>
                  </a:txBody>
                  <a:tcPr marL="85725" marR="9525" marT="9525" marB="0" anchor="ctr">
                    <a:lnL w="9360">
                      <a:solidFill>
                        <a:srgbClr val="000000"/>
                      </a:solidFill>
                      <a:prstDash val="dot"/>
                    </a:lnL>
                    <a:lnR w="9360">
                      <a:solidFill>
                        <a:srgbClr val="000000"/>
                      </a:solidFill>
                      <a:prstDash val="dot"/>
                    </a:lnR>
                    <a:lnT w="9360">
                      <a:solidFill>
                        <a:srgbClr val="000000"/>
                      </a:solidFill>
                      <a:prstDash val="dot"/>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a:solidFill>
                        <a:srgbClr val="000000"/>
                      </a:solidFill>
                      <a:prstDash val="dot"/>
                    </a:lnL>
                    <a:lnR w="9360">
                      <a:solidFill>
                        <a:srgbClr val="000000"/>
                      </a:solidFill>
                      <a:prstDash val="dot"/>
                    </a:lnR>
                    <a:lnT w="9360">
                      <a:solidFill>
                        <a:srgbClr val="000000"/>
                      </a:solidFill>
                      <a:prstDash val="dot"/>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a:solidFill>
                        <a:srgbClr val="000000"/>
                      </a:solidFill>
                      <a:prstDash val="dot"/>
                    </a:lnL>
                    <a:lnR w="9360">
                      <a:solidFill>
                        <a:srgbClr val="000000"/>
                      </a:solidFill>
                      <a:prstDash val="dot"/>
                    </a:lnR>
                    <a:lnT w="9360">
                      <a:solidFill>
                        <a:srgbClr val="000000"/>
                      </a:solidFill>
                      <a:prstDash val="dot"/>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a:solidFill>
                        <a:srgbClr val="000000"/>
                      </a:solidFill>
                      <a:prstDash val="dot"/>
                    </a:lnL>
                    <a:lnR w="9360">
                      <a:solidFill>
                        <a:srgbClr val="000000"/>
                      </a:solidFill>
                      <a:prstDash val="dot"/>
                    </a:lnR>
                    <a:lnT w="9360">
                      <a:solidFill>
                        <a:srgbClr val="000000"/>
                      </a:solidFill>
                      <a:prstDash val="dot"/>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a:solidFill>
                        <a:srgbClr val="000000"/>
                      </a:solidFill>
                      <a:prstDash val="dot"/>
                    </a:lnL>
                    <a:lnR w="9360">
                      <a:solidFill>
                        <a:srgbClr val="000000"/>
                      </a:solidFill>
                      <a:prstDash val="dot"/>
                    </a:lnR>
                    <a:lnT w="9360">
                      <a:solidFill>
                        <a:srgbClr val="000000"/>
                      </a:solidFill>
                      <a:prstDash val="dot"/>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a:solidFill>
                        <a:srgbClr val="000000"/>
                      </a:solidFill>
                      <a:prstDash val="dot"/>
                    </a:lnL>
                    <a:lnR w="9360">
                      <a:solidFill>
                        <a:srgbClr val="000000"/>
                      </a:solidFill>
                      <a:prstDash val="dot"/>
                    </a:lnR>
                    <a:lnT w="9360">
                      <a:solidFill>
                        <a:srgbClr val="000000"/>
                      </a:solidFill>
                      <a:prstDash val="dot"/>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a:solidFill>
                        <a:srgbClr val="000000"/>
                      </a:solidFill>
                      <a:prstDash val="dot"/>
                    </a:lnL>
                    <a:lnR w="9360">
                      <a:solidFill>
                        <a:srgbClr val="000000"/>
                      </a:solidFill>
                      <a:prstDash val="dot"/>
                    </a:lnR>
                    <a:lnT w="9360">
                      <a:solidFill>
                        <a:srgbClr val="000000"/>
                      </a:solidFill>
                      <a:prstDash val="dot"/>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a:solidFill>
                        <a:srgbClr val="000000"/>
                      </a:solidFill>
                      <a:prstDash val="dot"/>
                    </a:lnL>
                    <a:lnR w="9360">
                      <a:solidFill>
                        <a:srgbClr val="000000"/>
                      </a:solidFill>
                      <a:prstDash val="dot"/>
                    </a:lnR>
                    <a:lnT w="9360">
                      <a:solidFill>
                        <a:srgbClr val="000000"/>
                      </a:solidFill>
                      <a:prstDash val="dot"/>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dirty="0">
                        <a:solidFill>
                          <a:srgbClr val="000000"/>
                        </a:solidFill>
                        <a:effectLst/>
                        <a:latin typeface="Arial" panose="020B0604020202020204" pitchFamily="34" charset="0"/>
                      </a:endParaRPr>
                    </a:p>
                  </a:txBody>
                  <a:tcPr marL="85725" marR="9525" marT="9525" marB="0" anchor="ctr">
                    <a:lnL w="9360">
                      <a:solidFill>
                        <a:srgbClr val="000000"/>
                      </a:solidFill>
                      <a:prstDash val="dot"/>
                    </a:lnL>
                    <a:lnR w="9360">
                      <a:solidFill>
                        <a:srgbClr val="000000"/>
                      </a:solidFill>
                      <a:prstDash val="dot"/>
                    </a:lnR>
                    <a:lnT w="9360">
                      <a:solidFill>
                        <a:srgbClr val="000000"/>
                      </a:solidFill>
                      <a:prstDash val="dot"/>
                    </a:lnT>
                    <a:lnB w="936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0003"/>
                  </a:ext>
                </a:extLst>
              </a:tr>
              <a:tr h="0">
                <a:tc>
                  <a:txBody>
                    <a:bodyPr/>
                    <a:lstStyle/>
                    <a:p>
                      <a:pPr algn="l"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dirty="0">
                        <a:solidFill>
                          <a:srgbClr val="000000"/>
                        </a:solidFill>
                        <a:effectLst/>
                        <a:latin typeface="Arial" panose="020B0604020202020204" pitchFamily="34" charset="0"/>
                      </a:endParaRPr>
                    </a:p>
                  </a:txBody>
                  <a:tcPr marL="857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dirty="0">
                        <a:solidFill>
                          <a:srgbClr val="000000"/>
                        </a:solidFill>
                        <a:effectLst/>
                        <a:latin typeface="Arial" panose="020B0604020202020204" pitchFamily="34" charset="0"/>
                      </a:endParaRPr>
                    </a:p>
                  </a:txBody>
                  <a:tcPr marL="857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extLst>
                  <a:ext uri="{0D108BD9-81ED-4DB2-BD59-A6C34878D82A}">
                    <a16:rowId xmlns:a16="http://schemas.microsoft.com/office/drawing/2014/main" val="10004"/>
                  </a:ext>
                </a:extLst>
              </a:tr>
              <a:tr h="0">
                <a:tc>
                  <a:txBody>
                    <a:bodyPr/>
                    <a:lstStyle/>
                    <a:p>
                      <a:pPr algn="l"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dirty="0">
                        <a:solidFill>
                          <a:srgbClr val="000000"/>
                        </a:solidFill>
                        <a:effectLst/>
                        <a:latin typeface="Arial" panose="020B0604020202020204" pitchFamily="34" charset="0"/>
                      </a:endParaRPr>
                    </a:p>
                  </a:txBody>
                  <a:tcPr marL="857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dirty="0">
                        <a:solidFill>
                          <a:srgbClr val="000000"/>
                        </a:solidFill>
                        <a:effectLst/>
                        <a:latin typeface="Arial" panose="020B0604020202020204" pitchFamily="34" charset="0"/>
                      </a:endParaRPr>
                    </a:p>
                  </a:txBody>
                  <a:tcPr marL="857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extLst>
                  <a:ext uri="{0D108BD9-81ED-4DB2-BD59-A6C34878D82A}">
                    <a16:rowId xmlns:a16="http://schemas.microsoft.com/office/drawing/2014/main" val="10005"/>
                  </a:ext>
                </a:extLst>
              </a:tr>
              <a:tr h="0">
                <a:tc>
                  <a:txBody>
                    <a:bodyPr/>
                    <a:lstStyle/>
                    <a:p>
                      <a:pPr algn="l"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dirty="0">
                        <a:solidFill>
                          <a:srgbClr val="000000"/>
                        </a:solidFill>
                        <a:effectLst/>
                        <a:latin typeface="Arial" panose="020B0604020202020204" pitchFamily="34" charset="0"/>
                      </a:endParaRPr>
                    </a:p>
                  </a:txBody>
                  <a:tcPr marL="857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extLst>
                  <a:ext uri="{0D108BD9-81ED-4DB2-BD59-A6C34878D82A}">
                    <a16:rowId xmlns:a16="http://schemas.microsoft.com/office/drawing/2014/main" val="10006"/>
                  </a:ext>
                </a:extLst>
              </a:tr>
              <a:tr h="0">
                <a:tc>
                  <a:txBody>
                    <a:bodyPr/>
                    <a:lstStyle/>
                    <a:p>
                      <a:pPr algn="l"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dirty="0">
                        <a:solidFill>
                          <a:srgbClr val="000000"/>
                        </a:solidFill>
                        <a:effectLst/>
                        <a:latin typeface="Arial" panose="020B0604020202020204" pitchFamily="34" charset="0"/>
                      </a:endParaRPr>
                    </a:p>
                  </a:txBody>
                  <a:tcPr marL="857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dirty="0">
                        <a:solidFill>
                          <a:srgbClr val="000000"/>
                        </a:solidFill>
                        <a:effectLst/>
                        <a:latin typeface="Arial" panose="020B0604020202020204" pitchFamily="34" charset="0"/>
                      </a:endParaRPr>
                    </a:p>
                  </a:txBody>
                  <a:tcPr marL="857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dirty="0">
                        <a:solidFill>
                          <a:srgbClr val="000000"/>
                        </a:solidFill>
                        <a:effectLst/>
                        <a:latin typeface="Arial" panose="020B0604020202020204" pitchFamily="34" charset="0"/>
                      </a:endParaRPr>
                    </a:p>
                  </a:txBody>
                  <a:tcPr marL="857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dirty="0">
                        <a:solidFill>
                          <a:srgbClr val="000000"/>
                        </a:solidFill>
                        <a:effectLst/>
                        <a:latin typeface="Arial" panose="020B0604020202020204" pitchFamily="34" charset="0"/>
                      </a:endParaRPr>
                    </a:p>
                  </a:txBody>
                  <a:tcPr marL="857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extLst>
                  <a:ext uri="{0D108BD9-81ED-4DB2-BD59-A6C34878D82A}">
                    <a16:rowId xmlns:a16="http://schemas.microsoft.com/office/drawing/2014/main" val="10007"/>
                  </a:ext>
                </a:extLst>
              </a:tr>
              <a:tr h="0">
                <a:tc>
                  <a:txBody>
                    <a:bodyPr/>
                    <a:lstStyle/>
                    <a:p>
                      <a:pPr algn="l"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dirty="0">
                        <a:solidFill>
                          <a:srgbClr val="000000"/>
                        </a:solidFill>
                        <a:effectLst/>
                        <a:latin typeface="Arial" panose="020B0604020202020204" pitchFamily="34" charset="0"/>
                      </a:endParaRPr>
                    </a:p>
                  </a:txBody>
                  <a:tcPr marL="857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dirty="0">
                        <a:solidFill>
                          <a:srgbClr val="000000"/>
                        </a:solidFill>
                        <a:effectLst/>
                        <a:latin typeface="Arial" panose="020B0604020202020204" pitchFamily="34" charset="0"/>
                      </a:endParaRPr>
                    </a:p>
                  </a:txBody>
                  <a:tcPr marL="857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dirty="0">
                        <a:solidFill>
                          <a:srgbClr val="000000"/>
                        </a:solidFill>
                        <a:effectLst/>
                        <a:latin typeface="Arial" panose="020B0604020202020204" pitchFamily="34" charset="0"/>
                      </a:endParaRPr>
                    </a:p>
                  </a:txBody>
                  <a:tcPr marL="95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extLst>
                  <a:ext uri="{0D108BD9-81ED-4DB2-BD59-A6C34878D82A}">
                    <a16:rowId xmlns:a16="http://schemas.microsoft.com/office/drawing/2014/main" val="10008"/>
                  </a:ext>
                </a:extLst>
              </a:tr>
              <a:tr h="0">
                <a:tc>
                  <a:txBody>
                    <a:bodyPr/>
                    <a:lstStyle/>
                    <a:p>
                      <a:pPr algn="l"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dirty="0">
                        <a:solidFill>
                          <a:srgbClr val="000000"/>
                        </a:solidFill>
                        <a:effectLst/>
                        <a:latin typeface="Arial" panose="020B0604020202020204" pitchFamily="34" charset="0"/>
                      </a:endParaRPr>
                    </a:p>
                  </a:txBody>
                  <a:tcPr marL="857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extLst>
                  <a:ext uri="{0D108BD9-81ED-4DB2-BD59-A6C34878D82A}">
                    <a16:rowId xmlns:a16="http://schemas.microsoft.com/office/drawing/2014/main" val="10009"/>
                  </a:ext>
                </a:extLst>
              </a:tr>
              <a:tr h="0">
                <a:tc>
                  <a:txBody>
                    <a:bodyPr/>
                    <a:lstStyle/>
                    <a:p>
                      <a:pPr algn="l"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dirty="0">
                        <a:solidFill>
                          <a:srgbClr val="000000"/>
                        </a:solidFill>
                        <a:effectLst/>
                        <a:latin typeface="Arial" panose="020B0604020202020204" pitchFamily="34" charset="0"/>
                      </a:endParaRPr>
                    </a:p>
                  </a:txBody>
                  <a:tcPr marL="95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extLst>
                  <a:ext uri="{0D108BD9-81ED-4DB2-BD59-A6C34878D82A}">
                    <a16:rowId xmlns:a16="http://schemas.microsoft.com/office/drawing/2014/main" val="10010"/>
                  </a:ext>
                </a:extLst>
              </a:tr>
              <a:tr h="0">
                <a:tc>
                  <a:txBody>
                    <a:bodyPr/>
                    <a:lstStyle/>
                    <a:p>
                      <a:pPr algn="l"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dirty="0">
                        <a:solidFill>
                          <a:srgbClr val="000000"/>
                        </a:solidFill>
                        <a:effectLst/>
                        <a:latin typeface="Arial" panose="020B0604020202020204" pitchFamily="34" charset="0"/>
                      </a:endParaRPr>
                    </a:p>
                  </a:txBody>
                  <a:tcPr marL="95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extLst>
                  <a:ext uri="{0D108BD9-81ED-4DB2-BD59-A6C34878D82A}">
                    <a16:rowId xmlns:a16="http://schemas.microsoft.com/office/drawing/2014/main" val="10011"/>
                  </a:ext>
                </a:extLst>
              </a:tr>
              <a:tr h="0">
                <a:tc>
                  <a:txBody>
                    <a:bodyPr/>
                    <a:lstStyle/>
                    <a:p>
                      <a:pPr algn="l"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dirty="0">
                        <a:solidFill>
                          <a:srgbClr val="000000"/>
                        </a:solidFill>
                        <a:effectLst/>
                        <a:latin typeface="Arial" panose="020B0604020202020204" pitchFamily="34" charset="0"/>
                      </a:endParaRPr>
                    </a:p>
                  </a:txBody>
                  <a:tcPr marL="857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dirty="0">
                        <a:solidFill>
                          <a:srgbClr val="000000"/>
                        </a:solidFill>
                        <a:effectLst/>
                        <a:latin typeface="Arial" panose="020B0604020202020204" pitchFamily="34" charset="0"/>
                      </a:endParaRPr>
                    </a:p>
                  </a:txBody>
                  <a:tcPr marL="95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dirty="0">
                        <a:solidFill>
                          <a:srgbClr val="000000"/>
                        </a:solidFill>
                        <a:effectLst/>
                        <a:latin typeface="Arial" panose="020B0604020202020204" pitchFamily="34" charset="0"/>
                      </a:endParaRPr>
                    </a:p>
                  </a:txBody>
                  <a:tcPr marL="95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extLst>
                  <a:ext uri="{0D108BD9-81ED-4DB2-BD59-A6C34878D82A}">
                    <a16:rowId xmlns:a16="http://schemas.microsoft.com/office/drawing/2014/main" val="10012"/>
                  </a:ext>
                </a:extLst>
              </a:tr>
              <a:tr h="0">
                <a:tc>
                  <a:txBody>
                    <a:bodyPr/>
                    <a:lstStyle/>
                    <a:p>
                      <a:pPr algn="l"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dirty="0">
                        <a:solidFill>
                          <a:srgbClr val="000000"/>
                        </a:solidFill>
                        <a:effectLst/>
                        <a:latin typeface="Arial" panose="020B0604020202020204" pitchFamily="34" charset="0"/>
                      </a:endParaRPr>
                    </a:p>
                  </a:txBody>
                  <a:tcPr marL="95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extLst>
                  <a:ext uri="{0D108BD9-81ED-4DB2-BD59-A6C34878D82A}">
                    <a16:rowId xmlns:a16="http://schemas.microsoft.com/office/drawing/2014/main" val="10013"/>
                  </a:ext>
                </a:extLst>
              </a:tr>
              <a:tr h="0">
                <a:tc>
                  <a:txBody>
                    <a:bodyPr/>
                    <a:lstStyle/>
                    <a:p>
                      <a:pPr algn="l"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dirty="0">
                        <a:solidFill>
                          <a:srgbClr val="000000"/>
                        </a:solidFill>
                        <a:effectLst/>
                        <a:latin typeface="Arial" panose="020B0604020202020204" pitchFamily="34" charset="0"/>
                      </a:endParaRPr>
                    </a:p>
                  </a:txBody>
                  <a:tcPr marL="95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extLst>
                  <a:ext uri="{0D108BD9-81ED-4DB2-BD59-A6C34878D82A}">
                    <a16:rowId xmlns:a16="http://schemas.microsoft.com/office/drawing/2014/main" val="10014"/>
                  </a:ext>
                </a:extLst>
              </a:tr>
              <a:tr h="0">
                <a:tc>
                  <a:txBody>
                    <a:bodyPr/>
                    <a:lstStyle/>
                    <a:p>
                      <a:pPr algn="l"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a:solidFill>
                        <a:srgbClr val="000000"/>
                      </a:solidFill>
                      <a:prstDash val="dot"/>
                    </a:lnL>
                    <a:lnR w="9360">
                      <a:solidFill>
                        <a:srgbClr val="000000"/>
                      </a:solidFill>
                      <a:prstDash val="dot"/>
                    </a:lnR>
                    <a:lnT w="9360">
                      <a:solidFill>
                        <a:srgbClr val="000000"/>
                      </a:solidFill>
                      <a:prstDash val="dot"/>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a:solidFill>
                        <a:srgbClr val="000000"/>
                      </a:solidFill>
                      <a:prstDash val="dot"/>
                    </a:lnL>
                    <a:lnR w="9360">
                      <a:solidFill>
                        <a:srgbClr val="000000"/>
                      </a:solidFill>
                      <a:prstDash val="dot"/>
                    </a:lnR>
                    <a:lnT w="9360">
                      <a:solidFill>
                        <a:srgbClr val="000000"/>
                      </a:solidFill>
                      <a:prstDash val="dot"/>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a:solidFill>
                        <a:srgbClr val="000000"/>
                      </a:solidFill>
                      <a:prstDash val="dot"/>
                    </a:lnL>
                    <a:lnR w="9360">
                      <a:solidFill>
                        <a:srgbClr val="000000"/>
                      </a:solidFill>
                      <a:prstDash val="dot"/>
                    </a:lnR>
                    <a:lnT w="9360">
                      <a:solidFill>
                        <a:srgbClr val="000000"/>
                      </a:solidFill>
                      <a:prstDash val="dot"/>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a:solidFill>
                        <a:srgbClr val="000000"/>
                      </a:solidFill>
                      <a:prstDash val="dot"/>
                    </a:lnL>
                    <a:lnR w="9360">
                      <a:solidFill>
                        <a:srgbClr val="000000"/>
                      </a:solidFill>
                      <a:prstDash val="dot"/>
                    </a:lnR>
                    <a:lnT w="9360">
                      <a:solidFill>
                        <a:srgbClr val="000000"/>
                      </a:solidFill>
                      <a:prstDash val="dot"/>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a:solidFill>
                        <a:srgbClr val="000000"/>
                      </a:solidFill>
                      <a:prstDash val="dot"/>
                    </a:lnL>
                    <a:lnR w="9360">
                      <a:solidFill>
                        <a:srgbClr val="000000"/>
                      </a:solidFill>
                      <a:prstDash val="dot"/>
                    </a:lnR>
                    <a:lnT w="9360">
                      <a:solidFill>
                        <a:srgbClr val="000000"/>
                      </a:solidFill>
                      <a:prstDash val="dot"/>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a:solidFill>
                        <a:srgbClr val="000000"/>
                      </a:solidFill>
                      <a:prstDash val="dot"/>
                    </a:lnL>
                    <a:lnR w="9360">
                      <a:solidFill>
                        <a:srgbClr val="000000"/>
                      </a:solidFill>
                      <a:prstDash val="dot"/>
                    </a:lnR>
                    <a:lnT w="9360">
                      <a:solidFill>
                        <a:srgbClr val="000000"/>
                      </a:solidFill>
                      <a:prstDash val="dot"/>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a:solidFill>
                        <a:srgbClr val="000000"/>
                      </a:solidFill>
                      <a:prstDash val="dot"/>
                    </a:lnL>
                    <a:lnR w="9360">
                      <a:solidFill>
                        <a:srgbClr val="000000"/>
                      </a:solidFill>
                      <a:prstDash val="dot"/>
                    </a:lnR>
                    <a:lnT w="9360">
                      <a:solidFill>
                        <a:srgbClr val="000000"/>
                      </a:solidFill>
                      <a:prstDash val="dot"/>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dirty="0">
                        <a:solidFill>
                          <a:srgbClr val="000000"/>
                        </a:solidFill>
                        <a:effectLst/>
                        <a:latin typeface="Arial" panose="020B0604020202020204" pitchFamily="34" charset="0"/>
                      </a:endParaRPr>
                    </a:p>
                  </a:txBody>
                  <a:tcPr marL="9525" marR="9525" marT="9525" marB="0" anchor="ctr">
                    <a:lnL w="9360">
                      <a:solidFill>
                        <a:srgbClr val="000000"/>
                      </a:solidFill>
                      <a:prstDash val="dot"/>
                    </a:lnL>
                    <a:lnR w="9360">
                      <a:solidFill>
                        <a:srgbClr val="000000"/>
                      </a:solidFill>
                      <a:prstDash val="dot"/>
                    </a:lnR>
                    <a:lnT w="9360">
                      <a:solidFill>
                        <a:srgbClr val="000000"/>
                      </a:solidFill>
                      <a:prstDash val="dot"/>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dirty="0">
                        <a:solidFill>
                          <a:srgbClr val="000000"/>
                        </a:solidFill>
                        <a:effectLst/>
                        <a:latin typeface="Arial" panose="020B0604020202020204" pitchFamily="34" charset="0"/>
                      </a:endParaRPr>
                    </a:p>
                  </a:txBody>
                  <a:tcPr marL="9525" marR="9525" marT="9525" marB="0" anchor="ctr">
                    <a:lnL w="9360">
                      <a:solidFill>
                        <a:srgbClr val="000000"/>
                      </a:solidFill>
                      <a:prstDash val="dot"/>
                    </a:lnL>
                    <a:lnR w="9360">
                      <a:solidFill>
                        <a:srgbClr val="000000"/>
                      </a:solidFill>
                      <a:prstDash val="dot"/>
                    </a:lnR>
                    <a:lnT w="9360">
                      <a:solidFill>
                        <a:srgbClr val="000000"/>
                      </a:solidFill>
                      <a:prstDash val="dot"/>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a:solidFill>
                        <a:srgbClr val="000000"/>
                      </a:solidFill>
                      <a:prstDash val="dot"/>
                    </a:lnL>
                    <a:lnR w="9360">
                      <a:solidFill>
                        <a:srgbClr val="000000"/>
                      </a:solidFill>
                      <a:prstDash val="dot"/>
                    </a:lnR>
                    <a:lnT w="9360">
                      <a:solidFill>
                        <a:srgbClr val="000000"/>
                      </a:solidFill>
                      <a:prstDash val="dot"/>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a:solidFill>
                        <a:srgbClr val="000000"/>
                      </a:solidFill>
                      <a:prstDash val="dot"/>
                    </a:lnL>
                    <a:lnR w="9360">
                      <a:solidFill>
                        <a:srgbClr val="000000"/>
                      </a:solidFill>
                      <a:prstDash val="dot"/>
                    </a:lnR>
                    <a:lnT w="9360">
                      <a:solidFill>
                        <a:srgbClr val="000000"/>
                      </a:solidFill>
                      <a:prstDash val="dot"/>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a:solidFill>
                        <a:srgbClr val="000000"/>
                      </a:solidFill>
                      <a:prstDash val="dot"/>
                    </a:lnL>
                    <a:lnR w="9360">
                      <a:solidFill>
                        <a:srgbClr val="000000"/>
                      </a:solidFill>
                      <a:prstDash val="dot"/>
                    </a:lnR>
                    <a:lnT w="9360">
                      <a:solidFill>
                        <a:srgbClr val="000000"/>
                      </a:solidFill>
                      <a:prstDash val="dot"/>
                    </a:lnT>
                    <a:lnB w="936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0015"/>
                  </a:ext>
                </a:extLst>
              </a:tr>
              <a:tr h="0">
                <a:tc>
                  <a:txBody>
                    <a:bodyPr/>
                    <a:lstStyle/>
                    <a:p>
                      <a:pPr algn="l"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a:solidFill>
                        <a:srgbClr val="000000"/>
                      </a:solidFill>
                      <a:prstDash val="dot"/>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dirty="0">
                        <a:solidFill>
                          <a:srgbClr val="000000"/>
                        </a:solidFill>
                        <a:effectLst/>
                        <a:latin typeface="Arial" panose="020B0604020202020204" pitchFamily="34" charset="0"/>
                      </a:endParaRPr>
                    </a:p>
                  </a:txBody>
                  <a:tcPr marL="95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dirty="0">
                        <a:solidFill>
                          <a:srgbClr val="000000"/>
                        </a:solidFill>
                        <a:effectLst/>
                        <a:latin typeface="Arial" panose="020B0604020202020204" pitchFamily="34" charset="0"/>
                      </a:endParaRPr>
                    </a:p>
                  </a:txBody>
                  <a:tcPr marL="9525" marR="9525" marT="9525" marB="0" anchor="ctr">
                    <a:lnL w="9360" cap="flat" cmpd="sng" algn="ctr">
                      <a:solidFill>
                        <a:srgbClr val="000000"/>
                      </a:solidFill>
                      <a:prstDash val="dot"/>
                      <a:round/>
                      <a:headEnd type="none" w="med" len="med"/>
                      <a:tailEnd type="none" w="med" len="med"/>
                    </a:lnL>
                    <a:lnR w="9360">
                      <a:solidFill>
                        <a:srgbClr val="000000"/>
                      </a:solidFill>
                      <a:prstDash val="dot"/>
                    </a:lnR>
                    <a:lnT w="9360" cap="flat" cmpd="sng" algn="ctr">
                      <a:solidFill>
                        <a:srgbClr val="000000"/>
                      </a:solidFill>
                      <a:prstDash val="dot"/>
                      <a:round/>
                      <a:headEnd type="none" w="med" len="med"/>
                      <a:tailEnd type="none" w="med" len="med"/>
                    </a:lnT>
                    <a:lnB w="936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3167316299"/>
                  </a:ext>
                </a:extLst>
              </a:tr>
              <a:tr h="0">
                <a:tc>
                  <a:txBody>
                    <a:bodyPr/>
                    <a:lstStyle/>
                    <a:p>
                      <a:pPr algn="l"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a:solidFill>
                        <a:srgbClr val="000000"/>
                      </a:solidFill>
                      <a:prstDash val="dot"/>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dirty="0">
                        <a:solidFill>
                          <a:srgbClr val="000000"/>
                        </a:solidFill>
                        <a:effectLst/>
                        <a:latin typeface="Arial" panose="020B0604020202020204" pitchFamily="34" charset="0"/>
                      </a:endParaRPr>
                    </a:p>
                  </a:txBody>
                  <a:tcPr marL="95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cap="flat" cmpd="sng" algn="ctr">
                      <a:solidFill>
                        <a:srgbClr val="000000"/>
                      </a:solidFill>
                      <a:prstDash val="dot"/>
                      <a:round/>
                      <a:headEnd type="none" w="med" len="med"/>
                      <a:tailEnd type="none" w="med" len="med"/>
                    </a:lnL>
                    <a:lnR w="9360">
                      <a:solidFill>
                        <a:srgbClr val="000000"/>
                      </a:solidFill>
                      <a:prstDash val="dot"/>
                    </a:lnR>
                    <a:lnT w="9360" cap="flat" cmpd="sng" algn="ctr">
                      <a:solidFill>
                        <a:srgbClr val="000000"/>
                      </a:solidFill>
                      <a:prstDash val="dot"/>
                      <a:round/>
                      <a:headEnd type="none" w="med" len="med"/>
                      <a:tailEnd type="none" w="med" len="med"/>
                    </a:lnT>
                    <a:lnB w="936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4001950292"/>
                  </a:ext>
                </a:extLst>
              </a:tr>
              <a:tr h="0">
                <a:tc>
                  <a:txBody>
                    <a:bodyPr/>
                    <a:lstStyle/>
                    <a:p>
                      <a:pPr algn="l"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a:solidFill>
                        <a:srgbClr val="000000"/>
                      </a:solidFill>
                      <a:prstDash val="dot"/>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dirty="0">
                        <a:solidFill>
                          <a:srgbClr val="000000"/>
                        </a:solidFill>
                        <a:effectLst/>
                        <a:latin typeface="Arial" panose="020B0604020202020204" pitchFamily="34" charset="0"/>
                      </a:endParaRPr>
                    </a:p>
                  </a:txBody>
                  <a:tcPr marL="95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cap="flat" cmpd="sng" algn="ctr">
                      <a:solidFill>
                        <a:srgbClr val="000000"/>
                      </a:solidFill>
                      <a:prstDash val="dot"/>
                      <a:round/>
                      <a:headEnd type="none" w="med" len="med"/>
                      <a:tailEnd type="none" w="med" len="med"/>
                    </a:lnL>
                    <a:lnR w="9360">
                      <a:solidFill>
                        <a:srgbClr val="000000"/>
                      </a:solidFill>
                      <a:prstDash val="dot"/>
                    </a:lnR>
                    <a:lnT w="9360" cap="flat" cmpd="sng" algn="ctr">
                      <a:solidFill>
                        <a:srgbClr val="000000"/>
                      </a:solidFill>
                      <a:prstDash val="dot"/>
                      <a:round/>
                      <a:headEnd type="none" w="med" len="med"/>
                      <a:tailEnd type="none" w="med" len="med"/>
                    </a:lnT>
                    <a:lnB w="936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3496161974"/>
                  </a:ext>
                </a:extLst>
              </a:tr>
              <a:tr h="0">
                <a:tc>
                  <a:txBody>
                    <a:bodyPr/>
                    <a:lstStyle/>
                    <a:p>
                      <a:pPr algn="l"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a:solidFill>
                        <a:srgbClr val="000000"/>
                      </a:solidFill>
                      <a:prstDash val="dot"/>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dirty="0">
                        <a:solidFill>
                          <a:srgbClr val="000000"/>
                        </a:solidFill>
                        <a:effectLst/>
                        <a:latin typeface="Arial" panose="020B0604020202020204" pitchFamily="34" charset="0"/>
                      </a:endParaRPr>
                    </a:p>
                  </a:txBody>
                  <a:tcPr marL="95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dirty="0">
                        <a:solidFill>
                          <a:srgbClr val="000000"/>
                        </a:solidFill>
                        <a:effectLst/>
                        <a:latin typeface="Arial" panose="020B0604020202020204" pitchFamily="34" charset="0"/>
                      </a:endParaRPr>
                    </a:p>
                  </a:txBody>
                  <a:tcPr marL="9525" marR="9525" marT="9525" marB="0" anchor="ctr">
                    <a:lnL w="9360" cap="flat" cmpd="sng" algn="ctr">
                      <a:solidFill>
                        <a:srgbClr val="000000"/>
                      </a:solidFill>
                      <a:prstDash val="dot"/>
                      <a:round/>
                      <a:headEnd type="none" w="med" len="med"/>
                      <a:tailEnd type="none" w="med" len="med"/>
                    </a:lnL>
                    <a:lnR w="9360">
                      <a:solidFill>
                        <a:srgbClr val="000000"/>
                      </a:solidFill>
                      <a:prstDash val="dot"/>
                    </a:lnR>
                    <a:lnT w="9360" cap="flat" cmpd="sng" algn="ctr">
                      <a:solidFill>
                        <a:srgbClr val="000000"/>
                      </a:solidFill>
                      <a:prstDash val="dot"/>
                      <a:round/>
                      <a:headEnd type="none" w="med" len="med"/>
                      <a:tailEnd type="none" w="med" len="med"/>
                    </a:lnT>
                    <a:lnB w="936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2330532995"/>
                  </a:ext>
                </a:extLst>
              </a:tr>
              <a:tr h="0">
                <a:tc>
                  <a:txBody>
                    <a:bodyPr/>
                    <a:lstStyle/>
                    <a:p>
                      <a:pPr algn="l"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a:solidFill>
                        <a:srgbClr val="000000"/>
                      </a:solidFill>
                      <a:prstDash val="dot"/>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cap="flat" cmpd="sng" algn="ctr">
                      <a:solidFill>
                        <a:srgbClr val="000000"/>
                      </a:solidFill>
                      <a:prstDash val="dot"/>
                      <a:round/>
                      <a:headEnd type="none" w="med" len="med"/>
                      <a:tailEnd type="none" w="med" len="med"/>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cap="flat" cmpd="sng" algn="ctr">
                      <a:solidFill>
                        <a:srgbClr val="000000"/>
                      </a:solidFill>
                      <a:prstDash val="dot"/>
                      <a:round/>
                      <a:headEnd type="none" w="med" len="med"/>
                      <a:tailEnd type="none" w="med" len="med"/>
                    </a:lnL>
                    <a:lnR w="9360">
                      <a:solidFill>
                        <a:srgbClr val="000000"/>
                      </a:solidFill>
                      <a:prstDash val="dot"/>
                    </a:lnR>
                    <a:lnT w="9360" cap="flat" cmpd="sng" algn="ctr">
                      <a:solidFill>
                        <a:srgbClr val="000000"/>
                      </a:solidFill>
                      <a:prstDash val="dot"/>
                      <a:round/>
                      <a:headEnd type="none" w="med" len="med"/>
                      <a:tailEnd type="none" w="med" len="med"/>
                    </a:lnT>
                    <a:lnB w="936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3074529557"/>
                  </a:ext>
                </a:extLst>
              </a:tr>
              <a:tr h="0">
                <a:tc>
                  <a:txBody>
                    <a:bodyPr/>
                    <a:lstStyle/>
                    <a:p>
                      <a:pPr algn="l"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a:solidFill>
                        <a:srgbClr val="000000"/>
                      </a:solidFill>
                      <a:prstDash val="dot"/>
                    </a:lnL>
                    <a:lnR w="9360" cap="flat" cmpd="sng" algn="ctr">
                      <a:solidFill>
                        <a:srgbClr val="000000"/>
                      </a:solidFill>
                      <a:prstDash val="dot"/>
                      <a:round/>
                      <a:headEnd type="none" w="med" len="med"/>
                      <a:tailEnd type="none" w="med" len="med"/>
                    </a:lnR>
                    <a:lnT w="9360">
                      <a:solidFill>
                        <a:srgbClr val="000000"/>
                      </a:solidFill>
                      <a:prstDash val="dot"/>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a:solidFill>
                        <a:srgbClr val="000000"/>
                      </a:solidFill>
                      <a:prstDash val="dot"/>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a:solidFill>
                        <a:srgbClr val="000000"/>
                      </a:solidFill>
                      <a:prstDash val="dot"/>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a:solidFill>
                        <a:srgbClr val="000000"/>
                      </a:solidFill>
                      <a:prstDash val="dot"/>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a:solidFill>
                        <a:srgbClr val="000000"/>
                      </a:solidFill>
                      <a:prstDash val="dot"/>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a:solidFill>
                        <a:srgbClr val="000000"/>
                      </a:solidFill>
                      <a:prstDash val="dot"/>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dirty="0">
                        <a:solidFill>
                          <a:srgbClr val="000000"/>
                        </a:solidFill>
                        <a:effectLst/>
                        <a:latin typeface="Arial" panose="020B0604020202020204" pitchFamily="34" charset="0"/>
                      </a:endParaRPr>
                    </a:p>
                  </a:txBody>
                  <a:tcPr marL="95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a:solidFill>
                        <a:srgbClr val="000000"/>
                      </a:solidFill>
                      <a:prstDash val="dot"/>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a:solidFill>
                        <a:srgbClr val="000000"/>
                      </a:solidFill>
                      <a:prstDash val="dot"/>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a:solidFill>
                        <a:srgbClr val="000000"/>
                      </a:solidFill>
                      <a:prstDash val="dot"/>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dirty="0">
                        <a:solidFill>
                          <a:srgbClr val="000000"/>
                        </a:solidFill>
                        <a:effectLst/>
                        <a:latin typeface="Arial" panose="020B0604020202020204" pitchFamily="34" charset="0"/>
                      </a:endParaRPr>
                    </a:p>
                  </a:txBody>
                  <a:tcPr marL="95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a:solidFill>
                        <a:srgbClr val="000000"/>
                      </a:solidFill>
                      <a:prstDash val="dot"/>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a:solidFill>
                        <a:srgbClr val="000000"/>
                      </a:solidFill>
                      <a:prstDash val="dot"/>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dirty="0">
                        <a:solidFill>
                          <a:srgbClr val="000000"/>
                        </a:solidFill>
                        <a:effectLst/>
                        <a:latin typeface="Arial" panose="020B0604020202020204" pitchFamily="34" charset="0"/>
                      </a:endParaRPr>
                    </a:p>
                  </a:txBody>
                  <a:tcPr marL="9525" marR="9525" marT="9525" marB="0" anchor="ctr">
                    <a:lnL w="9360" cap="flat" cmpd="sng" algn="ctr">
                      <a:solidFill>
                        <a:srgbClr val="000000"/>
                      </a:solidFill>
                      <a:prstDash val="dot"/>
                      <a:round/>
                      <a:headEnd type="none" w="med" len="med"/>
                      <a:tailEnd type="none" w="med" len="med"/>
                    </a:lnL>
                    <a:lnR w="9360">
                      <a:solidFill>
                        <a:srgbClr val="000000"/>
                      </a:solidFill>
                      <a:prstDash val="dot"/>
                    </a:lnR>
                    <a:lnT w="9360">
                      <a:solidFill>
                        <a:srgbClr val="000000"/>
                      </a:solidFill>
                      <a:prstDash val="dot"/>
                    </a:lnT>
                    <a:lnB w="936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3110401598"/>
                  </a:ext>
                </a:extLst>
              </a:tr>
              <a:tr h="0">
                <a:tc>
                  <a:txBody>
                    <a:bodyPr/>
                    <a:lstStyle/>
                    <a:p>
                      <a:pPr algn="l"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a:solidFill>
                        <a:srgbClr val="000000"/>
                      </a:solidFill>
                      <a:prstDash val="dot"/>
                    </a:lnL>
                    <a:lnR w="9360" cap="flat" cmpd="sng" algn="ctr">
                      <a:solidFill>
                        <a:srgbClr val="000000"/>
                      </a:solidFill>
                      <a:prstDash val="dot"/>
                      <a:round/>
                      <a:headEnd type="none" w="med" len="med"/>
                      <a:tailEnd type="none" w="med" len="med"/>
                    </a:lnR>
                    <a:lnT w="9360">
                      <a:solidFill>
                        <a:srgbClr val="000000"/>
                      </a:solidFill>
                      <a:prstDash val="dot"/>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a:solidFill>
                        <a:srgbClr val="000000"/>
                      </a:solidFill>
                      <a:prstDash val="dot"/>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a:solidFill>
                        <a:srgbClr val="000000"/>
                      </a:solidFill>
                      <a:prstDash val="dot"/>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a:solidFill>
                        <a:srgbClr val="000000"/>
                      </a:solidFill>
                      <a:prstDash val="dot"/>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a:solidFill>
                        <a:srgbClr val="000000"/>
                      </a:solidFill>
                      <a:prstDash val="dot"/>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a:solidFill>
                        <a:srgbClr val="000000"/>
                      </a:solidFill>
                      <a:prstDash val="dot"/>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a:solidFill>
                        <a:srgbClr val="000000"/>
                      </a:solidFill>
                      <a:prstDash val="dot"/>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a:solidFill>
                        <a:srgbClr val="000000"/>
                      </a:solidFill>
                      <a:prstDash val="dot"/>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a:solidFill>
                        <a:srgbClr val="000000"/>
                      </a:solidFill>
                      <a:prstDash val="dot"/>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a:solidFill>
                        <a:srgbClr val="000000"/>
                      </a:solidFill>
                      <a:prstDash val="dot"/>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dirty="0">
                        <a:solidFill>
                          <a:srgbClr val="000000"/>
                        </a:solidFill>
                        <a:effectLst/>
                        <a:latin typeface="Arial" panose="020B0604020202020204" pitchFamily="34" charset="0"/>
                      </a:endParaRPr>
                    </a:p>
                  </a:txBody>
                  <a:tcPr marL="95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a:solidFill>
                        <a:srgbClr val="000000"/>
                      </a:solidFill>
                      <a:prstDash val="dot"/>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dirty="0">
                        <a:solidFill>
                          <a:srgbClr val="000000"/>
                        </a:solidFill>
                        <a:effectLst/>
                        <a:latin typeface="Arial" panose="020B0604020202020204" pitchFamily="34" charset="0"/>
                      </a:endParaRPr>
                    </a:p>
                  </a:txBody>
                  <a:tcPr marL="9525" marR="9525" marT="9525" marB="0" anchor="ctr">
                    <a:lnL w="9360" cap="flat" cmpd="sng" algn="ctr">
                      <a:solidFill>
                        <a:srgbClr val="000000"/>
                      </a:solidFill>
                      <a:prstDash val="dot"/>
                      <a:round/>
                      <a:headEnd type="none" w="med" len="med"/>
                      <a:tailEnd type="none" w="med" len="med"/>
                    </a:lnL>
                    <a:lnR w="9360">
                      <a:solidFill>
                        <a:srgbClr val="000000"/>
                      </a:solidFill>
                      <a:prstDash val="dot"/>
                    </a:lnR>
                    <a:lnT w="9360">
                      <a:solidFill>
                        <a:srgbClr val="000000"/>
                      </a:solidFill>
                      <a:prstDash val="dot"/>
                    </a:lnT>
                    <a:lnB w="936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3815643417"/>
                  </a:ext>
                </a:extLst>
              </a:tr>
              <a:tr h="0">
                <a:tc>
                  <a:txBody>
                    <a:bodyPr/>
                    <a:lstStyle/>
                    <a:p>
                      <a:pPr algn="l"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a:solidFill>
                        <a:srgbClr val="000000"/>
                      </a:solidFill>
                      <a:prstDash val="dot"/>
                    </a:lnL>
                    <a:lnR w="9360" cap="flat" cmpd="sng" algn="ctr">
                      <a:solidFill>
                        <a:srgbClr val="000000"/>
                      </a:solidFill>
                      <a:prstDash val="dot"/>
                      <a:round/>
                      <a:headEnd type="none" w="med" len="med"/>
                      <a:tailEnd type="none" w="med" len="med"/>
                    </a:lnR>
                    <a:lnT w="9360">
                      <a:solidFill>
                        <a:srgbClr val="000000"/>
                      </a:solidFill>
                      <a:prstDash val="dot"/>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a:solidFill>
                        <a:srgbClr val="000000"/>
                      </a:solidFill>
                      <a:prstDash val="dot"/>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a:solidFill>
                        <a:srgbClr val="000000"/>
                      </a:solidFill>
                      <a:prstDash val="dot"/>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a:solidFill>
                        <a:srgbClr val="000000"/>
                      </a:solidFill>
                      <a:prstDash val="dot"/>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a:solidFill>
                        <a:srgbClr val="000000"/>
                      </a:solidFill>
                      <a:prstDash val="dot"/>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a:solidFill>
                        <a:srgbClr val="000000"/>
                      </a:solidFill>
                      <a:prstDash val="dot"/>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a:solidFill>
                        <a:srgbClr val="000000"/>
                      </a:solidFill>
                      <a:prstDash val="dot"/>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a:solidFill>
                        <a:srgbClr val="000000"/>
                      </a:solidFill>
                      <a:prstDash val="dot"/>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a:solidFill>
                        <a:srgbClr val="000000"/>
                      </a:solidFill>
                      <a:prstDash val="dot"/>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a:solidFill>
                        <a:srgbClr val="000000"/>
                      </a:solidFill>
                      <a:prstDash val="dot"/>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a:solidFill>
                        <a:srgbClr val="000000"/>
                      </a:solidFill>
                      <a:prstDash val="dot"/>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dirty="0">
                        <a:solidFill>
                          <a:srgbClr val="000000"/>
                        </a:solidFill>
                        <a:effectLst/>
                        <a:latin typeface="Arial" panose="020B0604020202020204" pitchFamily="34" charset="0"/>
                      </a:endParaRPr>
                    </a:p>
                  </a:txBody>
                  <a:tcPr marL="9525" marR="9525" marT="9525" marB="0" anchor="ctr">
                    <a:lnL w="9360" cap="flat" cmpd="sng" algn="ctr">
                      <a:solidFill>
                        <a:srgbClr val="000000"/>
                      </a:solidFill>
                      <a:prstDash val="dot"/>
                      <a:round/>
                      <a:headEnd type="none" w="med" len="med"/>
                      <a:tailEnd type="none" w="med" len="med"/>
                    </a:lnL>
                    <a:lnR w="9360">
                      <a:solidFill>
                        <a:srgbClr val="000000"/>
                      </a:solidFill>
                      <a:prstDash val="dot"/>
                    </a:lnR>
                    <a:lnT w="9360">
                      <a:solidFill>
                        <a:srgbClr val="000000"/>
                      </a:solidFill>
                      <a:prstDash val="dot"/>
                    </a:lnT>
                    <a:lnB w="936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83868824"/>
                  </a:ext>
                </a:extLst>
              </a:tr>
              <a:tr h="0">
                <a:tc>
                  <a:txBody>
                    <a:bodyPr/>
                    <a:lstStyle/>
                    <a:p>
                      <a:pPr algn="l"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a:solidFill>
                        <a:srgbClr val="000000"/>
                      </a:solidFill>
                      <a:prstDash val="dot"/>
                    </a:lnL>
                    <a:lnR w="9360" cap="flat" cmpd="sng" algn="ctr">
                      <a:solidFill>
                        <a:srgbClr val="000000"/>
                      </a:solidFill>
                      <a:prstDash val="dot"/>
                      <a:round/>
                      <a:headEnd type="none" w="med" len="med"/>
                      <a:tailEnd type="none" w="med" len="med"/>
                    </a:lnR>
                    <a:lnT w="9360">
                      <a:solidFill>
                        <a:srgbClr val="000000"/>
                      </a:solidFill>
                      <a:prstDash val="dot"/>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a:solidFill>
                        <a:srgbClr val="000000"/>
                      </a:solidFill>
                      <a:prstDash val="dot"/>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a:solidFill>
                        <a:srgbClr val="000000"/>
                      </a:solidFill>
                      <a:prstDash val="dot"/>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a:solidFill>
                        <a:srgbClr val="000000"/>
                      </a:solidFill>
                      <a:prstDash val="dot"/>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a:solidFill>
                        <a:srgbClr val="000000"/>
                      </a:solidFill>
                      <a:prstDash val="dot"/>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a:solidFill>
                        <a:srgbClr val="000000"/>
                      </a:solidFill>
                      <a:prstDash val="dot"/>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a:solidFill>
                        <a:srgbClr val="000000"/>
                      </a:solidFill>
                      <a:prstDash val="dot"/>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a:solidFill>
                        <a:srgbClr val="000000"/>
                      </a:solidFill>
                      <a:prstDash val="dot"/>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a:solidFill>
                        <a:srgbClr val="000000"/>
                      </a:solidFill>
                      <a:prstDash val="dot"/>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a:solidFill>
                        <a:srgbClr val="000000"/>
                      </a:solidFill>
                      <a:prstDash val="dot"/>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dirty="0">
                        <a:solidFill>
                          <a:srgbClr val="000000"/>
                        </a:solidFill>
                        <a:effectLst/>
                        <a:latin typeface="Arial" panose="020B0604020202020204" pitchFamily="34" charset="0"/>
                      </a:endParaRPr>
                    </a:p>
                  </a:txBody>
                  <a:tcPr marL="95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a:solidFill>
                        <a:srgbClr val="000000"/>
                      </a:solidFill>
                      <a:prstDash val="dot"/>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dirty="0">
                        <a:solidFill>
                          <a:srgbClr val="000000"/>
                        </a:solidFill>
                        <a:effectLst/>
                        <a:latin typeface="Arial" panose="020B0604020202020204" pitchFamily="34" charset="0"/>
                      </a:endParaRPr>
                    </a:p>
                  </a:txBody>
                  <a:tcPr marL="9525" marR="9525" marT="9525" marB="0" anchor="ctr">
                    <a:lnL w="9360" cap="flat" cmpd="sng" algn="ctr">
                      <a:solidFill>
                        <a:srgbClr val="000000"/>
                      </a:solidFill>
                      <a:prstDash val="dot"/>
                      <a:round/>
                      <a:headEnd type="none" w="med" len="med"/>
                      <a:tailEnd type="none" w="med" len="med"/>
                    </a:lnL>
                    <a:lnR w="9360">
                      <a:solidFill>
                        <a:srgbClr val="000000"/>
                      </a:solidFill>
                      <a:prstDash val="dot"/>
                    </a:lnR>
                    <a:lnT w="9360">
                      <a:solidFill>
                        <a:srgbClr val="000000"/>
                      </a:solidFill>
                      <a:prstDash val="dot"/>
                    </a:lnT>
                    <a:lnB w="936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2593121168"/>
                  </a:ext>
                </a:extLst>
              </a:tr>
              <a:tr h="0">
                <a:tc>
                  <a:txBody>
                    <a:bodyPr/>
                    <a:lstStyle/>
                    <a:p>
                      <a:pPr algn="l"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a:solidFill>
                        <a:srgbClr val="000000"/>
                      </a:solidFill>
                      <a:prstDash val="dot"/>
                    </a:lnL>
                    <a:lnR w="9360" cap="flat" cmpd="sng" algn="ctr">
                      <a:solidFill>
                        <a:srgbClr val="000000"/>
                      </a:solidFill>
                      <a:prstDash val="dot"/>
                      <a:round/>
                      <a:headEnd type="none" w="med" len="med"/>
                      <a:tailEnd type="none" w="med" len="med"/>
                    </a:lnR>
                    <a:lnT w="9360">
                      <a:solidFill>
                        <a:srgbClr val="000000"/>
                      </a:solidFill>
                      <a:prstDash val="dot"/>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a:solidFill>
                        <a:srgbClr val="000000"/>
                      </a:solidFill>
                      <a:prstDash val="dot"/>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a:solidFill>
                        <a:srgbClr val="000000"/>
                      </a:solidFill>
                      <a:prstDash val="dot"/>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a:solidFill>
                        <a:srgbClr val="000000"/>
                      </a:solidFill>
                      <a:prstDash val="dot"/>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a:solidFill>
                        <a:srgbClr val="000000"/>
                      </a:solidFill>
                      <a:prstDash val="dot"/>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a:solidFill>
                        <a:srgbClr val="000000"/>
                      </a:solidFill>
                      <a:prstDash val="dot"/>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a:solidFill>
                        <a:srgbClr val="000000"/>
                      </a:solidFill>
                      <a:prstDash val="dot"/>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a:solidFill>
                        <a:srgbClr val="000000"/>
                      </a:solidFill>
                      <a:prstDash val="dot"/>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a:solidFill>
                        <a:srgbClr val="000000"/>
                      </a:solidFill>
                      <a:prstDash val="dot"/>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a:solidFill>
                        <a:srgbClr val="000000"/>
                      </a:solidFill>
                      <a:prstDash val="dot"/>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a:solidFill>
                        <a:srgbClr val="000000"/>
                      </a:solidFill>
                      <a:prstDash val="dot"/>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dirty="0">
                        <a:solidFill>
                          <a:srgbClr val="000000"/>
                        </a:solidFill>
                        <a:effectLst/>
                        <a:latin typeface="Arial" panose="020B0604020202020204" pitchFamily="34" charset="0"/>
                      </a:endParaRPr>
                    </a:p>
                  </a:txBody>
                  <a:tcPr marL="9525" marR="9525" marT="9525" marB="0" anchor="ctr">
                    <a:lnL w="9360" cap="flat" cmpd="sng" algn="ctr">
                      <a:solidFill>
                        <a:srgbClr val="000000"/>
                      </a:solidFill>
                      <a:prstDash val="dot"/>
                      <a:round/>
                      <a:headEnd type="none" w="med" len="med"/>
                      <a:tailEnd type="none" w="med" len="med"/>
                    </a:lnL>
                    <a:lnR w="9360">
                      <a:solidFill>
                        <a:srgbClr val="000000"/>
                      </a:solidFill>
                      <a:prstDash val="dot"/>
                    </a:lnR>
                    <a:lnT w="9360">
                      <a:solidFill>
                        <a:srgbClr val="000000"/>
                      </a:solidFill>
                      <a:prstDash val="dot"/>
                    </a:lnT>
                    <a:lnB w="936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761421664"/>
                  </a:ext>
                </a:extLst>
              </a:tr>
              <a:tr h="0">
                <a:tc>
                  <a:txBody>
                    <a:bodyPr/>
                    <a:lstStyle/>
                    <a:p>
                      <a:pPr algn="l"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a:solidFill>
                        <a:srgbClr val="000000"/>
                      </a:solidFill>
                      <a:prstDash val="dot"/>
                    </a:lnL>
                    <a:lnR w="9360" cap="flat" cmpd="sng" algn="ctr">
                      <a:solidFill>
                        <a:srgbClr val="000000"/>
                      </a:solidFill>
                      <a:prstDash val="dot"/>
                      <a:round/>
                      <a:headEnd type="none" w="med" len="med"/>
                      <a:tailEnd type="none" w="med" len="med"/>
                    </a:lnR>
                    <a:lnT w="9360">
                      <a:solidFill>
                        <a:srgbClr val="000000"/>
                      </a:solidFill>
                      <a:prstDash val="dot"/>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a:solidFill>
                        <a:srgbClr val="000000"/>
                      </a:solidFill>
                      <a:prstDash val="dot"/>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a:solidFill>
                        <a:srgbClr val="000000"/>
                      </a:solidFill>
                      <a:prstDash val="dot"/>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a:solidFill>
                        <a:srgbClr val="000000"/>
                      </a:solidFill>
                      <a:prstDash val="dot"/>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a:solidFill>
                        <a:srgbClr val="000000"/>
                      </a:solidFill>
                      <a:prstDash val="dot"/>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a:solidFill>
                        <a:srgbClr val="000000"/>
                      </a:solidFill>
                      <a:prstDash val="dot"/>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a:solidFill>
                        <a:srgbClr val="000000"/>
                      </a:solidFill>
                      <a:prstDash val="dot"/>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a:solidFill>
                        <a:srgbClr val="000000"/>
                      </a:solidFill>
                      <a:prstDash val="dot"/>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a:solidFill>
                        <a:srgbClr val="000000"/>
                      </a:solidFill>
                      <a:prstDash val="dot"/>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a:solidFill>
                        <a:srgbClr val="000000"/>
                      </a:solidFill>
                      <a:prstDash val="dot"/>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dirty="0">
                        <a:solidFill>
                          <a:srgbClr val="000000"/>
                        </a:solidFill>
                        <a:effectLst/>
                        <a:latin typeface="Arial" panose="020B0604020202020204" pitchFamily="34" charset="0"/>
                      </a:endParaRPr>
                    </a:p>
                  </a:txBody>
                  <a:tcPr marL="95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a:solidFill>
                        <a:srgbClr val="000000"/>
                      </a:solidFill>
                      <a:prstDash val="dot"/>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dirty="0">
                        <a:solidFill>
                          <a:srgbClr val="000000"/>
                        </a:solidFill>
                        <a:effectLst/>
                        <a:latin typeface="Arial" panose="020B0604020202020204" pitchFamily="34" charset="0"/>
                      </a:endParaRPr>
                    </a:p>
                  </a:txBody>
                  <a:tcPr marL="9525" marR="9525" marT="9525" marB="0" anchor="ctr">
                    <a:lnL w="9360" cap="flat" cmpd="sng" algn="ctr">
                      <a:solidFill>
                        <a:srgbClr val="000000"/>
                      </a:solidFill>
                      <a:prstDash val="dot"/>
                      <a:round/>
                      <a:headEnd type="none" w="med" len="med"/>
                      <a:tailEnd type="none" w="med" len="med"/>
                    </a:lnL>
                    <a:lnR w="9360">
                      <a:solidFill>
                        <a:srgbClr val="000000"/>
                      </a:solidFill>
                      <a:prstDash val="dot"/>
                    </a:lnR>
                    <a:lnT w="9360">
                      <a:solidFill>
                        <a:srgbClr val="000000"/>
                      </a:solidFill>
                      <a:prstDash val="dot"/>
                    </a:lnT>
                    <a:lnB w="936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778233261"/>
                  </a:ext>
                </a:extLst>
              </a:tr>
              <a:tr h="0">
                <a:tc>
                  <a:txBody>
                    <a:bodyPr/>
                    <a:lstStyle/>
                    <a:p>
                      <a:pPr algn="l"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a:solidFill>
                        <a:srgbClr val="000000"/>
                      </a:solidFill>
                      <a:prstDash val="dot"/>
                    </a:lnL>
                    <a:lnR w="9360" cap="flat" cmpd="sng" algn="ctr">
                      <a:solidFill>
                        <a:srgbClr val="000000"/>
                      </a:solidFill>
                      <a:prstDash val="dot"/>
                      <a:round/>
                      <a:headEnd type="none" w="med" len="med"/>
                      <a:tailEnd type="none" w="med" len="med"/>
                    </a:lnR>
                    <a:lnT w="9360">
                      <a:solidFill>
                        <a:srgbClr val="000000"/>
                      </a:solidFill>
                      <a:prstDash val="dot"/>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a:solidFill>
                        <a:srgbClr val="000000"/>
                      </a:solidFill>
                      <a:prstDash val="dot"/>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a:solidFill>
                        <a:srgbClr val="000000"/>
                      </a:solidFill>
                      <a:prstDash val="dot"/>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a:solidFill>
                        <a:srgbClr val="000000"/>
                      </a:solidFill>
                      <a:prstDash val="dot"/>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a:solidFill>
                        <a:srgbClr val="000000"/>
                      </a:solidFill>
                      <a:prstDash val="dot"/>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857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a:solidFill>
                        <a:srgbClr val="000000"/>
                      </a:solidFill>
                      <a:prstDash val="dot"/>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a:solidFill>
                        <a:srgbClr val="000000"/>
                      </a:solidFill>
                      <a:prstDash val="dot"/>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a:solidFill>
                        <a:srgbClr val="000000"/>
                      </a:solidFill>
                      <a:prstDash val="dot"/>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dirty="0">
                        <a:solidFill>
                          <a:srgbClr val="000000"/>
                        </a:solidFill>
                        <a:effectLst/>
                        <a:latin typeface="Arial" panose="020B0604020202020204" pitchFamily="34" charset="0"/>
                      </a:endParaRPr>
                    </a:p>
                  </a:txBody>
                  <a:tcPr marL="95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a:solidFill>
                        <a:srgbClr val="000000"/>
                      </a:solidFill>
                      <a:prstDash val="dot"/>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rial" panose="020B0604020202020204" pitchFamily="34" charset="0"/>
                      </a:endParaRPr>
                    </a:p>
                  </a:txBody>
                  <a:tcPr marL="95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a:solidFill>
                        <a:srgbClr val="000000"/>
                      </a:solidFill>
                      <a:prstDash val="dot"/>
                    </a:lnT>
                    <a:lnB w="9360" cap="flat" cmpd="sng" algn="ctr">
                      <a:solidFill>
                        <a:srgbClr val="000000"/>
                      </a:solidFill>
                      <a:prstDash val="dot"/>
                      <a:round/>
                      <a:headEnd type="none" w="med" len="med"/>
                      <a:tailEnd type="none" w="med" len="med"/>
                    </a:lnB>
                    <a:noFill/>
                  </a:tcPr>
                </a:tc>
                <a:tc>
                  <a:txBody>
                    <a:bodyPr/>
                    <a:lstStyle/>
                    <a:p>
                      <a:pPr algn="ctr" rtl="0" fontAlgn="ctr">
                        <a:buNone/>
                      </a:pPr>
                      <a:endParaRPr lang="en-US" sz="900" b="0" i="0" u="none" strike="noStrike" dirty="0">
                        <a:solidFill>
                          <a:srgbClr val="000000"/>
                        </a:solidFill>
                        <a:effectLst/>
                        <a:latin typeface="Arial" panose="020B0604020202020204" pitchFamily="34" charset="0"/>
                      </a:endParaRPr>
                    </a:p>
                  </a:txBody>
                  <a:tcPr marL="9525" marR="9525" marT="9525" marB="0" anchor="ctr">
                    <a:lnL w="9360" cap="flat" cmpd="sng" algn="ctr">
                      <a:solidFill>
                        <a:srgbClr val="000000"/>
                      </a:solidFill>
                      <a:prstDash val="dot"/>
                      <a:round/>
                      <a:headEnd type="none" w="med" len="med"/>
                      <a:tailEnd type="none" w="med" len="med"/>
                    </a:lnL>
                    <a:lnR w="9360" cap="flat" cmpd="sng" algn="ctr">
                      <a:solidFill>
                        <a:srgbClr val="000000"/>
                      </a:solidFill>
                      <a:prstDash val="dot"/>
                      <a:round/>
                      <a:headEnd type="none" w="med" len="med"/>
                      <a:tailEnd type="none" w="med" len="med"/>
                    </a:lnR>
                    <a:lnT w="9360">
                      <a:solidFill>
                        <a:srgbClr val="000000"/>
                      </a:solidFill>
                      <a:prstDash val="dot"/>
                    </a:lnT>
                    <a:lnB w="9360" cap="flat" cmpd="sng" algn="ctr">
                      <a:solidFill>
                        <a:srgbClr val="000000"/>
                      </a:solidFill>
                      <a:prstDash val="dot"/>
                      <a:round/>
                      <a:headEnd type="none" w="med" len="med"/>
                      <a:tailEnd type="none" w="med" len="med"/>
                    </a:lnB>
                    <a:noFill/>
                  </a:tcPr>
                </a:tc>
                <a:tc>
                  <a:txBody>
                    <a:bodyPr/>
                    <a:lstStyle/>
                    <a:p>
                      <a:pPr algn="ctr" rtl="0" fontAlgn="ctr">
                        <a:buNone/>
                      </a:pPr>
                      <a:r>
                        <a:rPr lang="en-US" sz="900" b="0" i="0" u="none" strike="noStrike" dirty="0" err="1">
                          <a:solidFill>
                            <a:srgbClr val="000000"/>
                          </a:solidFill>
                          <a:effectLst/>
                          <a:latin typeface="Arial" panose="020B0604020202020204" pitchFamily="34" charset="0"/>
                        </a:rPr>
                        <a:t>kjhgf</a:t>
                      </a:r>
                      <a:endParaRPr lang="en-US" sz="900" b="0" i="0" u="none" strike="noStrike" dirty="0">
                        <a:solidFill>
                          <a:srgbClr val="000000"/>
                        </a:solidFill>
                        <a:effectLst/>
                        <a:latin typeface="Arial" panose="020B0604020202020204" pitchFamily="34" charset="0"/>
                      </a:endParaRPr>
                    </a:p>
                  </a:txBody>
                  <a:tcPr marL="9525" marR="9525" marT="9525" marB="0" anchor="ctr">
                    <a:lnL w="9360" cap="flat" cmpd="sng" algn="ctr">
                      <a:solidFill>
                        <a:srgbClr val="000000"/>
                      </a:solidFill>
                      <a:prstDash val="dot"/>
                      <a:round/>
                      <a:headEnd type="none" w="med" len="med"/>
                      <a:tailEnd type="none" w="med" len="med"/>
                    </a:lnL>
                    <a:lnR w="9360">
                      <a:solidFill>
                        <a:srgbClr val="000000"/>
                      </a:solidFill>
                      <a:prstDash val="dot"/>
                    </a:lnR>
                    <a:lnT w="9360">
                      <a:solidFill>
                        <a:srgbClr val="000000"/>
                      </a:solidFill>
                      <a:prstDash val="dot"/>
                    </a:lnT>
                    <a:lnB w="936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514518860"/>
                  </a:ext>
                </a:extLst>
              </a:tr>
            </a:tbl>
          </a:graphicData>
        </a:graphic>
      </p:graphicFrame>
      <p:sp>
        <p:nvSpPr>
          <p:cNvPr id="405" name="Google Shape;220;p29"/>
          <p:cNvSpPr/>
          <p:nvPr/>
        </p:nvSpPr>
        <p:spPr>
          <a:xfrm>
            <a:off x="490680" y="1542960"/>
            <a:ext cx="17243280" cy="107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1200" b="1" i="0" u="none" strike="noStrike" kern="1200" cap="none" spc="0" normalizeH="0" baseline="0" noProof="0" dirty="0" err="1">
                <a:ln>
                  <a:noFill/>
                </a:ln>
                <a:solidFill>
                  <a:srgbClr val="000000"/>
                </a:solidFill>
                <a:effectLst/>
                <a:uLnTx/>
                <a:uFillTx/>
                <a:latin typeface="Arial"/>
                <a:ea typeface="Arial"/>
                <a:cs typeface="+mn-cs"/>
              </a:rPr>
              <a:t>drftugy</a:t>
            </a:r>
            <a:endParaRPr kumimoji="0" lang="en-US" sz="1200" b="0" i="0" u="none" strike="noStrike" kern="1200" cap="none" spc="0" normalizeH="0" baseline="0" noProof="0" dirty="0">
              <a:ln>
                <a:noFill/>
              </a:ln>
              <a:solidFill>
                <a:srgbClr val="000000"/>
              </a:solidFill>
              <a:effectLst/>
              <a:uLnTx/>
              <a:uFillTx/>
              <a:latin typeface="Arial"/>
              <a:ea typeface="+mn-ea"/>
              <a:cs typeface="+mn-cs"/>
            </a:endParaRPr>
          </a:p>
        </p:txBody>
      </p:sp>
      <p:sp>
        <p:nvSpPr>
          <p:cNvPr id="406" name="Google Shape;221;p29"/>
          <p:cNvSpPr/>
          <p:nvPr/>
        </p:nvSpPr>
        <p:spPr>
          <a:xfrm>
            <a:off x="475200" y="6631725"/>
            <a:ext cx="3502080" cy="244767"/>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1000" b="0" i="1" u="none" strike="noStrike" kern="1200" cap="none" spc="0" normalizeH="0" baseline="0" noProof="0">
                <a:ln>
                  <a:noFill/>
                </a:ln>
                <a:solidFill>
                  <a:srgbClr val="000000"/>
                </a:solidFill>
                <a:effectLst/>
                <a:uLnTx/>
                <a:uFillTx/>
                <a:latin typeface="+mj-lt"/>
                <a:ea typeface="Verdana"/>
                <a:cs typeface="+mn-cs"/>
              </a:rPr>
              <a:t>Source: AIRE</a:t>
            </a:r>
            <a:endParaRPr kumimoji="0" lang="en-US" sz="1000" b="0" i="1" u="none" strike="noStrike" kern="1200" cap="none" spc="0" normalizeH="0" baseline="0" noProof="0">
              <a:ln>
                <a:noFill/>
              </a:ln>
              <a:solidFill>
                <a:srgbClr val="000000"/>
              </a:solidFill>
              <a:effectLst/>
              <a:uLnTx/>
              <a:uFillTx/>
              <a:latin typeface="+mj-lt"/>
              <a:ea typeface="+mn-ea"/>
              <a:cs typeface="+mn-cs"/>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7" name="Google Shape;228;p30"/>
          <p:cNvSpPr/>
          <p:nvPr/>
        </p:nvSpPr>
        <p:spPr>
          <a:xfrm>
            <a:off x="0" y="0"/>
            <a:ext cx="18284760" cy="1198440"/>
          </a:xfrm>
          <a:custGeom>
            <a:avLst/>
            <a:gdLst>
              <a:gd name="textAreaLeft" fmla="*/ 0 w 18284760"/>
              <a:gd name="textAreaRight" fmla="*/ 18288000 w 18284760"/>
              <a:gd name="textAreaTop" fmla="*/ 0 h 1198440"/>
              <a:gd name="textAreaBottom" fmla="*/ 1201680 h 1198440"/>
            </a:gdLst>
            <a:ahLst/>
            <a:cxnLst/>
            <a:rect l="textAreaLeft" t="textAreaTop" r="textAreaRight" b="textAreaBottom"/>
            <a:pathLst>
              <a:path w="4816592" h="316518">
                <a:moveTo>
                  <a:pt x="0" y="0"/>
                </a:moveTo>
                <a:lnTo>
                  <a:pt x="4816592" y="0"/>
                </a:lnTo>
                <a:lnTo>
                  <a:pt x="4816592" y="316518"/>
                </a:lnTo>
                <a:lnTo>
                  <a:pt x="0" y="316518"/>
                </a:lnTo>
                <a:close/>
              </a:path>
            </a:pathLst>
          </a:custGeom>
          <a:solidFill>
            <a:srgbClr val="234874"/>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endParaRPr kumimoji="0" lang="en-US" sz="1400" b="0" i="0" u="none" strike="noStrike" kern="1200" cap="none" spc="0" normalizeH="0" baseline="0" noProof="0">
              <a:ln>
                <a:noFill/>
              </a:ln>
              <a:solidFill>
                <a:srgbClr val="FFFFFF"/>
              </a:solidFill>
              <a:effectLst/>
              <a:uLnTx/>
              <a:uFillTx/>
              <a:latin typeface="Arial"/>
              <a:ea typeface="+mn-ea"/>
              <a:cs typeface="+mn-cs"/>
            </a:endParaRPr>
          </a:p>
        </p:txBody>
      </p:sp>
      <p:sp>
        <p:nvSpPr>
          <p:cNvPr id="408" name="Google Shape;229;p30"/>
          <p:cNvSpPr/>
          <p:nvPr/>
        </p:nvSpPr>
        <p:spPr>
          <a:xfrm>
            <a:off x="475200" y="669960"/>
            <a:ext cx="8780040" cy="426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0" marR="0" lvl="0" indent="0" algn="l" defTabSz="914400" rtl="0" eaLnBrk="1" fontAlgn="auto" latinLnBrk="0" hangingPunct="1">
              <a:lnSpc>
                <a:spcPct val="140000"/>
              </a:lnSpc>
              <a:spcBef>
                <a:spcPts val="0"/>
              </a:spcBef>
              <a:spcAft>
                <a:spcPts val="0"/>
              </a:spcAft>
              <a:buClrTx/>
              <a:buSzTx/>
              <a:buFontTx/>
              <a:buNone/>
              <a:tabLst>
                <a:tab pos="0" algn="l"/>
              </a:tabLst>
              <a:defRPr/>
            </a:pPr>
            <a:r>
              <a:rPr kumimoji="0" lang="en-US" sz="2000" b="0" i="0" u="none" strike="noStrike" kern="1200" cap="none" spc="0" normalizeH="0" baseline="0" noProof="0">
                <a:ln>
                  <a:noFill/>
                </a:ln>
                <a:solidFill>
                  <a:srgbClr val="FFFFFF"/>
                </a:solidFill>
                <a:effectLst/>
                <a:uLnTx/>
                <a:uFillTx/>
                <a:latin typeface="Century Schoolbook"/>
                <a:ea typeface="Century Schoolbook"/>
                <a:cs typeface="+mn-cs"/>
              </a:rPr>
              <a:t>ASSUMPTIONS</a:t>
            </a:r>
            <a:endParaRPr kumimoji="0" lang="en-US" sz="2000" b="0" i="0" u="none" strike="noStrike" kern="1200" cap="none" spc="0" normalizeH="0" baseline="0" noProof="0">
              <a:ln>
                <a:noFill/>
              </a:ln>
              <a:solidFill>
                <a:srgbClr val="000000"/>
              </a:solidFill>
              <a:effectLst/>
              <a:uLnTx/>
              <a:uFillTx/>
              <a:latin typeface="Arial"/>
              <a:ea typeface="+mn-ea"/>
              <a:cs typeface="+mn-cs"/>
            </a:endParaRPr>
          </a:p>
        </p:txBody>
      </p:sp>
      <p:sp>
        <p:nvSpPr>
          <p:cNvPr id="409" name="Google Shape;230;p30"/>
          <p:cNvSpPr/>
          <p:nvPr/>
        </p:nvSpPr>
        <p:spPr>
          <a:xfrm>
            <a:off x="475200" y="347400"/>
            <a:ext cx="539496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0" marR="0" lvl="0" indent="0" algn="l" defTabSz="914400" rtl="0" eaLnBrk="1" fontAlgn="auto" latinLnBrk="0" hangingPunct="1">
              <a:lnSpc>
                <a:spcPct val="140000"/>
              </a:lnSpc>
              <a:spcBef>
                <a:spcPts val="0"/>
              </a:spcBef>
              <a:spcAft>
                <a:spcPts val="0"/>
              </a:spcAft>
              <a:buClrTx/>
              <a:buSzTx/>
              <a:buFontTx/>
              <a:buNone/>
              <a:tabLst>
                <a:tab pos="0" algn="l"/>
              </a:tabLst>
              <a:defRPr/>
            </a:pPr>
            <a:r>
              <a:rPr kumimoji="0" lang="en-US" sz="1500" b="0" i="0" u="none" strike="noStrike" kern="1200" cap="none" spc="0" normalizeH="0" baseline="0" noProof="0">
                <a:ln>
                  <a:noFill/>
                </a:ln>
                <a:solidFill>
                  <a:srgbClr val="FFFFFF"/>
                </a:solidFill>
                <a:effectLst/>
                <a:uLnTx/>
                <a:uFillTx/>
                <a:latin typeface="Century Schoolbook"/>
                <a:ea typeface="Century Schoolbook"/>
                <a:cs typeface="+mn-cs"/>
              </a:rPr>
              <a:t>FINANCIAL AND INVESTMENT ANALYSIS</a:t>
            </a:r>
            <a:endParaRPr kumimoji="0" lang="en-US" sz="1500" b="0" i="0" u="none" strike="noStrike" kern="1200" cap="none" spc="0" normalizeH="0" baseline="0" noProof="0">
              <a:ln>
                <a:noFill/>
              </a:ln>
              <a:solidFill>
                <a:srgbClr val="000000"/>
              </a:solidFill>
              <a:effectLst/>
              <a:uLnTx/>
              <a:uFillTx/>
              <a:latin typeface="Arial"/>
              <a:ea typeface="+mn-ea"/>
              <a:cs typeface="+mn-cs"/>
            </a:endParaRPr>
          </a:p>
        </p:txBody>
      </p:sp>
      <p:sp>
        <p:nvSpPr>
          <p:cNvPr id="410" name="PlaceHolder 1"/>
          <p:cNvSpPr>
            <a:spLocks noGrp="1"/>
          </p:cNvSpPr>
          <p:nvPr>
            <p:ph type="sldNum" idx="98"/>
          </p:nvPr>
        </p:nvSpPr>
        <p:spPr>
          <a:prstGeom prst="rect">
            <a:avLst/>
          </a:prstGeom>
          <a:noFill/>
          <a:ln w="0">
            <a:noFill/>
          </a:ln>
        </p:spPr>
        <p:txBody>
          <a:bodyPr lIns="91440" tIns="45720" rIns="91440" bIns="45720" anchor="ctr">
            <a:noAutofit/>
          </a:bodyPr>
          <a:lstStyle>
            <a:lvl1pPr indent="0">
              <a:lnSpc>
                <a:spcPct val="100000"/>
              </a:lnSpc>
              <a:buNone/>
              <a:tabLst>
                <a:tab pos="0" algn="l"/>
              </a:tabLst>
              <a:defRPr lang="en-US" sz="1200" b="0" u="none" strike="noStrike">
                <a:solidFill>
                  <a:srgbClr val="000000"/>
                </a:solidFill>
                <a:uFillTx/>
                <a:latin typeface="Alata"/>
                <a:ea typeface="Alata"/>
              </a:defRPr>
            </a:lvl1p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fld id="{F878055B-5C28-424E-8500-30D6BF10D5F6}" type="slidenum">
              <a:rPr kumimoji="0" lang="en-US" sz="1200" b="0" i="0" u="none" strike="noStrike" kern="1200" cap="none" spc="0" normalizeH="0" baseline="0" noProof="0">
                <a:ln>
                  <a:noFill/>
                </a:ln>
                <a:solidFill>
                  <a:srgbClr val="000000"/>
                </a:solidFill>
                <a:effectLst/>
                <a:uLnTx/>
                <a:uFillTx/>
                <a:latin typeface="Alata"/>
                <a:ea typeface="Alata"/>
                <a:cs typeface="+mn-cs"/>
              </a:rPr>
              <a:pPr marL="0" marR="0" lvl="0" indent="0" algn="l" defTabSz="914400" rtl="0" eaLnBrk="1" fontAlgn="auto" latinLnBrk="0" hangingPunct="1">
                <a:lnSpc>
                  <a:spcPct val="100000"/>
                </a:lnSpc>
                <a:spcBef>
                  <a:spcPts val="0"/>
                </a:spcBef>
                <a:spcAft>
                  <a:spcPts val="0"/>
                </a:spcAft>
                <a:buClrTx/>
                <a:buSzTx/>
                <a:buFontTx/>
                <a:buNone/>
                <a:tabLst>
                  <a:tab pos="0" algn="l"/>
                </a:tabLst>
                <a:defRPr/>
              </a:pPr>
              <a:t>6</a:t>
            </a:fld>
            <a:r>
              <a:rPr kumimoji="0" lang="en-US" sz="1200" b="0" i="0" u="none" strike="noStrike" kern="1200" cap="none" spc="0" normalizeH="0" baseline="0" noProof="0">
                <a:ln>
                  <a:noFill/>
                </a:ln>
                <a:solidFill>
                  <a:srgbClr val="000000"/>
                </a:solidFill>
                <a:effectLst/>
                <a:uLnTx/>
                <a:uFillTx/>
                <a:latin typeface="Alata"/>
                <a:ea typeface="Alata"/>
                <a:cs typeface="+mn-cs"/>
              </a:rPr>
              <a:t> | © 2025 AIRE Software - All rights reserved.</a:t>
            </a:r>
            <a:endParaRPr kumimoji="0" lang="en-US" sz="1200" b="0" i="0" u="none" strike="noStrike" kern="1200" cap="none" spc="0" normalizeH="0" baseline="0" noProof="0">
              <a:ln>
                <a:noFill/>
              </a:ln>
              <a:solidFill>
                <a:srgbClr val="000000"/>
              </a:solidFill>
              <a:effectLst/>
              <a:uLnTx/>
              <a:uFillTx/>
              <a:latin typeface="Times New Roman"/>
              <a:cs typeface="+mn-cs"/>
            </a:endParaRPr>
          </a:p>
        </p:txBody>
      </p:sp>
      <p:graphicFrame>
        <p:nvGraphicFramePr>
          <p:cNvPr id="411" name="Google Shape;232;p30"/>
          <p:cNvGraphicFramePr/>
          <p:nvPr>
            <p:extLst>
              <p:ext uri="{D42A27DB-BD31-4B8C-83A1-F6EECF244321}">
                <p14:modId xmlns:p14="http://schemas.microsoft.com/office/powerpoint/2010/main" val="12022342"/>
              </p:ext>
            </p:extLst>
          </p:nvPr>
        </p:nvGraphicFramePr>
        <p:xfrm>
          <a:off x="511560" y="2554920"/>
          <a:ext cx="17090640" cy="6158880"/>
        </p:xfrm>
        <a:graphic>
          <a:graphicData uri="http://schemas.openxmlformats.org/drawingml/2006/table">
            <a:tbl>
              <a:tblPr/>
              <a:tblGrid>
                <a:gridCol w="3282480">
                  <a:extLst>
                    <a:ext uri="{9D8B030D-6E8A-4147-A177-3AD203B41FA5}">
                      <a16:colId xmlns:a16="http://schemas.microsoft.com/office/drawing/2014/main" val="20000"/>
                    </a:ext>
                  </a:extLst>
                </a:gridCol>
                <a:gridCol w="3503160">
                  <a:extLst>
                    <a:ext uri="{9D8B030D-6E8A-4147-A177-3AD203B41FA5}">
                      <a16:colId xmlns:a16="http://schemas.microsoft.com/office/drawing/2014/main" val="20001"/>
                    </a:ext>
                  </a:extLst>
                </a:gridCol>
                <a:gridCol w="2061360">
                  <a:extLst>
                    <a:ext uri="{9D8B030D-6E8A-4147-A177-3AD203B41FA5}">
                      <a16:colId xmlns:a16="http://schemas.microsoft.com/office/drawing/2014/main" val="20002"/>
                    </a:ext>
                  </a:extLst>
                </a:gridCol>
                <a:gridCol w="2061360">
                  <a:extLst>
                    <a:ext uri="{9D8B030D-6E8A-4147-A177-3AD203B41FA5}">
                      <a16:colId xmlns:a16="http://schemas.microsoft.com/office/drawing/2014/main" val="20003"/>
                    </a:ext>
                  </a:extLst>
                </a:gridCol>
                <a:gridCol w="2061360">
                  <a:extLst>
                    <a:ext uri="{9D8B030D-6E8A-4147-A177-3AD203B41FA5}">
                      <a16:colId xmlns:a16="http://schemas.microsoft.com/office/drawing/2014/main" val="20004"/>
                    </a:ext>
                  </a:extLst>
                </a:gridCol>
                <a:gridCol w="2061360">
                  <a:extLst>
                    <a:ext uri="{9D8B030D-6E8A-4147-A177-3AD203B41FA5}">
                      <a16:colId xmlns:a16="http://schemas.microsoft.com/office/drawing/2014/main" val="20005"/>
                    </a:ext>
                  </a:extLst>
                </a:gridCol>
                <a:gridCol w="2059560">
                  <a:extLst>
                    <a:ext uri="{9D8B030D-6E8A-4147-A177-3AD203B41FA5}">
                      <a16:colId xmlns:a16="http://schemas.microsoft.com/office/drawing/2014/main" val="20006"/>
                    </a:ext>
                  </a:extLst>
                </a:gridCol>
              </a:tblGrid>
              <a:tr h="219960">
                <a:tc>
                  <a:txBody>
                    <a:bodyPr/>
                    <a:lstStyle/>
                    <a:p>
                      <a:pPr algn="ctr">
                        <a:lnSpc>
                          <a:spcPct val="100000"/>
                        </a:lnSpc>
                        <a:tabLst>
                          <a:tab pos="0" algn="l"/>
                        </a:tabLst>
                      </a:pPr>
                      <a:endParaRPr lang="en-US" sz="900" b="0" u="none" strike="noStrike" dirty="0">
                        <a:solidFill>
                          <a:srgbClr val="000000"/>
                        </a:solidFill>
                        <a:uFillTx/>
                        <a:latin typeface="Arial"/>
                      </a:endParaRPr>
                    </a:p>
                  </a:txBody>
                  <a:tcPr marB="0"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E2A300"/>
                    </a:solidFill>
                  </a:tcPr>
                </a:tc>
                <a:tc>
                  <a:txBody>
                    <a:bodyPr/>
                    <a:lstStyle/>
                    <a:p>
                      <a:pPr algn="ctr">
                        <a:lnSpc>
                          <a:spcPct val="100000"/>
                        </a:lnSpc>
                        <a:tabLst>
                          <a:tab pos="0" algn="l"/>
                        </a:tabLst>
                      </a:pPr>
                      <a:endParaRPr lang="en-US" sz="900" b="0" u="none" strike="noStrike">
                        <a:solidFill>
                          <a:srgbClr val="000000"/>
                        </a:solidFill>
                        <a:uFillTx/>
                        <a:latin typeface="Arial"/>
                      </a:endParaRPr>
                    </a:p>
                  </a:txBody>
                  <a:tcPr marB="0"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E2A300"/>
                    </a:solidFill>
                  </a:tcPr>
                </a:tc>
                <a:tc gridSpan="5">
                  <a:txBody>
                    <a:bodyPr/>
                    <a:lstStyle/>
                    <a:p>
                      <a:pPr algn="ctr">
                        <a:lnSpc>
                          <a:spcPct val="100000"/>
                        </a:lnSpc>
                        <a:tabLst>
                          <a:tab pos="0" algn="l"/>
                        </a:tabLst>
                      </a:pPr>
                      <a:endParaRPr lang="en-US" sz="900" b="0" u="none" strike="noStrike">
                        <a:solidFill>
                          <a:srgbClr val="000000"/>
                        </a:solidFill>
                        <a:uFillTx/>
                        <a:latin typeface="Arial"/>
                      </a:endParaRPr>
                    </a:p>
                  </a:txBody>
                  <a:tcPr marB="0" anchor="ctr">
                    <a:lnL w="9360">
                      <a:solidFill>
                        <a:srgbClr val="000000"/>
                      </a:solidFill>
                      <a:prstDash val="solid"/>
                    </a:lnL>
                    <a:lnR w="12240">
                      <a:solidFill>
                        <a:srgbClr val="FFFFFF"/>
                      </a:solidFill>
                      <a:prstDash val="solid"/>
                    </a:lnR>
                    <a:lnT w="9360">
                      <a:solidFill>
                        <a:srgbClr val="000000"/>
                      </a:solidFill>
                      <a:prstDash val="solid"/>
                    </a:lnT>
                    <a:lnB w="9360">
                      <a:solidFill>
                        <a:srgbClr val="000000"/>
                      </a:solidFill>
                      <a:prstDash val="solid"/>
                    </a:lnB>
                    <a:solidFill>
                      <a:srgbClr val="E2A300"/>
                    </a:solidFill>
                  </a:tcPr>
                </a:tc>
                <a:tc hMerge="1">
                  <a:txBody>
                    <a:bodyPr/>
                    <a:lstStyle/>
                    <a:p>
                      <a:endParaRPr lang="en-US" sz="1800" b="0" u="none" strike="noStrike">
                        <a:solidFill>
                          <a:srgbClr val="000000"/>
                        </a:solidFill>
                        <a:uFillTx/>
                        <a:latin typeface="Arial"/>
                      </a:endParaRPr>
                    </a:p>
                  </a:txBody>
                  <a:tcPr marL="90000" marR="90000">
                    <a:lnL>
                      <a:noFill/>
                    </a:lnL>
                    <a:lnR>
                      <a:noFill/>
                    </a:lnR>
                    <a:lnT>
                      <a:noFill/>
                    </a:lnT>
                    <a:lnB>
                      <a:noFill/>
                    </a:lnB>
                    <a:solidFill>
                      <a:srgbClr val="729FCF"/>
                    </a:solidFill>
                  </a:tcPr>
                </a:tc>
                <a:tc hMerge="1">
                  <a:txBody>
                    <a:bodyPr/>
                    <a:lstStyle/>
                    <a:p>
                      <a:endParaRPr lang="en-US" sz="1800" b="0" u="none" strike="noStrike">
                        <a:solidFill>
                          <a:srgbClr val="000000"/>
                        </a:solidFill>
                        <a:uFillTx/>
                        <a:latin typeface="Arial"/>
                      </a:endParaRPr>
                    </a:p>
                  </a:txBody>
                  <a:tcPr marL="90000" marR="90000">
                    <a:lnL>
                      <a:noFill/>
                    </a:lnL>
                    <a:lnR>
                      <a:noFill/>
                    </a:lnR>
                    <a:lnT>
                      <a:noFill/>
                    </a:lnT>
                    <a:lnB>
                      <a:noFill/>
                    </a:lnB>
                    <a:solidFill>
                      <a:srgbClr val="729FCF"/>
                    </a:solidFill>
                  </a:tcPr>
                </a:tc>
                <a:tc hMerge="1">
                  <a:txBody>
                    <a:bodyPr/>
                    <a:lstStyle/>
                    <a:p>
                      <a:endParaRPr lang="en-US" sz="1800" b="0" u="none" strike="noStrike">
                        <a:solidFill>
                          <a:srgbClr val="000000"/>
                        </a:solidFill>
                        <a:uFillTx/>
                        <a:latin typeface="Arial"/>
                      </a:endParaRPr>
                    </a:p>
                  </a:txBody>
                  <a:tcPr marL="90000" marR="90000">
                    <a:lnL>
                      <a:noFill/>
                    </a:lnL>
                    <a:lnR>
                      <a:noFill/>
                    </a:lnR>
                    <a:lnT>
                      <a:noFill/>
                    </a:lnT>
                    <a:lnB>
                      <a:noFill/>
                    </a:lnB>
                    <a:solidFill>
                      <a:srgbClr val="729FCF"/>
                    </a:solidFill>
                  </a:tcPr>
                </a:tc>
                <a:tc hMerge="1">
                  <a:txBody>
                    <a:bodyPr/>
                    <a:lstStyle/>
                    <a:p>
                      <a:endParaRPr lang="en-US" sz="1800" b="0" u="none" strike="noStrike">
                        <a:solidFill>
                          <a:srgbClr val="000000"/>
                        </a:solidFill>
                        <a:uFillTx/>
                        <a:latin typeface="Arial"/>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0"/>
                  </a:ext>
                </a:extLst>
              </a:tr>
              <a:tr h="219960">
                <a:tc>
                  <a:txBody>
                    <a:bodyPr/>
                    <a:lstStyle/>
                    <a:p>
                      <a:pPr>
                        <a:lnSpc>
                          <a:spcPct val="100000"/>
                        </a:lnSpc>
                        <a:tabLst>
                          <a:tab pos="0" algn="l"/>
                        </a:tabLst>
                      </a:pPr>
                      <a:endParaRPr lang="en-US" sz="900" b="0" u="none" strike="noStrike">
                        <a:solidFill>
                          <a:srgbClr val="FFFFFF"/>
                        </a:solidFill>
                        <a:uFillTx/>
                        <a:latin typeface="Arial"/>
                      </a:endParaRPr>
                    </a:p>
                  </a:txBody>
                  <a:tcPr marB="0" anchor="ctr">
                    <a:lnL w="9360">
                      <a:solidFill>
                        <a:srgbClr val="000000"/>
                      </a:solidFill>
                      <a:prstDash val="solid"/>
                    </a:lnL>
                    <a:lnR w="9360">
                      <a:solidFill>
                        <a:srgbClr val="000000"/>
                      </a:solidFill>
                      <a:prstDash val="solid"/>
                    </a:lnR>
                    <a:lnT w="9360">
                      <a:solidFill>
                        <a:srgbClr val="000000"/>
                      </a:solidFill>
                      <a:prstDash val="solid"/>
                    </a:lnT>
                    <a:lnB w="9360">
                      <a:solidFill>
                        <a:srgbClr val="FFFFFF"/>
                      </a:solidFill>
                      <a:prstDash val="solid"/>
                    </a:lnB>
                    <a:solidFill>
                      <a:srgbClr val="234874"/>
                    </a:solidFill>
                  </a:tcPr>
                </a:tc>
                <a:tc>
                  <a:txBody>
                    <a:bodyPr/>
                    <a:lstStyle/>
                    <a:p>
                      <a:pPr>
                        <a:lnSpc>
                          <a:spcPct val="100000"/>
                        </a:lnSpc>
                        <a:tabLst>
                          <a:tab pos="0" algn="l"/>
                        </a:tabLst>
                      </a:pPr>
                      <a:endParaRPr lang="en-US" sz="900" b="0" u="none" strike="noStrike">
                        <a:solidFill>
                          <a:srgbClr val="FFFFFF"/>
                        </a:solidFill>
                        <a:uFillTx/>
                        <a:latin typeface="Arial"/>
                      </a:endParaRPr>
                    </a:p>
                  </a:txBody>
                  <a:tcPr marB="0" anchor="ctr">
                    <a:lnL w="9360">
                      <a:solidFill>
                        <a:srgbClr val="000000"/>
                      </a:solidFill>
                      <a:prstDash val="solid"/>
                    </a:lnL>
                    <a:lnR w="9360">
                      <a:solidFill>
                        <a:srgbClr val="000000"/>
                      </a:solidFill>
                      <a:prstDash val="solid"/>
                    </a:lnR>
                    <a:lnT w="9360">
                      <a:solidFill>
                        <a:srgbClr val="000000"/>
                      </a:solidFill>
                      <a:prstDash val="solid"/>
                    </a:lnT>
                    <a:lnB w="9360">
                      <a:solidFill>
                        <a:srgbClr val="FFFFFF"/>
                      </a:solidFill>
                      <a:prstDash val="solid"/>
                    </a:lnB>
                    <a:solidFill>
                      <a:srgbClr val="234874"/>
                    </a:solidFill>
                  </a:tcPr>
                </a:tc>
                <a:tc>
                  <a:txBody>
                    <a:bodyPr/>
                    <a:lstStyle/>
                    <a:p>
                      <a:pPr algn="ctr">
                        <a:lnSpc>
                          <a:spcPct val="100000"/>
                        </a:lnSpc>
                        <a:tabLst>
                          <a:tab pos="0" algn="l"/>
                        </a:tabLst>
                      </a:pPr>
                      <a:endParaRPr lang="en-US" sz="900" b="0" u="none" strike="noStrike">
                        <a:solidFill>
                          <a:srgbClr val="FFFFFF"/>
                        </a:solidFill>
                        <a:uFillTx/>
                        <a:latin typeface="Arial"/>
                      </a:endParaRPr>
                    </a:p>
                  </a:txBody>
                  <a:tcPr marB="0" anchor="ctr">
                    <a:lnL w="9360">
                      <a:solidFill>
                        <a:srgbClr val="000000"/>
                      </a:solidFill>
                      <a:prstDash val="solid"/>
                    </a:lnL>
                    <a:lnR w="9360">
                      <a:solidFill>
                        <a:srgbClr val="000000"/>
                      </a:solidFill>
                      <a:prstDash val="solid"/>
                    </a:lnR>
                    <a:lnT w="9360">
                      <a:solidFill>
                        <a:srgbClr val="000000"/>
                      </a:solidFill>
                      <a:prstDash val="solid"/>
                    </a:lnT>
                    <a:lnB w="9360">
                      <a:solidFill>
                        <a:srgbClr val="FFFFFF"/>
                      </a:solidFill>
                      <a:prstDash val="solid"/>
                    </a:lnB>
                    <a:solidFill>
                      <a:srgbClr val="234874"/>
                    </a:solidFill>
                  </a:tcPr>
                </a:tc>
                <a:tc>
                  <a:txBody>
                    <a:bodyPr/>
                    <a:lstStyle/>
                    <a:p>
                      <a:pPr algn="ctr">
                        <a:lnSpc>
                          <a:spcPct val="100000"/>
                        </a:lnSpc>
                        <a:tabLst>
                          <a:tab pos="0" algn="l"/>
                        </a:tabLst>
                      </a:pPr>
                      <a:endParaRPr lang="en-US" sz="900" b="0" u="none" strike="noStrike">
                        <a:solidFill>
                          <a:srgbClr val="FFFFFF"/>
                        </a:solidFill>
                        <a:uFillTx/>
                        <a:latin typeface="Arial"/>
                      </a:endParaRPr>
                    </a:p>
                  </a:txBody>
                  <a:tcPr marB="0" anchor="ctr">
                    <a:lnL w="9360">
                      <a:solidFill>
                        <a:srgbClr val="000000"/>
                      </a:solidFill>
                      <a:prstDash val="solid"/>
                    </a:lnL>
                    <a:lnR w="9360">
                      <a:solidFill>
                        <a:srgbClr val="000000"/>
                      </a:solidFill>
                      <a:prstDash val="solid"/>
                    </a:lnR>
                    <a:lnT w="9360">
                      <a:solidFill>
                        <a:srgbClr val="000000"/>
                      </a:solidFill>
                      <a:prstDash val="solid"/>
                    </a:lnT>
                    <a:lnB w="9360">
                      <a:solidFill>
                        <a:srgbClr val="FFFFFF"/>
                      </a:solidFill>
                      <a:prstDash val="solid"/>
                    </a:lnB>
                    <a:solidFill>
                      <a:srgbClr val="234874"/>
                    </a:solidFill>
                  </a:tcPr>
                </a:tc>
                <a:tc>
                  <a:txBody>
                    <a:bodyPr/>
                    <a:lstStyle/>
                    <a:p>
                      <a:pPr algn="ctr">
                        <a:lnSpc>
                          <a:spcPct val="100000"/>
                        </a:lnSpc>
                        <a:tabLst>
                          <a:tab pos="0" algn="l"/>
                        </a:tabLst>
                      </a:pPr>
                      <a:endParaRPr lang="en-US" sz="900" b="0" u="none" strike="noStrike">
                        <a:solidFill>
                          <a:srgbClr val="FFFFFF"/>
                        </a:solidFill>
                        <a:uFillTx/>
                        <a:latin typeface="Arial"/>
                      </a:endParaRPr>
                    </a:p>
                  </a:txBody>
                  <a:tcPr marB="0" anchor="ctr">
                    <a:lnL w="9360">
                      <a:solidFill>
                        <a:srgbClr val="000000"/>
                      </a:solidFill>
                      <a:prstDash val="solid"/>
                    </a:lnL>
                    <a:lnR w="9360">
                      <a:solidFill>
                        <a:srgbClr val="000000"/>
                      </a:solidFill>
                      <a:prstDash val="solid"/>
                    </a:lnR>
                    <a:lnT w="9360">
                      <a:solidFill>
                        <a:srgbClr val="000000"/>
                      </a:solidFill>
                      <a:prstDash val="solid"/>
                    </a:lnT>
                    <a:lnB w="9360">
                      <a:solidFill>
                        <a:srgbClr val="FFFFFF"/>
                      </a:solidFill>
                      <a:prstDash val="solid"/>
                    </a:lnB>
                    <a:solidFill>
                      <a:srgbClr val="234874"/>
                    </a:solidFill>
                  </a:tcPr>
                </a:tc>
                <a:tc>
                  <a:txBody>
                    <a:bodyPr/>
                    <a:lstStyle/>
                    <a:p>
                      <a:pPr algn="ctr">
                        <a:lnSpc>
                          <a:spcPct val="100000"/>
                        </a:lnSpc>
                        <a:tabLst>
                          <a:tab pos="0" algn="l"/>
                        </a:tabLst>
                      </a:pPr>
                      <a:endParaRPr lang="en-US" sz="900" b="0" u="none" strike="noStrike">
                        <a:solidFill>
                          <a:srgbClr val="FFFFFF"/>
                        </a:solidFill>
                        <a:uFillTx/>
                        <a:latin typeface="Arial"/>
                      </a:endParaRPr>
                    </a:p>
                  </a:txBody>
                  <a:tcPr marB="0" anchor="ctr">
                    <a:lnL w="9360">
                      <a:solidFill>
                        <a:srgbClr val="000000"/>
                      </a:solidFill>
                      <a:prstDash val="solid"/>
                    </a:lnL>
                    <a:lnR w="9360">
                      <a:solidFill>
                        <a:srgbClr val="000000"/>
                      </a:solidFill>
                      <a:prstDash val="solid"/>
                    </a:lnR>
                    <a:lnT w="9360">
                      <a:solidFill>
                        <a:srgbClr val="000000"/>
                      </a:solidFill>
                      <a:prstDash val="solid"/>
                    </a:lnT>
                    <a:lnB w="9360">
                      <a:solidFill>
                        <a:srgbClr val="FFFFFF"/>
                      </a:solidFill>
                      <a:prstDash val="solid"/>
                    </a:lnB>
                    <a:solidFill>
                      <a:srgbClr val="234874"/>
                    </a:solidFill>
                  </a:tcPr>
                </a:tc>
                <a:tc>
                  <a:txBody>
                    <a:bodyPr/>
                    <a:lstStyle/>
                    <a:p>
                      <a:pPr algn="ctr">
                        <a:lnSpc>
                          <a:spcPct val="100000"/>
                        </a:lnSpc>
                        <a:tabLst>
                          <a:tab pos="0" algn="l"/>
                        </a:tabLst>
                      </a:pPr>
                      <a:endParaRPr lang="en-US" sz="900" b="0" u="none" strike="noStrike">
                        <a:solidFill>
                          <a:srgbClr val="FFFFFF"/>
                        </a:solidFill>
                        <a:uFillTx/>
                        <a:latin typeface="Arial"/>
                      </a:endParaRPr>
                    </a:p>
                  </a:txBody>
                  <a:tcPr marB="0" anchor="ctr">
                    <a:lnL w="9360">
                      <a:solidFill>
                        <a:srgbClr val="000000"/>
                      </a:solidFill>
                      <a:prstDash val="solid"/>
                    </a:lnL>
                    <a:lnR w="12240">
                      <a:solidFill>
                        <a:srgbClr val="FFFFFF"/>
                      </a:solidFill>
                      <a:prstDash val="solid"/>
                    </a:lnR>
                    <a:lnT w="9360">
                      <a:solidFill>
                        <a:srgbClr val="000000"/>
                      </a:solidFill>
                      <a:prstDash val="solid"/>
                    </a:lnT>
                    <a:lnB w="9360">
                      <a:solidFill>
                        <a:srgbClr val="FFFFFF"/>
                      </a:solidFill>
                      <a:prstDash val="solid"/>
                    </a:lnB>
                    <a:solidFill>
                      <a:srgbClr val="234874"/>
                    </a:solidFill>
                  </a:tcPr>
                </a:tc>
                <a:extLst>
                  <a:ext uri="{0D108BD9-81ED-4DB2-BD59-A6C34878D82A}">
                    <a16:rowId xmlns:a16="http://schemas.microsoft.com/office/drawing/2014/main" val="10001"/>
                  </a:ext>
                </a:extLst>
              </a:tr>
              <a:tr h="219960">
                <a:tc>
                  <a:txBody>
                    <a:bodyPr/>
                    <a:lstStyle/>
                    <a:p>
                      <a:pPr>
                        <a:lnSpc>
                          <a:spcPct val="100000"/>
                        </a:lnSpc>
                        <a:tabLst>
                          <a:tab pos="0" algn="l"/>
                        </a:tabLst>
                      </a:pPr>
                      <a:endParaRPr lang="en-US" sz="900" b="0" u="none" strike="noStrike" dirty="0">
                        <a:solidFill>
                          <a:schemeClr val="tx1"/>
                        </a:solidFill>
                        <a:uFillTx/>
                        <a:latin typeface="Arial"/>
                      </a:endParaRPr>
                    </a:p>
                  </a:txBody>
                  <a:tcPr marB="0" anchor="ctr">
                    <a:lnL w="9360">
                      <a:solidFill>
                        <a:srgbClr val="000000"/>
                      </a:solidFill>
                      <a:prstDash val="solid"/>
                    </a:lnL>
                    <a:lnR w="9360">
                      <a:solidFill>
                        <a:srgbClr val="000000"/>
                      </a:solidFill>
                      <a:prstDash val="solid"/>
                    </a:lnR>
                    <a:lnT w="9360">
                      <a:solidFill>
                        <a:srgbClr val="FFFFFF"/>
                      </a:solidFill>
                      <a:prstDash val="solid"/>
                    </a:lnT>
                    <a:lnB w="9360">
                      <a:solidFill>
                        <a:srgbClr val="000000"/>
                      </a:solidFill>
                      <a:prstDash val="dot"/>
                    </a:lnB>
                    <a:solidFill>
                      <a:srgbClr val="D9EEE9"/>
                    </a:solidFill>
                  </a:tcPr>
                </a:tc>
                <a:tc>
                  <a:txBody>
                    <a:bodyPr/>
                    <a:lstStyle/>
                    <a:p>
                      <a:pP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solid"/>
                    </a:lnL>
                    <a:lnR w="9360">
                      <a:solidFill>
                        <a:srgbClr val="000000"/>
                      </a:solidFill>
                      <a:prstDash val="solid"/>
                    </a:lnR>
                    <a:lnT w="9360">
                      <a:solidFill>
                        <a:srgbClr val="FFFFFF"/>
                      </a:solidFill>
                      <a:prstDash val="solid"/>
                    </a:lnT>
                    <a:lnB w="9360">
                      <a:solidFill>
                        <a:srgbClr val="000000"/>
                      </a:solidFill>
                      <a:prstDash val="dot"/>
                    </a:lnB>
                    <a:solidFill>
                      <a:srgbClr val="D9EEE9"/>
                    </a:solid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solid"/>
                    </a:lnL>
                    <a:lnR w="9360">
                      <a:solidFill>
                        <a:srgbClr val="000000"/>
                      </a:solidFill>
                      <a:prstDash val="solid"/>
                    </a:lnR>
                    <a:lnT w="9360">
                      <a:solidFill>
                        <a:srgbClr val="FFFFFF"/>
                      </a:solidFill>
                      <a:prstDash val="solid"/>
                    </a:lnT>
                    <a:lnB w="9360">
                      <a:solidFill>
                        <a:srgbClr val="000000"/>
                      </a:solidFill>
                      <a:prstDash val="dot"/>
                    </a:lnB>
                    <a:solidFill>
                      <a:srgbClr val="D9EEE9"/>
                    </a:solid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solid"/>
                    </a:lnL>
                    <a:lnR w="9360">
                      <a:solidFill>
                        <a:srgbClr val="000000"/>
                      </a:solidFill>
                      <a:prstDash val="solid"/>
                    </a:lnR>
                    <a:lnT w="9360">
                      <a:solidFill>
                        <a:srgbClr val="FFFFFF"/>
                      </a:solidFill>
                      <a:prstDash val="solid"/>
                    </a:lnT>
                    <a:lnB w="9360">
                      <a:solidFill>
                        <a:srgbClr val="000000"/>
                      </a:solidFill>
                      <a:prstDash val="dot"/>
                    </a:lnB>
                    <a:solidFill>
                      <a:srgbClr val="D9EEE9"/>
                    </a:solid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solid"/>
                    </a:lnL>
                    <a:lnR w="9360">
                      <a:solidFill>
                        <a:srgbClr val="000000"/>
                      </a:solidFill>
                      <a:prstDash val="solid"/>
                    </a:lnR>
                    <a:lnT w="9360">
                      <a:solidFill>
                        <a:srgbClr val="FFFFFF"/>
                      </a:solidFill>
                      <a:prstDash val="solid"/>
                    </a:lnT>
                    <a:lnB w="9360">
                      <a:solidFill>
                        <a:srgbClr val="000000"/>
                      </a:solidFill>
                      <a:prstDash val="dot"/>
                    </a:lnB>
                    <a:solidFill>
                      <a:srgbClr val="D9EEE9"/>
                    </a:solid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solid"/>
                    </a:lnL>
                    <a:lnR w="9360">
                      <a:solidFill>
                        <a:srgbClr val="000000"/>
                      </a:solidFill>
                      <a:prstDash val="solid"/>
                    </a:lnR>
                    <a:lnT w="9360">
                      <a:solidFill>
                        <a:srgbClr val="FFFFFF"/>
                      </a:solidFill>
                      <a:prstDash val="solid"/>
                    </a:lnT>
                    <a:lnB w="9360">
                      <a:solidFill>
                        <a:srgbClr val="000000"/>
                      </a:solidFill>
                      <a:prstDash val="dot"/>
                    </a:lnB>
                    <a:solidFill>
                      <a:srgbClr val="D9EEE9"/>
                    </a:solid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solid"/>
                    </a:lnL>
                    <a:lnR w="12240">
                      <a:solidFill>
                        <a:srgbClr val="FFFFFF"/>
                      </a:solidFill>
                      <a:prstDash val="solid"/>
                    </a:lnR>
                    <a:lnT w="9360">
                      <a:solidFill>
                        <a:srgbClr val="FFFFFF"/>
                      </a:solidFill>
                      <a:prstDash val="solid"/>
                    </a:lnT>
                    <a:lnB w="9360">
                      <a:solidFill>
                        <a:srgbClr val="000000"/>
                      </a:solidFill>
                      <a:prstDash val="dot"/>
                    </a:lnB>
                    <a:solidFill>
                      <a:srgbClr val="D9EEE9"/>
                    </a:solidFill>
                  </a:tcPr>
                </a:tc>
                <a:extLst>
                  <a:ext uri="{0D108BD9-81ED-4DB2-BD59-A6C34878D82A}">
                    <a16:rowId xmlns:a16="http://schemas.microsoft.com/office/drawing/2014/main" val="10002"/>
                  </a:ext>
                </a:extLst>
              </a:tr>
              <a:tr h="219960">
                <a:tc>
                  <a:txBody>
                    <a:bodyPr/>
                    <a:lstStyle/>
                    <a:p>
                      <a:pPr>
                        <a:lnSpc>
                          <a:spcPct val="100000"/>
                        </a:lnSpc>
                        <a:tabLst>
                          <a:tab pos="0" algn="l"/>
                        </a:tabLst>
                      </a:pPr>
                      <a:endParaRPr lang="en-US" sz="900" b="0" u="none" strike="noStrike" dirty="0">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extLst>
                  <a:ext uri="{0D108BD9-81ED-4DB2-BD59-A6C34878D82A}">
                    <a16:rowId xmlns:a16="http://schemas.microsoft.com/office/drawing/2014/main" val="10003"/>
                  </a:ext>
                </a:extLst>
              </a:tr>
              <a:tr h="219960">
                <a:tc>
                  <a:txBody>
                    <a:bodyPr/>
                    <a:lstStyle/>
                    <a:p>
                      <a:pPr>
                        <a:lnSpc>
                          <a:spcPct val="100000"/>
                        </a:lnSpc>
                        <a:tabLst>
                          <a:tab pos="0" algn="l"/>
                        </a:tabLst>
                      </a:pPr>
                      <a:endParaRPr lang="en-US" sz="900" b="0" u="none" strike="noStrike" dirty="0">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extLst>
                  <a:ext uri="{0D108BD9-81ED-4DB2-BD59-A6C34878D82A}">
                    <a16:rowId xmlns:a16="http://schemas.microsoft.com/office/drawing/2014/main" val="10004"/>
                  </a:ext>
                </a:extLst>
              </a:tr>
              <a:tr h="219960">
                <a:tc>
                  <a:txBody>
                    <a:bodyPr/>
                    <a:lstStyle/>
                    <a:p>
                      <a:pP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extLst>
                  <a:ext uri="{0D108BD9-81ED-4DB2-BD59-A6C34878D82A}">
                    <a16:rowId xmlns:a16="http://schemas.microsoft.com/office/drawing/2014/main" val="10005"/>
                  </a:ext>
                </a:extLst>
              </a:tr>
              <a:tr h="219960">
                <a:tc>
                  <a:txBody>
                    <a:bodyPr/>
                    <a:lstStyle/>
                    <a:p>
                      <a:pP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extLst>
                  <a:ext uri="{0D108BD9-81ED-4DB2-BD59-A6C34878D82A}">
                    <a16:rowId xmlns:a16="http://schemas.microsoft.com/office/drawing/2014/main" val="10006"/>
                  </a:ext>
                </a:extLst>
              </a:tr>
              <a:tr h="219960">
                <a:tc>
                  <a:txBody>
                    <a:bodyPr/>
                    <a:lstStyle/>
                    <a:p>
                      <a:pP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extLst>
                  <a:ext uri="{0D108BD9-81ED-4DB2-BD59-A6C34878D82A}">
                    <a16:rowId xmlns:a16="http://schemas.microsoft.com/office/drawing/2014/main" val="10007"/>
                  </a:ext>
                </a:extLst>
              </a:tr>
              <a:tr h="219960">
                <a:tc>
                  <a:txBody>
                    <a:bodyPr/>
                    <a:lstStyle/>
                    <a:p>
                      <a:pP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extLst>
                  <a:ext uri="{0D108BD9-81ED-4DB2-BD59-A6C34878D82A}">
                    <a16:rowId xmlns:a16="http://schemas.microsoft.com/office/drawing/2014/main" val="10008"/>
                  </a:ext>
                </a:extLst>
              </a:tr>
              <a:tr h="219960">
                <a:tc>
                  <a:txBody>
                    <a:bodyPr/>
                    <a:lstStyle/>
                    <a:p>
                      <a:pP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extLst>
                  <a:ext uri="{0D108BD9-81ED-4DB2-BD59-A6C34878D82A}">
                    <a16:rowId xmlns:a16="http://schemas.microsoft.com/office/drawing/2014/main" val="10009"/>
                  </a:ext>
                </a:extLst>
              </a:tr>
              <a:tr h="219960">
                <a:tc>
                  <a:txBody>
                    <a:bodyPr/>
                    <a:lstStyle/>
                    <a:p>
                      <a:pP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extLst>
                  <a:ext uri="{0D108BD9-81ED-4DB2-BD59-A6C34878D82A}">
                    <a16:rowId xmlns:a16="http://schemas.microsoft.com/office/drawing/2014/main" val="10010"/>
                  </a:ext>
                </a:extLst>
              </a:tr>
              <a:tr h="219960">
                <a:tc>
                  <a:txBody>
                    <a:bodyPr/>
                    <a:lstStyle/>
                    <a:p>
                      <a:pP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extLst>
                  <a:ext uri="{0D108BD9-81ED-4DB2-BD59-A6C34878D82A}">
                    <a16:rowId xmlns:a16="http://schemas.microsoft.com/office/drawing/2014/main" val="10011"/>
                  </a:ext>
                </a:extLst>
              </a:tr>
              <a:tr h="219960">
                <a:tc>
                  <a:txBody>
                    <a:bodyPr/>
                    <a:lstStyle/>
                    <a:p>
                      <a:pP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extLst>
                  <a:ext uri="{0D108BD9-81ED-4DB2-BD59-A6C34878D82A}">
                    <a16:rowId xmlns:a16="http://schemas.microsoft.com/office/drawing/2014/main" val="10012"/>
                  </a:ext>
                </a:extLst>
              </a:tr>
              <a:tr h="219960">
                <a:tc>
                  <a:txBody>
                    <a:bodyPr/>
                    <a:lstStyle/>
                    <a:p>
                      <a:pP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extLst>
                  <a:ext uri="{0D108BD9-81ED-4DB2-BD59-A6C34878D82A}">
                    <a16:rowId xmlns:a16="http://schemas.microsoft.com/office/drawing/2014/main" val="10013"/>
                  </a:ext>
                </a:extLst>
              </a:tr>
              <a:tr h="219960">
                <a:tc>
                  <a:txBody>
                    <a:bodyPr/>
                    <a:lstStyle/>
                    <a:p>
                      <a:pP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extLst>
                  <a:ext uri="{0D108BD9-81ED-4DB2-BD59-A6C34878D82A}">
                    <a16:rowId xmlns:a16="http://schemas.microsoft.com/office/drawing/2014/main" val="10014"/>
                  </a:ext>
                </a:extLst>
              </a:tr>
              <a:tr h="219960">
                <a:tc>
                  <a:txBody>
                    <a:bodyPr/>
                    <a:lstStyle/>
                    <a:p>
                      <a:pP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extLst>
                  <a:ext uri="{0D108BD9-81ED-4DB2-BD59-A6C34878D82A}">
                    <a16:rowId xmlns:a16="http://schemas.microsoft.com/office/drawing/2014/main" val="10015"/>
                  </a:ext>
                </a:extLst>
              </a:tr>
              <a:tr h="219960">
                <a:tc>
                  <a:txBody>
                    <a:bodyPr/>
                    <a:lstStyle/>
                    <a:p>
                      <a:pP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extLst>
                  <a:ext uri="{0D108BD9-81ED-4DB2-BD59-A6C34878D82A}">
                    <a16:rowId xmlns:a16="http://schemas.microsoft.com/office/drawing/2014/main" val="10016"/>
                  </a:ext>
                </a:extLst>
              </a:tr>
              <a:tr h="219960">
                <a:tc>
                  <a:txBody>
                    <a:bodyPr/>
                    <a:lstStyle/>
                    <a:p>
                      <a:pP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extLst>
                  <a:ext uri="{0D108BD9-81ED-4DB2-BD59-A6C34878D82A}">
                    <a16:rowId xmlns:a16="http://schemas.microsoft.com/office/drawing/2014/main" val="10017"/>
                  </a:ext>
                </a:extLst>
              </a:tr>
              <a:tr h="219960">
                <a:tc>
                  <a:txBody>
                    <a:bodyPr/>
                    <a:lstStyle/>
                    <a:p>
                      <a:pP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extLst>
                  <a:ext uri="{0D108BD9-81ED-4DB2-BD59-A6C34878D82A}">
                    <a16:rowId xmlns:a16="http://schemas.microsoft.com/office/drawing/2014/main" val="10018"/>
                  </a:ext>
                </a:extLst>
              </a:tr>
              <a:tr h="219960">
                <a:tc>
                  <a:txBody>
                    <a:bodyPr/>
                    <a:lstStyle/>
                    <a:p>
                      <a:pP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extLst>
                  <a:ext uri="{0D108BD9-81ED-4DB2-BD59-A6C34878D82A}">
                    <a16:rowId xmlns:a16="http://schemas.microsoft.com/office/drawing/2014/main" val="10019"/>
                  </a:ext>
                </a:extLst>
              </a:tr>
              <a:tr h="219960">
                <a:tc>
                  <a:txBody>
                    <a:bodyPr/>
                    <a:lstStyle/>
                    <a:p>
                      <a:pP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extLst>
                  <a:ext uri="{0D108BD9-81ED-4DB2-BD59-A6C34878D82A}">
                    <a16:rowId xmlns:a16="http://schemas.microsoft.com/office/drawing/2014/main" val="10020"/>
                  </a:ext>
                </a:extLst>
              </a:tr>
              <a:tr h="219960">
                <a:tc>
                  <a:txBody>
                    <a:bodyPr/>
                    <a:lstStyle/>
                    <a:p>
                      <a:pP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extLst>
                  <a:ext uri="{0D108BD9-81ED-4DB2-BD59-A6C34878D82A}">
                    <a16:rowId xmlns:a16="http://schemas.microsoft.com/office/drawing/2014/main" val="10021"/>
                  </a:ext>
                </a:extLst>
              </a:tr>
              <a:tr h="219960">
                <a:tc>
                  <a:txBody>
                    <a:bodyPr/>
                    <a:lstStyle/>
                    <a:p>
                      <a:pP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extLst>
                  <a:ext uri="{0D108BD9-81ED-4DB2-BD59-A6C34878D82A}">
                    <a16:rowId xmlns:a16="http://schemas.microsoft.com/office/drawing/2014/main" val="10022"/>
                  </a:ext>
                </a:extLst>
              </a:tr>
              <a:tr h="219960">
                <a:tc>
                  <a:txBody>
                    <a:bodyPr/>
                    <a:lstStyle/>
                    <a:p>
                      <a:pP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extLst>
                  <a:ext uri="{0D108BD9-81ED-4DB2-BD59-A6C34878D82A}">
                    <a16:rowId xmlns:a16="http://schemas.microsoft.com/office/drawing/2014/main" val="10023"/>
                  </a:ext>
                </a:extLst>
              </a:tr>
              <a:tr h="219960">
                <a:tc>
                  <a:txBody>
                    <a:bodyPr/>
                    <a:lstStyle/>
                    <a:p>
                      <a:pP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extLst>
                  <a:ext uri="{0D108BD9-81ED-4DB2-BD59-A6C34878D82A}">
                    <a16:rowId xmlns:a16="http://schemas.microsoft.com/office/drawing/2014/main" val="10024"/>
                  </a:ext>
                </a:extLst>
              </a:tr>
              <a:tr h="219960">
                <a:tc>
                  <a:txBody>
                    <a:bodyPr/>
                    <a:lstStyle/>
                    <a:p>
                      <a:pP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extLst>
                  <a:ext uri="{0D108BD9-81ED-4DB2-BD59-A6C34878D82A}">
                    <a16:rowId xmlns:a16="http://schemas.microsoft.com/office/drawing/2014/main" val="10025"/>
                  </a:ext>
                </a:extLst>
              </a:tr>
              <a:tr h="219960">
                <a:tc>
                  <a:txBody>
                    <a:bodyPr/>
                    <a:lstStyle/>
                    <a:p>
                      <a:pP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extLst>
                  <a:ext uri="{0D108BD9-81ED-4DB2-BD59-A6C34878D82A}">
                    <a16:rowId xmlns:a16="http://schemas.microsoft.com/office/drawing/2014/main" val="10026"/>
                  </a:ext>
                </a:extLst>
              </a:tr>
              <a:tr h="219960">
                <a:tc>
                  <a:txBody>
                    <a:bodyPr/>
                    <a:lstStyle/>
                    <a:p>
                      <a:pP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marB="0" anchor="ctr">
                    <a:lnL w="9360">
                      <a:solidFill>
                        <a:srgbClr val="000000"/>
                      </a:solidFill>
                      <a:prstDash val="dot"/>
                    </a:lnL>
                    <a:lnR w="9360">
                      <a:solidFill>
                        <a:srgbClr val="000000"/>
                      </a:solidFill>
                      <a:prstDash val="dot"/>
                    </a:lnR>
                    <a:lnT w="9360">
                      <a:solidFill>
                        <a:srgbClr val="000000"/>
                      </a:solidFill>
                      <a:prstDash val="dot"/>
                    </a:lnT>
                    <a:lnB w="9360">
                      <a:solidFill>
                        <a:srgbClr val="000000"/>
                      </a:solidFill>
                      <a:prstDash val="dot"/>
                    </a:lnB>
                    <a:noFill/>
                  </a:tcPr>
                </a:tc>
                <a:extLst>
                  <a:ext uri="{0D108BD9-81ED-4DB2-BD59-A6C34878D82A}">
                    <a16:rowId xmlns:a16="http://schemas.microsoft.com/office/drawing/2014/main" val="10027"/>
                  </a:ext>
                </a:extLst>
              </a:tr>
            </a:tbl>
          </a:graphicData>
        </a:graphic>
      </p:graphicFrame>
      <p:sp>
        <p:nvSpPr>
          <p:cNvPr id="412" name="Google Shape;233;p30"/>
          <p:cNvSpPr/>
          <p:nvPr/>
        </p:nvSpPr>
        <p:spPr>
          <a:xfrm>
            <a:off x="490680" y="1542960"/>
            <a:ext cx="17243280" cy="910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1200" b="1" i="0" u="none" strike="noStrike" kern="1200" cap="none" spc="0" normalizeH="0" baseline="0" noProof="0" dirty="0" err="1">
                <a:ln>
                  <a:noFill/>
                </a:ln>
                <a:solidFill>
                  <a:srgbClr val="000000"/>
                </a:solidFill>
                <a:effectLst/>
                <a:uLnTx/>
                <a:uFillTx/>
                <a:latin typeface="Arial"/>
                <a:ea typeface="Arial"/>
                <a:cs typeface="+mn-cs"/>
              </a:rPr>
              <a:t>ftgkhj</a:t>
            </a:r>
            <a:endParaRPr kumimoji="0" lang="en-US" sz="1200" b="0" i="0" u="none" strike="noStrike" kern="1200" cap="none" spc="0" normalizeH="0" baseline="0" noProof="0" dirty="0">
              <a:ln>
                <a:noFill/>
              </a:ln>
              <a:solidFill>
                <a:srgbClr val="000000"/>
              </a:solidFill>
              <a:effectLst/>
              <a:uLnTx/>
              <a:uFillTx/>
              <a:latin typeface="Arial"/>
              <a:ea typeface="+mn-ea"/>
              <a:cs typeface="+mn-cs"/>
            </a:endParaRPr>
          </a:p>
        </p:txBody>
      </p:sp>
      <p:sp>
        <p:nvSpPr>
          <p:cNvPr id="2" name="Google Shape;221;p29">
            <a:extLst>
              <a:ext uri="{FF2B5EF4-FFF2-40B4-BE49-F238E27FC236}">
                <a16:creationId xmlns:a16="http://schemas.microsoft.com/office/drawing/2014/main" id="{E1A7B621-F4E0-D087-E25D-F27BA2A89169}"/>
              </a:ext>
            </a:extLst>
          </p:cNvPr>
          <p:cNvSpPr/>
          <p:nvPr/>
        </p:nvSpPr>
        <p:spPr>
          <a:xfrm>
            <a:off x="511560" y="8713800"/>
            <a:ext cx="3502080" cy="244767"/>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1000" b="0" i="1" u="none" strike="noStrike" kern="1200" cap="none" spc="0" normalizeH="0" baseline="0" noProof="0">
                <a:ln>
                  <a:noFill/>
                </a:ln>
                <a:solidFill>
                  <a:srgbClr val="000000"/>
                </a:solidFill>
                <a:effectLst/>
                <a:uLnTx/>
                <a:uFillTx/>
                <a:latin typeface="+mj-lt"/>
                <a:ea typeface="Verdana"/>
                <a:cs typeface="+mn-cs"/>
              </a:rPr>
              <a:t>Source: AIRE</a:t>
            </a:r>
            <a:endParaRPr kumimoji="0" lang="en-US" sz="1000" b="0" i="1" u="none" strike="noStrike" kern="1200" cap="none" spc="0" normalizeH="0" baseline="0" noProof="0">
              <a:ln>
                <a:noFill/>
              </a:ln>
              <a:solidFill>
                <a:srgbClr val="000000"/>
              </a:solidFill>
              <a:effectLst/>
              <a:uLnTx/>
              <a:uFillTx/>
              <a:latin typeface="+mj-lt"/>
              <a:ea typeface="+mn-ea"/>
              <a:cs typeface="+mn-cs"/>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Google Shape;239;p31"/>
          <p:cNvSpPr/>
          <p:nvPr/>
        </p:nvSpPr>
        <p:spPr>
          <a:xfrm>
            <a:off x="0" y="0"/>
            <a:ext cx="18287640" cy="1198800"/>
          </a:xfrm>
          <a:custGeom>
            <a:avLst/>
            <a:gdLst>
              <a:gd name="textAreaLeft" fmla="*/ 0 w 18287640"/>
              <a:gd name="textAreaRight" fmla="*/ 18290880 w 18287640"/>
              <a:gd name="textAreaTop" fmla="*/ 0 h 1198800"/>
              <a:gd name="textAreaBottom" fmla="*/ 1202040 h 1198800"/>
            </a:gdLst>
            <a:ahLst/>
            <a:cxnLst/>
            <a:rect l="textAreaLeft" t="textAreaTop" r="textAreaRight" b="textAreaBottom"/>
            <a:pathLst>
              <a:path w="4816592" h="316518">
                <a:moveTo>
                  <a:pt x="0" y="0"/>
                </a:moveTo>
                <a:lnTo>
                  <a:pt x="4816592" y="0"/>
                </a:lnTo>
                <a:lnTo>
                  <a:pt x="4816592" y="316518"/>
                </a:lnTo>
                <a:lnTo>
                  <a:pt x="0" y="316518"/>
                </a:lnTo>
                <a:close/>
              </a:path>
            </a:pathLst>
          </a:custGeom>
          <a:solidFill>
            <a:srgbClr val="234874"/>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endParaRPr kumimoji="0" lang="en-US" sz="1400" b="0" i="0" u="none" strike="noStrike" kern="1200" cap="none" spc="0" normalizeH="0" baseline="0" noProof="0">
              <a:ln>
                <a:noFill/>
              </a:ln>
              <a:solidFill>
                <a:srgbClr val="FFFFFF"/>
              </a:solidFill>
              <a:effectLst/>
              <a:uLnTx/>
              <a:uFillTx/>
              <a:latin typeface="Arial"/>
              <a:ea typeface="+mn-ea"/>
              <a:cs typeface="+mn-cs"/>
            </a:endParaRPr>
          </a:p>
        </p:txBody>
      </p:sp>
      <p:sp>
        <p:nvSpPr>
          <p:cNvPr id="415" name="Google Shape;240;p31"/>
          <p:cNvSpPr/>
          <p:nvPr/>
        </p:nvSpPr>
        <p:spPr>
          <a:xfrm>
            <a:off x="513000" y="669960"/>
            <a:ext cx="8780040" cy="426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0" marR="0" lvl="0" indent="0" algn="l" defTabSz="914400" rtl="0" eaLnBrk="1" fontAlgn="auto" latinLnBrk="0" hangingPunct="1">
              <a:lnSpc>
                <a:spcPct val="140000"/>
              </a:lnSpc>
              <a:spcBef>
                <a:spcPts val="0"/>
              </a:spcBef>
              <a:spcAft>
                <a:spcPts val="0"/>
              </a:spcAft>
              <a:buClrTx/>
              <a:buSzTx/>
              <a:buFontTx/>
              <a:buNone/>
              <a:tabLst>
                <a:tab pos="0" algn="l"/>
              </a:tabLst>
              <a:defRPr/>
            </a:pPr>
            <a:r>
              <a:rPr kumimoji="0" lang="en-US" sz="2000" b="0" i="0" u="none" strike="noStrike" kern="1200" cap="none" spc="0" normalizeH="0" baseline="0" noProof="0">
                <a:ln>
                  <a:noFill/>
                </a:ln>
                <a:solidFill>
                  <a:srgbClr val="FFFFFF"/>
                </a:solidFill>
                <a:effectLst/>
                <a:uLnTx/>
                <a:uFillTx/>
                <a:latin typeface="Century Schoolbook"/>
                <a:ea typeface="Century Schoolbook"/>
                <a:cs typeface="+mn-cs"/>
              </a:rPr>
              <a:t>FINANCIAL RESULTS SUMMARY</a:t>
            </a:r>
            <a:endParaRPr kumimoji="0" lang="en-US" sz="2000" b="0" i="0" u="none" strike="noStrike" kern="1200" cap="none" spc="0" normalizeH="0" baseline="0" noProof="0">
              <a:ln>
                <a:noFill/>
              </a:ln>
              <a:solidFill>
                <a:srgbClr val="000000"/>
              </a:solidFill>
              <a:effectLst/>
              <a:uLnTx/>
              <a:uFillTx/>
              <a:latin typeface="Arial"/>
              <a:ea typeface="+mn-ea"/>
              <a:cs typeface="+mn-cs"/>
            </a:endParaRPr>
          </a:p>
        </p:txBody>
      </p:sp>
      <p:sp>
        <p:nvSpPr>
          <p:cNvPr id="416" name="Google Shape;241;p31"/>
          <p:cNvSpPr/>
          <p:nvPr/>
        </p:nvSpPr>
        <p:spPr>
          <a:xfrm>
            <a:off x="513000" y="347400"/>
            <a:ext cx="569988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0" marR="0" lvl="0" indent="0" algn="l" defTabSz="914400" rtl="0" eaLnBrk="1" fontAlgn="auto" latinLnBrk="0" hangingPunct="1">
              <a:lnSpc>
                <a:spcPct val="140000"/>
              </a:lnSpc>
              <a:spcBef>
                <a:spcPts val="0"/>
              </a:spcBef>
              <a:spcAft>
                <a:spcPts val="0"/>
              </a:spcAft>
              <a:buClrTx/>
              <a:buSzTx/>
              <a:buFontTx/>
              <a:buNone/>
              <a:tabLst>
                <a:tab pos="0" algn="l"/>
              </a:tabLst>
              <a:defRPr/>
            </a:pPr>
            <a:r>
              <a:rPr kumimoji="0" lang="en-US" sz="1500" b="0" i="0" u="none" strike="noStrike" kern="1200" cap="none" spc="0" normalizeH="0" baseline="0" noProof="0">
                <a:ln>
                  <a:noFill/>
                </a:ln>
                <a:solidFill>
                  <a:srgbClr val="FFFFFF"/>
                </a:solidFill>
                <a:effectLst/>
                <a:uLnTx/>
                <a:uFillTx/>
                <a:latin typeface="Century Schoolbook"/>
                <a:ea typeface="Century Schoolbook"/>
                <a:cs typeface="+mn-cs"/>
              </a:rPr>
              <a:t>FINANCIAL AND INVESTMENT ANALYSIS</a:t>
            </a:r>
            <a:endParaRPr kumimoji="0" lang="en-US" sz="1500" b="0" i="0" u="none" strike="noStrike" kern="1200" cap="none" spc="0" normalizeH="0" baseline="0" noProof="0">
              <a:ln>
                <a:noFill/>
              </a:ln>
              <a:solidFill>
                <a:srgbClr val="000000"/>
              </a:solidFill>
              <a:effectLst/>
              <a:uLnTx/>
              <a:uFillTx/>
              <a:latin typeface="Arial"/>
              <a:ea typeface="+mn-ea"/>
              <a:cs typeface="+mn-cs"/>
            </a:endParaRPr>
          </a:p>
        </p:txBody>
      </p:sp>
      <p:sp>
        <p:nvSpPr>
          <p:cNvPr id="417" name="Google Shape;242;p31"/>
          <p:cNvSpPr/>
          <p:nvPr/>
        </p:nvSpPr>
        <p:spPr>
          <a:xfrm>
            <a:off x="9899640" y="1542960"/>
            <a:ext cx="7881840" cy="7805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1200" b="1" i="0" u="none" strike="noStrike" kern="1200" cap="none" spc="0" normalizeH="0" baseline="0" noProof="0" dirty="0" err="1">
                <a:ln>
                  <a:noFill/>
                </a:ln>
                <a:solidFill>
                  <a:srgbClr val="000000"/>
                </a:solidFill>
                <a:effectLst/>
                <a:uLnTx/>
                <a:uFillTx/>
                <a:latin typeface="Arial"/>
                <a:ea typeface="Arial"/>
                <a:cs typeface="+mn-cs"/>
              </a:rPr>
              <a:t>sydtkgu</a:t>
            </a:r>
            <a:endParaRPr kumimoji="0" lang="en-US" sz="1200" b="0" i="0" u="none" strike="noStrike" kern="1200" cap="none" spc="0" normalizeH="0" baseline="0" noProof="0" dirty="0">
              <a:ln>
                <a:noFill/>
              </a:ln>
              <a:solidFill>
                <a:srgbClr val="000000"/>
              </a:solidFill>
              <a:effectLst/>
              <a:uLnTx/>
              <a:uFillTx/>
              <a:latin typeface="Arial"/>
              <a:ea typeface="+mn-ea"/>
              <a:cs typeface="+mn-cs"/>
            </a:endParaRPr>
          </a:p>
        </p:txBody>
      </p:sp>
      <p:graphicFrame>
        <p:nvGraphicFramePr>
          <p:cNvPr id="418" name="Google Shape;243;p31"/>
          <p:cNvGraphicFramePr/>
          <p:nvPr>
            <p:extLst>
              <p:ext uri="{D42A27DB-BD31-4B8C-83A1-F6EECF244321}">
                <p14:modId xmlns:p14="http://schemas.microsoft.com/office/powerpoint/2010/main" val="549109725"/>
              </p:ext>
            </p:extLst>
          </p:nvPr>
        </p:nvGraphicFramePr>
        <p:xfrm>
          <a:off x="457200" y="1521000"/>
          <a:ext cx="7884720" cy="7268040"/>
        </p:xfrm>
        <a:graphic>
          <a:graphicData uri="http://schemas.openxmlformats.org/drawingml/2006/table">
            <a:tbl>
              <a:tblPr/>
              <a:tblGrid>
                <a:gridCol w="6048000">
                  <a:extLst>
                    <a:ext uri="{9D8B030D-6E8A-4147-A177-3AD203B41FA5}">
                      <a16:colId xmlns:a16="http://schemas.microsoft.com/office/drawing/2014/main" val="20000"/>
                    </a:ext>
                  </a:extLst>
                </a:gridCol>
                <a:gridCol w="1836720">
                  <a:extLst>
                    <a:ext uri="{9D8B030D-6E8A-4147-A177-3AD203B41FA5}">
                      <a16:colId xmlns:a16="http://schemas.microsoft.com/office/drawing/2014/main" val="20001"/>
                    </a:ext>
                  </a:extLst>
                </a:gridCol>
              </a:tblGrid>
              <a:tr h="305280">
                <a:tc>
                  <a:txBody>
                    <a:bodyPr/>
                    <a:lstStyle/>
                    <a:p>
                      <a:pPr>
                        <a:lnSpc>
                          <a:spcPct val="100000"/>
                        </a:lnSpc>
                        <a:tabLst>
                          <a:tab pos="0" algn="l"/>
                        </a:tabLst>
                      </a:pPr>
                      <a:r>
                        <a:rPr lang="en-US" sz="1050" b="0" u="none" strike="noStrike" dirty="0">
                          <a:solidFill>
                            <a:schemeClr val="dk1"/>
                          </a:solidFill>
                          <a:uFillTx/>
                          <a:latin typeface="Arial"/>
                          <a:ea typeface="Arial"/>
                        </a:rPr>
                        <a:t>Description</a:t>
                      </a:r>
                      <a:endParaRPr lang="en-US" sz="1050" b="0" u="none" strike="noStrike" dirty="0">
                        <a:solidFill>
                          <a:srgbClr val="000000"/>
                        </a:solidFill>
                        <a:uFillTx/>
                        <a:latin typeface="Arial"/>
                      </a:endParaRPr>
                    </a:p>
                  </a:txBody>
                  <a:tcPr anchor="ctr">
                    <a:lnL w="12240">
                      <a:solidFill>
                        <a:srgbClr val="BFBFBF"/>
                      </a:solidFill>
                      <a:prstDash val="solid"/>
                    </a:lnL>
                    <a:lnR w="9360">
                      <a:solidFill>
                        <a:srgbClr val="000000"/>
                      </a:solidFill>
                      <a:prstDash val="solid"/>
                    </a:lnR>
                    <a:lnT w="9360">
                      <a:solidFill>
                        <a:srgbClr val="000000"/>
                      </a:solidFill>
                      <a:prstDash val="solid"/>
                    </a:lnT>
                    <a:lnB w="9360">
                      <a:solidFill>
                        <a:srgbClr val="BFBFBF"/>
                      </a:solidFill>
                      <a:prstDash val="solid"/>
                    </a:lnB>
                    <a:solidFill>
                      <a:srgbClr val="E2A300"/>
                    </a:solidFill>
                  </a:tcPr>
                </a:tc>
                <a:tc>
                  <a:txBody>
                    <a:bodyPr/>
                    <a:lstStyle/>
                    <a:p>
                      <a:pPr algn="ctr">
                        <a:lnSpc>
                          <a:spcPct val="100000"/>
                        </a:lnSpc>
                        <a:tabLst>
                          <a:tab pos="0" algn="l"/>
                        </a:tabLst>
                      </a:pPr>
                      <a:endParaRPr lang="en-US" sz="1050" b="0" u="none" strike="noStrike" dirty="0">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BFBFBF"/>
                      </a:solidFill>
                      <a:prstDash val="solid"/>
                    </a:lnB>
                    <a:solidFill>
                      <a:srgbClr val="E2A300"/>
                    </a:solidFill>
                  </a:tcPr>
                </a:tc>
                <a:extLst>
                  <a:ext uri="{0D108BD9-81ED-4DB2-BD59-A6C34878D82A}">
                    <a16:rowId xmlns:a16="http://schemas.microsoft.com/office/drawing/2014/main" val="10000"/>
                  </a:ext>
                </a:extLst>
              </a:tr>
              <a:tr h="316440">
                <a:tc>
                  <a:txBody>
                    <a:bodyPr/>
                    <a:lstStyle/>
                    <a:p>
                      <a:pPr>
                        <a:lnSpc>
                          <a:spcPct val="100000"/>
                        </a:lnSpc>
                        <a:tabLst>
                          <a:tab pos="0" algn="l"/>
                        </a:tabLst>
                      </a:pPr>
                      <a:endParaRPr lang="en-US" sz="1050" b="0" u="none" strike="noStrike" dirty="0">
                        <a:solidFill>
                          <a:srgbClr val="000000"/>
                        </a:solidFill>
                        <a:uFillTx/>
                        <a:latin typeface="Arial"/>
                      </a:endParaRPr>
                    </a:p>
                  </a:txBody>
                  <a:tcPr anchor="ctr">
                    <a:lnL w="12240">
                      <a:solidFill>
                        <a:srgbClr val="BFBFBF"/>
                      </a:solidFill>
                      <a:prstDash val="solid"/>
                    </a:lnL>
                    <a:lnR w="9360">
                      <a:solidFill>
                        <a:srgbClr val="BFBFBF"/>
                      </a:solidFill>
                      <a:prstDash val="solid"/>
                    </a:lnR>
                    <a:lnT w="9360">
                      <a:solidFill>
                        <a:srgbClr val="BFBFBF"/>
                      </a:solidFill>
                      <a:prstDash val="solid"/>
                    </a:lnT>
                    <a:lnB w="9360">
                      <a:solidFill>
                        <a:srgbClr val="BFBFBF"/>
                      </a:solidFill>
                      <a:prstDash val="solid"/>
                    </a:lnB>
                    <a:noFill/>
                  </a:tcPr>
                </a:tc>
                <a:tc>
                  <a:txBody>
                    <a:bodyPr/>
                    <a:lstStyle/>
                    <a:p>
                      <a:pPr algn="ctr">
                        <a:lnSpc>
                          <a:spcPct val="100000"/>
                        </a:lnSpc>
                        <a:tabLst>
                          <a:tab pos="0" algn="l"/>
                        </a:tabLst>
                      </a:pPr>
                      <a:endParaRPr lang="en-US" sz="1050" b="0" u="none" strike="noStrike" dirty="0">
                        <a:solidFill>
                          <a:schemeClr val="tx1"/>
                        </a:solidFill>
                        <a:uFillTx/>
                        <a:latin typeface="Arial"/>
                      </a:endParaRPr>
                    </a:p>
                  </a:txBody>
                  <a:tcPr anchor="ctr">
                    <a:lnL w="9360">
                      <a:solidFill>
                        <a:srgbClr val="BFBFBF"/>
                      </a:solidFill>
                      <a:prstDash val="solid"/>
                    </a:lnL>
                    <a:lnR w="9360">
                      <a:solidFill>
                        <a:srgbClr val="BFBFBF"/>
                      </a:solidFill>
                      <a:prstDash val="solid"/>
                    </a:lnR>
                    <a:lnT w="9360">
                      <a:solidFill>
                        <a:srgbClr val="BFBFBF"/>
                      </a:solidFill>
                      <a:prstDash val="solid"/>
                    </a:lnT>
                    <a:lnB w="9360">
                      <a:solidFill>
                        <a:srgbClr val="BFBFBF"/>
                      </a:solidFill>
                      <a:prstDash val="solid"/>
                    </a:lnB>
                    <a:noFill/>
                  </a:tcPr>
                </a:tc>
                <a:extLst>
                  <a:ext uri="{0D108BD9-81ED-4DB2-BD59-A6C34878D82A}">
                    <a16:rowId xmlns:a16="http://schemas.microsoft.com/office/drawing/2014/main" val="10001"/>
                  </a:ext>
                </a:extLst>
              </a:tr>
              <a:tr h="316440">
                <a:tc>
                  <a:txBody>
                    <a:bodyPr/>
                    <a:lstStyle/>
                    <a:p>
                      <a:pPr>
                        <a:lnSpc>
                          <a:spcPct val="100000"/>
                        </a:lnSpc>
                        <a:tabLst>
                          <a:tab pos="0" algn="l"/>
                        </a:tabLst>
                      </a:pPr>
                      <a:endParaRPr lang="en-US" sz="1050" b="0" u="none" strike="noStrike" dirty="0">
                        <a:solidFill>
                          <a:srgbClr val="000000"/>
                        </a:solidFill>
                        <a:uFillTx/>
                        <a:latin typeface="Arial"/>
                      </a:endParaRPr>
                    </a:p>
                  </a:txBody>
                  <a:tcPr anchor="ctr">
                    <a:lnL w="12240">
                      <a:solidFill>
                        <a:srgbClr val="BFBFBF"/>
                      </a:solidFill>
                      <a:prstDash val="solid"/>
                    </a:lnL>
                    <a:lnR w="9360">
                      <a:solidFill>
                        <a:srgbClr val="BFBFBF"/>
                      </a:solidFill>
                      <a:prstDash val="solid"/>
                    </a:lnR>
                    <a:lnT w="9360">
                      <a:solidFill>
                        <a:srgbClr val="BFBFBF"/>
                      </a:solidFill>
                      <a:prstDash val="solid"/>
                    </a:lnT>
                    <a:lnB w="9360">
                      <a:solidFill>
                        <a:srgbClr val="BFBFBF"/>
                      </a:solidFill>
                      <a:prstDash val="solid"/>
                    </a:lnB>
                    <a:noFill/>
                  </a:tcPr>
                </a:tc>
                <a:tc>
                  <a:txBody>
                    <a:bodyPr/>
                    <a:lstStyle/>
                    <a:p>
                      <a:pPr algn="ctr">
                        <a:lnSpc>
                          <a:spcPct val="100000"/>
                        </a:lnSpc>
                        <a:tabLst>
                          <a:tab pos="0" algn="l"/>
                        </a:tabLst>
                      </a:pPr>
                      <a:endParaRPr lang="en-US" sz="1050" b="0" u="none" strike="noStrike" dirty="0">
                        <a:solidFill>
                          <a:schemeClr val="tx1"/>
                        </a:solidFill>
                        <a:uFillTx/>
                        <a:latin typeface="Arial"/>
                      </a:endParaRPr>
                    </a:p>
                  </a:txBody>
                  <a:tcPr anchor="ctr">
                    <a:lnL w="9360">
                      <a:solidFill>
                        <a:srgbClr val="BFBFBF"/>
                      </a:solidFill>
                      <a:prstDash val="solid"/>
                    </a:lnL>
                    <a:lnR w="9360">
                      <a:solidFill>
                        <a:srgbClr val="BFBFBF"/>
                      </a:solidFill>
                      <a:prstDash val="solid"/>
                    </a:lnR>
                    <a:lnT w="9360">
                      <a:solidFill>
                        <a:srgbClr val="BFBFBF"/>
                      </a:solidFill>
                      <a:prstDash val="solid"/>
                    </a:lnT>
                    <a:lnB w="9360">
                      <a:solidFill>
                        <a:srgbClr val="BFBFBF"/>
                      </a:solidFill>
                      <a:prstDash val="solid"/>
                    </a:lnB>
                    <a:noFill/>
                  </a:tcPr>
                </a:tc>
                <a:extLst>
                  <a:ext uri="{0D108BD9-81ED-4DB2-BD59-A6C34878D82A}">
                    <a16:rowId xmlns:a16="http://schemas.microsoft.com/office/drawing/2014/main" val="10002"/>
                  </a:ext>
                </a:extLst>
              </a:tr>
              <a:tr h="316440">
                <a:tc>
                  <a:txBody>
                    <a:bodyPr/>
                    <a:lstStyle/>
                    <a:p>
                      <a:pPr>
                        <a:lnSpc>
                          <a:spcPct val="100000"/>
                        </a:lnSpc>
                        <a:tabLst>
                          <a:tab pos="0" algn="l"/>
                        </a:tabLst>
                      </a:pPr>
                      <a:endParaRPr lang="en-US" sz="1050" b="0" u="none" strike="noStrike" dirty="0">
                        <a:solidFill>
                          <a:srgbClr val="FFFFFF"/>
                        </a:solidFill>
                        <a:uFillTx/>
                        <a:latin typeface="Arial"/>
                      </a:endParaRPr>
                    </a:p>
                  </a:txBody>
                  <a:tcPr anchor="ctr">
                    <a:lnL w="12240">
                      <a:solidFill>
                        <a:srgbClr val="BFBFBF"/>
                      </a:solidFill>
                      <a:prstDash val="solid"/>
                    </a:lnL>
                    <a:lnR w="9360">
                      <a:solidFill>
                        <a:srgbClr val="BFBFBF"/>
                      </a:solidFill>
                      <a:prstDash val="solid"/>
                    </a:lnR>
                    <a:lnT w="9360">
                      <a:solidFill>
                        <a:srgbClr val="BFBFBF"/>
                      </a:solidFill>
                      <a:prstDash val="solid"/>
                    </a:lnT>
                    <a:lnB w="9360">
                      <a:solidFill>
                        <a:srgbClr val="BFBFBF"/>
                      </a:solidFill>
                      <a:prstDash val="solid"/>
                    </a:lnB>
                    <a:solidFill>
                      <a:srgbClr val="234874"/>
                    </a:solidFill>
                  </a:tcPr>
                </a:tc>
                <a:tc>
                  <a:txBody>
                    <a:bodyPr/>
                    <a:lstStyle/>
                    <a:p>
                      <a:pPr algn="ctr">
                        <a:lnSpc>
                          <a:spcPct val="100000"/>
                        </a:lnSpc>
                        <a:tabLst>
                          <a:tab pos="0" algn="l"/>
                        </a:tabLst>
                      </a:pPr>
                      <a:endParaRPr lang="en-US" sz="1050" b="1" u="none" strike="noStrike" dirty="0">
                        <a:solidFill>
                          <a:schemeClr val="bg1"/>
                        </a:solidFill>
                        <a:uFillTx/>
                        <a:latin typeface="Arial"/>
                      </a:endParaRPr>
                    </a:p>
                  </a:txBody>
                  <a:tcPr anchor="ctr">
                    <a:lnL w="9360">
                      <a:solidFill>
                        <a:srgbClr val="BFBFBF"/>
                      </a:solidFill>
                      <a:prstDash val="solid"/>
                    </a:lnL>
                    <a:lnR w="9360">
                      <a:solidFill>
                        <a:srgbClr val="BFBFBF"/>
                      </a:solidFill>
                      <a:prstDash val="solid"/>
                    </a:lnR>
                    <a:lnT w="9360">
                      <a:solidFill>
                        <a:srgbClr val="BFBFBF"/>
                      </a:solidFill>
                      <a:prstDash val="solid"/>
                    </a:lnT>
                    <a:lnB w="9360">
                      <a:solidFill>
                        <a:srgbClr val="BFBFBF"/>
                      </a:solidFill>
                      <a:prstDash val="solid"/>
                    </a:lnB>
                    <a:solidFill>
                      <a:srgbClr val="234874"/>
                    </a:solidFill>
                  </a:tcPr>
                </a:tc>
                <a:extLst>
                  <a:ext uri="{0D108BD9-81ED-4DB2-BD59-A6C34878D82A}">
                    <a16:rowId xmlns:a16="http://schemas.microsoft.com/office/drawing/2014/main" val="10003"/>
                  </a:ext>
                </a:extLst>
              </a:tr>
              <a:tr h="316440">
                <a:tc>
                  <a:txBody>
                    <a:bodyPr/>
                    <a:lstStyle/>
                    <a:p>
                      <a:pPr>
                        <a:lnSpc>
                          <a:spcPct val="100000"/>
                        </a:lnSpc>
                        <a:tabLst>
                          <a:tab pos="0" algn="l"/>
                        </a:tabLst>
                      </a:pPr>
                      <a:endParaRPr lang="en-US" sz="1050" b="0" u="none" strike="noStrike" dirty="0">
                        <a:solidFill>
                          <a:srgbClr val="000000"/>
                        </a:solidFill>
                        <a:uFillTx/>
                        <a:latin typeface="Arial"/>
                      </a:endParaRPr>
                    </a:p>
                  </a:txBody>
                  <a:tcPr anchor="ctr">
                    <a:lnL w="12240">
                      <a:solidFill>
                        <a:srgbClr val="BFBFBF"/>
                      </a:solidFill>
                      <a:prstDash val="solid"/>
                    </a:lnL>
                    <a:lnR w="9360">
                      <a:solidFill>
                        <a:srgbClr val="BFBFBF"/>
                      </a:solidFill>
                      <a:prstDash val="solid"/>
                    </a:lnR>
                    <a:lnT w="9360">
                      <a:solidFill>
                        <a:srgbClr val="BFBFBF"/>
                      </a:solidFill>
                      <a:prstDash val="solid"/>
                    </a:lnT>
                    <a:lnB w="9360">
                      <a:solidFill>
                        <a:srgbClr val="BFBFBF"/>
                      </a:solidFill>
                      <a:prstDash val="solid"/>
                    </a:lnB>
                    <a:noFill/>
                  </a:tcPr>
                </a:tc>
                <a:tc>
                  <a:txBody>
                    <a:bodyPr/>
                    <a:lstStyle/>
                    <a:p>
                      <a:pPr algn="ctr">
                        <a:lnSpc>
                          <a:spcPct val="100000"/>
                        </a:lnSpc>
                        <a:tabLst>
                          <a:tab pos="0" algn="l"/>
                        </a:tabLst>
                      </a:pPr>
                      <a:endParaRPr lang="en-US" sz="1050" b="0" u="none" strike="noStrike" dirty="0">
                        <a:solidFill>
                          <a:schemeClr val="tx1"/>
                        </a:solidFill>
                        <a:uFillTx/>
                        <a:latin typeface="Arial"/>
                      </a:endParaRPr>
                    </a:p>
                  </a:txBody>
                  <a:tcPr anchor="ctr">
                    <a:lnL w="9360">
                      <a:solidFill>
                        <a:srgbClr val="BFBFBF"/>
                      </a:solidFill>
                      <a:prstDash val="solid"/>
                    </a:lnL>
                    <a:lnR w="9360">
                      <a:solidFill>
                        <a:srgbClr val="BFBFBF"/>
                      </a:solidFill>
                      <a:prstDash val="solid"/>
                    </a:lnR>
                    <a:lnT w="9360">
                      <a:solidFill>
                        <a:srgbClr val="BFBFBF"/>
                      </a:solidFill>
                      <a:prstDash val="solid"/>
                    </a:lnT>
                    <a:lnB w="9360">
                      <a:solidFill>
                        <a:srgbClr val="BFBFBF"/>
                      </a:solidFill>
                      <a:prstDash val="solid"/>
                    </a:lnB>
                    <a:noFill/>
                  </a:tcPr>
                </a:tc>
                <a:extLst>
                  <a:ext uri="{0D108BD9-81ED-4DB2-BD59-A6C34878D82A}">
                    <a16:rowId xmlns:a16="http://schemas.microsoft.com/office/drawing/2014/main" val="10004"/>
                  </a:ext>
                </a:extLst>
              </a:tr>
              <a:tr h="316440">
                <a:tc>
                  <a:txBody>
                    <a:bodyPr/>
                    <a:lstStyle/>
                    <a:p>
                      <a:pPr>
                        <a:lnSpc>
                          <a:spcPct val="100000"/>
                        </a:lnSpc>
                        <a:tabLst>
                          <a:tab pos="0" algn="l"/>
                        </a:tabLst>
                      </a:pPr>
                      <a:endParaRPr lang="en-US" sz="1050" b="0" u="none" strike="noStrike">
                        <a:solidFill>
                          <a:srgbClr val="FFFFFF"/>
                        </a:solidFill>
                        <a:uFillTx/>
                        <a:latin typeface="Arial"/>
                      </a:endParaRPr>
                    </a:p>
                  </a:txBody>
                  <a:tcPr anchor="ctr">
                    <a:lnL w="12240">
                      <a:solidFill>
                        <a:srgbClr val="BFBFBF"/>
                      </a:solidFill>
                      <a:prstDash val="solid"/>
                    </a:lnL>
                    <a:lnR w="9360">
                      <a:solidFill>
                        <a:srgbClr val="BFBFBF"/>
                      </a:solidFill>
                      <a:prstDash val="solid"/>
                    </a:lnR>
                    <a:lnT w="9360">
                      <a:solidFill>
                        <a:srgbClr val="BFBFBF"/>
                      </a:solidFill>
                      <a:prstDash val="solid"/>
                    </a:lnT>
                    <a:lnB w="9360">
                      <a:solidFill>
                        <a:srgbClr val="BFBFBF"/>
                      </a:solidFill>
                      <a:prstDash val="solid"/>
                    </a:lnB>
                    <a:solidFill>
                      <a:srgbClr val="234874"/>
                    </a:solidFill>
                  </a:tcPr>
                </a:tc>
                <a:tc>
                  <a:txBody>
                    <a:bodyPr/>
                    <a:lstStyle/>
                    <a:p>
                      <a:pPr algn="ctr">
                        <a:lnSpc>
                          <a:spcPct val="100000"/>
                        </a:lnSpc>
                        <a:tabLst>
                          <a:tab pos="0" algn="l"/>
                        </a:tabLst>
                      </a:pPr>
                      <a:endParaRPr lang="en-US" sz="1050" b="1" u="none" strike="noStrike" dirty="0">
                        <a:solidFill>
                          <a:schemeClr val="bg1"/>
                        </a:solidFill>
                        <a:uFillTx/>
                        <a:latin typeface="Arial"/>
                      </a:endParaRPr>
                    </a:p>
                  </a:txBody>
                  <a:tcPr anchor="ctr">
                    <a:lnL w="9360">
                      <a:solidFill>
                        <a:srgbClr val="BFBFBF"/>
                      </a:solidFill>
                      <a:prstDash val="solid"/>
                    </a:lnL>
                    <a:lnR w="9360">
                      <a:solidFill>
                        <a:srgbClr val="BFBFBF"/>
                      </a:solidFill>
                      <a:prstDash val="solid"/>
                    </a:lnR>
                    <a:lnT w="9360">
                      <a:solidFill>
                        <a:srgbClr val="BFBFBF"/>
                      </a:solidFill>
                      <a:prstDash val="solid"/>
                    </a:lnT>
                    <a:lnB w="9360">
                      <a:solidFill>
                        <a:srgbClr val="BFBFBF"/>
                      </a:solidFill>
                      <a:prstDash val="solid"/>
                    </a:lnB>
                    <a:solidFill>
                      <a:srgbClr val="234874"/>
                    </a:solidFill>
                  </a:tcPr>
                </a:tc>
                <a:extLst>
                  <a:ext uri="{0D108BD9-81ED-4DB2-BD59-A6C34878D82A}">
                    <a16:rowId xmlns:a16="http://schemas.microsoft.com/office/drawing/2014/main" val="10005"/>
                  </a:ext>
                </a:extLst>
              </a:tr>
              <a:tr h="316440">
                <a:tc>
                  <a:txBody>
                    <a:bodyPr/>
                    <a:lstStyle/>
                    <a:p>
                      <a:pPr>
                        <a:lnSpc>
                          <a:spcPct val="100000"/>
                        </a:lnSpc>
                        <a:tabLst>
                          <a:tab pos="0" algn="l"/>
                        </a:tabLst>
                      </a:pPr>
                      <a:endParaRPr lang="en-US" sz="1050" b="0" u="none" strike="noStrike" dirty="0">
                        <a:solidFill>
                          <a:srgbClr val="000000"/>
                        </a:solidFill>
                        <a:uFillTx/>
                        <a:latin typeface="Arial"/>
                      </a:endParaRPr>
                    </a:p>
                  </a:txBody>
                  <a:tcPr anchor="ctr">
                    <a:lnL w="12240">
                      <a:solidFill>
                        <a:srgbClr val="BFBFBF"/>
                      </a:solidFill>
                      <a:prstDash val="solid"/>
                    </a:lnL>
                    <a:lnR w="9360">
                      <a:solidFill>
                        <a:srgbClr val="BFBFBF"/>
                      </a:solidFill>
                      <a:prstDash val="solid"/>
                    </a:lnR>
                    <a:lnT w="9360">
                      <a:solidFill>
                        <a:srgbClr val="BFBFBF"/>
                      </a:solidFill>
                      <a:prstDash val="solid"/>
                    </a:lnT>
                    <a:lnB w="9360">
                      <a:solidFill>
                        <a:srgbClr val="BFBFBF"/>
                      </a:solidFill>
                      <a:prstDash val="solid"/>
                    </a:lnB>
                    <a:noFill/>
                  </a:tcPr>
                </a:tc>
                <a:tc>
                  <a:txBody>
                    <a:bodyPr/>
                    <a:lstStyle/>
                    <a:p>
                      <a:pPr algn="ctr">
                        <a:lnSpc>
                          <a:spcPct val="100000"/>
                        </a:lnSpc>
                        <a:tabLst>
                          <a:tab pos="0" algn="l"/>
                        </a:tabLst>
                      </a:pPr>
                      <a:endParaRPr lang="en-US" sz="1050" b="0" u="none" strike="noStrike" dirty="0">
                        <a:solidFill>
                          <a:schemeClr val="tx1"/>
                        </a:solidFill>
                        <a:uFillTx/>
                        <a:latin typeface="Arial"/>
                      </a:endParaRPr>
                    </a:p>
                  </a:txBody>
                  <a:tcPr anchor="ctr">
                    <a:lnL w="9360">
                      <a:solidFill>
                        <a:srgbClr val="BFBFBF"/>
                      </a:solidFill>
                      <a:prstDash val="solid"/>
                    </a:lnL>
                    <a:lnR w="9360">
                      <a:solidFill>
                        <a:srgbClr val="BFBFBF"/>
                      </a:solidFill>
                      <a:prstDash val="solid"/>
                    </a:lnR>
                    <a:lnT w="9360">
                      <a:solidFill>
                        <a:srgbClr val="BFBFBF"/>
                      </a:solidFill>
                      <a:prstDash val="solid"/>
                    </a:lnT>
                    <a:lnB w="9360">
                      <a:solidFill>
                        <a:srgbClr val="BFBFBF"/>
                      </a:solidFill>
                      <a:prstDash val="solid"/>
                    </a:lnB>
                    <a:noFill/>
                  </a:tcPr>
                </a:tc>
                <a:extLst>
                  <a:ext uri="{0D108BD9-81ED-4DB2-BD59-A6C34878D82A}">
                    <a16:rowId xmlns:a16="http://schemas.microsoft.com/office/drawing/2014/main" val="10006"/>
                  </a:ext>
                </a:extLst>
              </a:tr>
              <a:tr h="316440">
                <a:tc>
                  <a:txBody>
                    <a:bodyPr/>
                    <a:lstStyle/>
                    <a:p>
                      <a:pPr>
                        <a:lnSpc>
                          <a:spcPct val="100000"/>
                        </a:lnSpc>
                        <a:tabLst>
                          <a:tab pos="0" algn="l"/>
                        </a:tabLst>
                      </a:pPr>
                      <a:endParaRPr lang="en-US" sz="1050" b="0" u="none" strike="noStrike" dirty="0">
                        <a:solidFill>
                          <a:srgbClr val="000000"/>
                        </a:solidFill>
                        <a:uFillTx/>
                        <a:latin typeface="Arial"/>
                      </a:endParaRPr>
                    </a:p>
                  </a:txBody>
                  <a:tcPr anchor="ctr">
                    <a:lnL w="12240">
                      <a:solidFill>
                        <a:srgbClr val="BFBFBF"/>
                      </a:solidFill>
                      <a:prstDash val="solid"/>
                    </a:lnL>
                    <a:lnR w="9360">
                      <a:solidFill>
                        <a:srgbClr val="BFBFBF"/>
                      </a:solidFill>
                      <a:prstDash val="solid"/>
                    </a:lnR>
                    <a:lnT w="9360">
                      <a:solidFill>
                        <a:srgbClr val="BFBFBF"/>
                      </a:solidFill>
                      <a:prstDash val="solid"/>
                    </a:lnT>
                    <a:lnB w="9360">
                      <a:solidFill>
                        <a:srgbClr val="BFBFBF"/>
                      </a:solidFill>
                      <a:prstDash val="solid"/>
                    </a:lnB>
                    <a:noFill/>
                  </a:tcPr>
                </a:tc>
                <a:tc>
                  <a:txBody>
                    <a:bodyPr/>
                    <a:lstStyle/>
                    <a:p>
                      <a:pPr algn="ctr">
                        <a:lnSpc>
                          <a:spcPct val="100000"/>
                        </a:lnSpc>
                        <a:tabLst>
                          <a:tab pos="0" algn="l"/>
                        </a:tabLst>
                      </a:pPr>
                      <a:endParaRPr lang="en-US" sz="1050" b="0" u="none" strike="noStrike" dirty="0">
                        <a:solidFill>
                          <a:schemeClr val="tx1"/>
                        </a:solidFill>
                        <a:uFillTx/>
                        <a:latin typeface="Arial"/>
                      </a:endParaRPr>
                    </a:p>
                  </a:txBody>
                  <a:tcPr anchor="ctr">
                    <a:lnL w="9360">
                      <a:solidFill>
                        <a:srgbClr val="BFBFBF"/>
                      </a:solidFill>
                      <a:prstDash val="solid"/>
                    </a:lnL>
                    <a:lnR w="9360">
                      <a:solidFill>
                        <a:srgbClr val="BFBFBF"/>
                      </a:solidFill>
                      <a:prstDash val="solid"/>
                    </a:lnR>
                    <a:lnT w="9360">
                      <a:solidFill>
                        <a:srgbClr val="BFBFBF"/>
                      </a:solidFill>
                      <a:prstDash val="solid"/>
                    </a:lnT>
                    <a:lnB w="9360">
                      <a:solidFill>
                        <a:srgbClr val="BFBFBF"/>
                      </a:solidFill>
                      <a:prstDash val="solid"/>
                    </a:lnB>
                    <a:noFill/>
                  </a:tcPr>
                </a:tc>
                <a:extLst>
                  <a:ext uri="{0D108BD9-81ED-4DB2-BD59-A6C34878D82A}">
                    <a16:rowId xmlns:a16="http://schemas.microsoft.com/office/drawing/2014/main" val="10007"/>
                  </a:ext>
                </a:extLst>
              </a:tr>
              <a:tr h="316440">
                <a:tc>
                  <a:txBody>
                    <a:bodyPr/>
                    <a:lstStyle/>
                    <a:p>
                      <a:pPr>
                        <a:lnSpc>
                          <a:spcPct val="100000"/>
                        </a:lnSpc>
                        <a:tabLst>
                          <a:tab pos="0" algn="l"/>
                        </a:tabLst>
                      </a:pPr>
                      <a:endParaRPr lang="en-US" sz="1050" b="0" u="none" strike="noStrike" dirty="0">
                        <a:solidFill>
                          <a:srgbClr val="000000"/>
                        </a:solidFill>
                        <a:uFillTx/>
                        <a:latin typeface="Arial"/>
                      </a:endParaRPr>
                    </a:p>
                  </a:txBody>
                  <a:tcPr anchor="ctr">
                    <a:lnL w="12240">
                      <a:solidFill>
                        <a:srgbClr val="BFBFBF"/>
                      </a:solidFill>
                      <a:prstDash val="solid"/>
                    </a:lnL>
                    <a:lnR w="9360">
                      <a:solidFill>
                        <a:srgbClr val="BFBFBF"/>
                      </a:solidFill>
                      <a:prstDash val="solid"/>
                    </a:lnR>
                    <a:lnT w="9360">
                      <a:solidFill>
                        <a:srgbClr val="BFBFBF"/>
                      </a:solidFill>
                      <a:prstDash val="solid"/>
                    </a:lnT>
                    <a:lnB w="9360">
                      <a:solidFill>
                        <a:srgbClr val="BFBFBF"/>
                      </a:solidFill>
                      <a:prstDash val="solid"/>
                    </a:lnB>
                    <a:noFill/>
                  </a:tcPr>
                </a:tc>
                <a:tc>
                  <a:txBody>
                    <a:bodyPr/>
                    <a:lstStyle/>
                    <a:p>
                      <a:pPr algn="ctr">
                        <a:lnSpc>
                          <a:spcPct val="100000"/>
                        </a:lnSpc>
                        <a:tabLst>
                          <a:tab pos="0" algn="l"/>
                        </a:tabLst>
                      </a:pPr>
                      <a:endParaRPr lang="en-US" sz="1050" b="0" u="none" strike="noStrike" dirty="0">
                        <a:solidFill>
                          <a:schemeClr val="tx1"/>
                        </a:solidFill>
                        <a:uFillTx/>
                        <a:latin typeface="Arial"/>
                      </a:endParaRPr>
                    </a:p>
                  </a:txBody>
                  <a:tcPr anchor="ctr">
                    <a:lnL w="9360">
                      <a:solidFill>
                        <a:srgbClr val="BFBFBF"/>
                      </a:solidFill>
                      <a:prstDash val="solid"/>
                    </a:lnL>
                    <a:lnR w="9360">
                      <a:solidFill>
                        <a:srgbClr val="BFBFBF"/>
                      </a:solidFill>
                      <a:prstDash val="solid"/>
                    </a:lnR>
                    <a:lnT w="9360">
                      <a:solidFill>
                        <a:srgbClr val="BFBFBF"/>
                      </a:solidFill>
                      <a:prstDash val="solid"/>
                    </a:lnT>
                    <a:lnB w="9360">
                      <a:solidFill>
                        <a:srgbClr val="BFBFBF"/>
                      </a:solidFill>
                      <a:prstDash val="solid"/>
                    </a:lnB>
                    <a:noFill/>
                  </a:tcPr>
                </a:tc>
                <a:extLst>
                  <a:ext uri="{0D108BD9-81ED-4DB2-BD59-A6C34878D82A}">
                    <a16:rowId xmlns:a16="http://schemas.microsoft.com/office/drawing/2014/main" val="10008"/>
                  </a:ext>
                </a:extLst>
              </a:tr>
              <a:tr h="316440">
                <a:tc>
                  <a:txBody>
                    <a:bodyPr/>
                    <a:lstStyle/>
                    <a:p>
                      <a:pPr>
                        <a:lnSpc>
                          <a:spcPct val="100000"/>
                        </a:lnSpc>
                        <a:tabLst>
                          <a:tab pos="0" algn="l"/>
                        </a:tabLst>
                      </a:pPr>
                      <a:endParaRPr lang="en-US" sz="1050" b="0" u="none" strike="noStrike" dirty="0">
                        <a:solidFill>
                          <a:srgbClr val="000000"/>
                        </a:solidFill>
                        <a:uFillTx/>
                        <a:latin typeface="Arial"/>
                      </a:endParaRPr>
                    </a:p>
                  </a:txBody>
                  <a:tcPr anchor="ctr">
                    <a:lnL w="12240">
                      <a:solidFill>
                        <a:srgbClr val="BFBFBF"/>
                      </a:solidFill>
                      <a:prstDash val="solid"/>
                    </a:lnL>
                    <a:lnR w="9360">
                      <a:solidFill>
                        <a:srgbClr val="BFBFBF"/>
                      </a:solidFill>
                      <a:prstDash val="solid"/>
                    </a:lnR>
                    <a:lnT w="9360">
                      <a:solidFill>
                        <a:srgbClr val="BFBFBF"/>
                      </a:solidFill>
                      <a:prstDash val="solid"/>
                    </a:lnT>
                    <a:lnB w="9360">
                      <a:solidFill>
                        <a:srgbClr val="BFBFBF"/>
                      </a:solidFill>
                      <a:prstDash val="solid"/>
                    </a:lnB>
                    <a:noFill/>
                  </a:tcPr>
                </a:tc>
                <a:tc>
                  <a:txBody>
                    <a:bodyPr/>
                    <a:lstStyle/>
                    <a:p>
                      <a:pPr algn="ctr">
                        <a:lnSpc>
                          <a:spcPct val="100000"/>
                        </a:lnSpc>
                        <a:tabLst>
                          <a:tab pos="0" algn="l"/>
                        </a:tabLst>
                      </a:pPr>
                      <a:endParaRPr lang="en-US" sz="1050" b="0" u="none" strike="noStrike" dirty="0">
                        <a:solidFill>
                          <a:schemeClr val="tx1"/>
                        </a:solidFill>
                        <a:uFillTx/>
                        <a:latin typeface="Arial"/>
                      </a:endParaRPr>
                    </a:p>
                  </a:txBody>
                  <a:tcPr anchor="ctr">
                    <a:lnL w="9360">
                      <a:solidFill>
                        <a:srgbClr val="BFBFBF"/>
                      </a:solidFill>
                      <a:prstDash val="solid"/>
                    </a:lnL>
                    <a:lnR w="9360">
                      <a:solidFill>
                        <a:srgbClr val="BFBFBF"/>
                      </a:solidFill>
                      <a:prstDash val="solid"/>
                    </a:lnR>
                    <a:lnT w="9360">
                      <a:solidFill>
                        <a:srgbClr val="BFBFBF"/>
                      </a:solidFill>
                      <a:prstDash val="solid"/>
                    </a:lnT>
                    <a:lnB w="9360">
                      <a:solidFill>
                        <a:srgbClr val="BFBFBF"/>
                      </a:solidFill>
                      <a:prstDash val="solid"/>
                    </a:lnB>
                    <a:noFill/>
                  </a:tcPr>
                </a:tc>
                <a:extLst>
                  <a:ext uri="{0D108BD9-81ED-4DB2-BD59-A6C34878D82A}">
                    <a16:rowId xmlns:a16="http://schemas.microsoft.com/office/drawing/2014/main" val="10009"/>
                  </a:ext>
                </a:extLst>
              </a:tr>
              <a:tr h="316440">
                <a:tc>
                  <a:txBody>
                    <a:bodyPr/>
                    <a:lstStyle/>
                    <a:p>
                      <a:pPr>
                        <a:lnSpc>
                          <a:spcPct val="100000"/>
                        </a:lnSpc>
                        <a:tabLst>
                          <a:tab pos="0" algn="l"/>
                        </a:tabLst>
                      </a:pPr>
                      <a:endParaRPr lang="en-US" sz="1050" b="0" u="none" strike="noStrike" dirty="0">
                        <a:solidFill>
                          <a:srgbClr val="000000"/>
                        </a:solidFill>
                        <a:uFillTx/>
                        <a:latin typeface="Arial"/>
                      </a:endParaRPr>
                    </a:p>
                  </a:txBody>
                  <a:tcPr anchor="ctr">
                    <a:lnL w="12240">
                      <a:solidFill>
                        <a:srgbClr val="BFBFBF"/>
                      </a:solidFill>
                      <a:prstDash val="solid"/>
                    </a:lnL>
                    <a:lnR w="9360">
                      <a:solidFill>
                        <a:srgbClr val="BFBFBF"/>
                      </a:solidFill>
                      <a:prstDash val="solid"/>
                    </a:lnR>
                    <a:lnT w="9360">
                      <a:solidFill>
                        <a:srgbClr val="BFBFBF"/>
                      </a:solidFill>
                      <a:prstDash val="solid"/>
                    </a:lnT>
                    <a:lnB w="9360">
                      <a:solidFill>
                        <a:srgbClr val="BFBFBF"/>
                      </a:solidFill>
                      <a:prstDash val="solid"/>
                    </a:lnB>
                    <a:noFill/>
                  </a:tcPr>
                </a:tc>
                <a:tc>
                  <a:txBody>
                    <a:bodyPr/>
                    <a:lstStyle/>
                    <a:p>
                      <a:pPr algn="ctr">
                        <a:lnSpc>
                          <a:spcPct val="100000"/>
                        </a:lnSpc>
                        <a:tabLst>
                          <a:tab pos="0" algn="l"/>
                        </a:tabLst>
                      </a:pPr>
                      <a:endParaRPr lang="en-US" sz="1050" b="0" u="none" strike="noStrike" dirty="0">
                        <a:solidFill>
                          <a:schemeClr val="tx1"/>
                        </a:solidFill>
                        <a:uFillTx/>
                        <a:latin typeface="Arial"/>
                      </a:endParaRPr>
                    </a:p>
                  </a:txBody>
                  <a:tcPr anchor="ctr">
                    <a:lnL w="9360">
                      <a:solidFill>
                        <a:srgbClr val="BFBFBF"/>
                      </a:solidFill>
                      <a:prstDash val="solid"/>
                    </a:lnL>
                    <a:lnR w="9360">
                      <a:solidFill>
                        <a:srgbClr val="BFBFBF"/>
                      </a:solidFill>
                      <a:prstDash val="solid"/>
                    </a:lnR>
                    <a:lnT w="9360">
                      <a:solidFill>
                        <a:srgbClr val="BFBFBF"/>
                      </a:solidFill>
                      <a:prstDash val="solid"/>
                    </a:lnT>
                    <a:lnB w="9360">
                      <a:solidFill>
                        <a:srgbClr val="BFBFBF"/>
                      </a:solidFill>
                      <a:prstDash val="solid"/>
                    </a:lnB>
                    <a:noFill/>
                  </a:tcPr>
                </a:tc>
                <a:extLst>
                  <a:ext uri="{0D108BD9-81ED-4DB2-BD59-A6C34878D82A}">
                    <a16:rowId xmlns:a16="http://schemas.microsoft.com/office/drawing/2014/main" val="10010"/>
                  </a:ext>
                </a:extLst>
              </a:tr>
              <a:tr h="316440">
                <a:tc>
                  <a:txBody>
                    <a:bodyPr/>
                    <a:lstStyle/>
                    <a:p>
                      <a:pPr>
                        <a:lnSpc>
                          <a:spcPct val="100000"/>
                        </a:lnSpc>
                        <a:tabLst>
                          <a:tab pos="0" algn="l"/>
                        </a:tabLst>
                      </a:pPr>
                      <a:endParaRPr lang="en-US" sz="1050" b="0" u="none" strike="noStrike" dirty="0">
                        <a:solidFill>
                          <a:srgbClr val="000000"/>
                        </a:solidFill>
                        <a:uFillTx/>
                        <a:latin typeface="Arial"/>
                      </a:endParaRPr>
                    </a:p>
                  </a:txBody>
                  <a:tcPr anchor="ctr">
                    <a:lnL w="12240">
                      <a:solidFill>
                        <a:srgbClr val="BFBFBF"/>
                      </a:solidFill>
                      <a:prstDash val="solid"/>
                    </a:lnL>
                    <a:lnR w="9360">
                      <a:solidFill>
                        <a:srgbClr val="BFBFBF"/>
                      </a:solidFill>
                      <a:prstDash val="solid"/>
                    </a:lnR>
                    <a:lnT w="9360">
                      <a:solidFill>
                        <a:srgbClr val="BFBFBF"/>
                      </a:solidFill>
                      <a:prstDash val="solid"/>
                    </a:lnT>
                    <a:lnB w="9360">
                      <a:solidFill>
                        <a:srgbClr val="BFBFBF"/>
                      </a:solidFill>
                      <a:prstDash val="solid"/>
                    </a:lnB>
                    <a:noFill/>
                  </a:tcPr>
                </a:tc>
                <a:tc>
                  <a:txBody>
                    <a:bodyPr/>
                    <a:lstStyle/>
                    <a:p>
                      <a:pPr algn="ctr">
                        <a:lnSpc>
                          <a:spcPct val="100000"/>
                        </a:lnSpc>
                        <a:tabLst>
                          <a:tab pos="0" algn="l"/>
                        </a:tabLst>
                      </a:pPr>
                      <a:endParaRPr lang="en-US" sz="1050" b="0" u="none" strike="noStrike">
                        <a:solidFill>
                          <a:schemeClr val="tx1"/>
                        </a:solidFill>
                        <a:uFillTx/>
                        <a:latin typeface="Arial"/>
                      </a:endParaRPr>
                    </a:p>
                  </a:txBody>
                  <a:tcPr anchor="ctr">
                    <a:lnL w="9360">
                      <a:solidFill>
                        <a:srgbClr val="BFBFBF"/>
                      </a:solidFill>
                      <a:prstDash val="solid"/>
                    </a:lnL>
                    <a:lnR w="9360">
                      <a:solidFill>
                        <a:srgbClr val="BFBFBF"/>
                      </a:solidFill>
                      <a:prstDash val="solid"/>
                    </a:lnR>
                    <a:lnT w="9360">
                      <a:solidFill>
                        <a:srgbClr val="BFBFBF"/>
                      </a:solidFill>
                      <a:prstDash val="solid"/>
                    </a:lnT>
                    <a:lnB w="9360">
                      <a:solidFill>
                        <a:srgbClr val="BFBFBF"/>
                      </a:solidFill>
                      <a:prstDash val="solid"/>
                    </a:lnB>
                    <a:noFill/>
                  </a:tcPr>
                </a:tc>
                <a:extLst>
                  <a:ext uri="{0D108BD9-81ED-4DB2-BD59-A6C34878D82A}">
                    <a16:rowId xmlns:a16="http://schemas.microsoft.com/office/drawing/2014/main" val="10011"/>
                  </a:ext>
                </a:extLst>
              </a:tr>
              <a:tr h="316440">
                <a:tc>
                  <a:txBody>
                    <a:bodyPr/>
                    <a:lstStyle/>
                    <a:p>
                      <a:pPr>
                        <a:lnSpc>
                          <a:spcPct val="100000"/>
                        </a:lnSpc>
                        <a:tabLst>
                          <a:tab pos="0" algn="l"/>
                        </a:tabLst>
                      </a:pPr>
                      <a:endParaRPr lang="en-US" sz="1050" b="0" u="none" strike="noStrike" dirty="0">
                        <a:solidFill>
                          <a:srgbClr val="000000"/>
                        </a:solidFill>
                        <a:uFillTx/>
                        <a:latin typeface="Arial"/>
                      </a:endParaRPr>
                    </a:p>
                  </a:txBody>
                  <a:tcPr anchor="ctr">
                    <a:lnL w="12240">
                      <a:solidFill>
                        <a:srgbClr val="BFBFBF"/>
                      </a:solidFill>
                      <a:prstDash val="solid"/>
                    </a:lnL>
                    <a:lnR w="9360">
                      <a:solidFill>
                        <a:srgbClr val="BFBFBF"/>
                      </a:solidFill>
                      <a:prstDash val="solid"/>
                    </a:lnR>
                    <a:lnT w="9360">
                      <a:solidFill>
                        <a:srgbClr val="BFBFBF"/>
                      </a:solidFill>
                      <a:prstDash val="solid"/>
                    </a:lnT>
                    <a:lnB w="9360">
                      <a:solidFill>
                        <a:srgbClr val="BFBFBF"/>
                      </a:solidFill>
                      <a:prstDash val="solid"/>
                    </a:lnB>
                    <a:noFill/>
                  </a:tcPr>
                </a:tc>
                <a:tc>
                  <a:txBody>
                    <a:bodyPr/>
                    <a:lstStyle/>
                    <a:p>
                      <a:pPr algn="ctr">
                        <a:lnSpc>
                          <a:spcPct val="100000"/>
                        </a:lnSpc>
                        <a:tabLst>
                          <a:tab pos="0" algn="l"/>
                        </a:tabLst>
                      </a:pPr>
                      <a:endParaRPr lang="en-US" sz="1050" b="0" u="none" strike="noStrike" dirty="0">
                        <a:solidFill>
                          <a:schemeClr val="tx1"/>
                        </a:solidFill>
                        <a:uFillTx/>
                        <a:latin typeface="Arial"/>
                      </a:endParaRPr>
                    </a:p>
                  </a:txBody>
                  <a:tcPr anchor="ctr">
                    <a:lnL w="9360">
                      <a:solidFill>
                        <a:srgbClr val="BFBFBF"/>
                      </a:solidFill>
                      <a:prstDash val="solid"/>
                    </a:lnL>
                    <a:lnR w="9360">
                      <a:solidFill>
                        <a:srgbClr val="BFBFBF"/>
                      </a:solidFill>
                      <a:prstDash val="solid"/>
                    </a:lnR>
                    <a:lnT w="9360">
                      <a:solidFill>
                        <a:srgbClr val="BFBFBF"/>
                      </a:solidFill>
                      <a:prstDash val="solid"/>
                    </a:lnT>
                    <a:lnB w="9360">
                      <a:solidFill>
                        <a:srgbClr val="BFBFBF"/>
                      </a:solidFill>
                      <a:prstDash val="solid"/>
                    </a:lnB>
                    <a:noFill/>
                  </a:tcPr>
                </a:tc>
                <a:extLst>
                  <a:ext uri="{0D108BD9-81ED-4DB2-BD59-A6C34878D82A}">
                    <a16:rowId xmlns:a16="http://schemas.microsoft.com/office/drawing/2014/main" val="10012"/>
                  </a:ext>
                </a:extLst>
              </a:tr>
              <a:tr h="317520">
                <a:tc>
                  <a:txBody>
                    <a:bodyPr/>
                    <a:lstStyle/>
                    <a:p>
                      <a:pPr>
                        <a:lnSpc>
                          <a:spcPct val="100000"/>
                        </a:lnSpc>
                        <a:tabLst>
                          <a:tab pos="0" algn="l"/>
                        </a:tabLst>
                      </a:pPr>
                      <a:endParaRPr lang="en-US" sz="1050" b="0" u="none" strike="noStrike" dirty="0">
                        <a:solidFill>
                          <a:srgbClr val="000000"/>
                        </a:solidFill>
                        <a:uFillTx/>
                        <a:latin typeface="Arial"/>
                      </a:endParaRPr>
                    </a:p>
                  </a:txBody>
                  <a:tcPr anchor="ctr">
                    <a:lnL w="12240">
                      <a:solidFill>
                        <a:srgbClr val="BFBFBF"/>
                      </a:solidFill>
                      <a:prstDash val="solid"/>
                    </a:lnL>
                    <a:lnR w="9360">
                      <a:solidFill>
                        <a:srgbClr val="BFBFBF"/>
                      </a:solidFill>
                      <a:prstDash val="solid"/>
                    </a:lnR>
                    <a:lnT w="9360">
                      <a:solidFill>
                        <a:srgbClr val="BFBFBF"/>
                      </a:solidFill>
                      <a:prstDash val="solid"/>
                    </a:lnT>
                    <a:lnB w="9360">
                      <a:solidFill>
                        <a:srgbClr val="BFBFBF"/>
                      </a:solidFill>
                      <a:prstDash val="solid"/>
                    </a:lnB>
                    <a:noFill/>
                  </a:tcPr>
                </a:tc>
                <a:tc>
                  <a:txBody>
                    <a:bodyPr/>
                    <a:lstStyle/>
                    <a:p>
                      <a:pPr algn="ctr">
                        <a:lnSpc>
                          <a:spcPct val="100000"/>
                        </a:lnSpc>
                        <a:tabLst>
                          <a:tab pos="0" algn="l"/>
                        </a:tabLst>
                      </a:pPr>
                      <a:endParaRPr lang="en-US" sz="1050" b="0" u="none" strike="noStrike" dirty="0">
                        <a:solidFill>
                          <a:schemeClr val="tx1"/>
                        </a:solidFill>
                        <a:uFillTx/>
                        <a:latin typeface="Arial"/>
                      </a:endParaRPr>
                    </a:p>
                  </a:txBody>
                  <a:tcPr anchor="ctr">
                    <a:lnL w="9360">
                      <a:solidFill>
                        <a:srgbClr val="BFBFBF"/>
                      </a:solidFill>
                      <a:prstDash val="solid"/>
                    </a:lnL>
                    <a:lnR w="9360">
                      <a:solidFill>
                        <a:srgbClr val="BFBFBF"/>
                      </a:solidFill>
                      <a:prstDash val="solid"/>
                    </a:lnR>
                    <a:lnT w="9360">
                      <a:solidFill>
                        <a:srgbClr val="BFBFBF"/>
                      </a:solidFill>
                      <a:prstDash val="solid"/>
                    </a:lnT>
                    <a:lnB w="9360">
                      <a:solidFill>
                        <a:srgbClr val="BFBFBF"/>
                      </a:solidFill>
                      <a:prstDash val="solid"/>
                    </a:lnB>
                    <a:noFill/>
                  </a:tcPr>
                </a:tc>
                <a:extLst>
                  <a:ext uri="{0D108BD9-81ED-4DB2-BD59-A6C34878D82A}">
                    <a16:rowId xmlns:a16="http://schemas.microsoft.com/office/drawing/2014/main" val="10013"/>
                  </a:ext>
                </a:extLst>
              </a:tr>
              <a:tr h="316440">
                <a:tc>
                  <a:txBody>
                    <a:bodyPr/>
                    <a:lstStyle/>
                    <a:p>
                      <a:pPr>
                        <a:lnSpc>
                          <a:spcPct val="100000"/>
                        </a:lnSpc>
                        <a:tabLst>
                          <a:tab pos="0" algn="l"/>
                        </a:tabLst>
                      </a:pPr>
                      <a:endParaRPr lang="en-US" sz="1050" b="0" u="none" strike="noStrike" dirty="0">
                        <a:solidFill>
                          <a:srgbClr val="000000"/>
                        </a:solidFill>
                        <a:uFillTx/>
                        <a:latin typeface="Arial"/>
                      </a:endParaRPr>
                    </a:p>
                  </a:txBody>
                  <a:tcPr anchor="ctr">
                    <a:lnL w="12240">
                      <a:solidFill>
                        <a:srgbClr val="BFBFBF"/>
                      </a:solidFill>
                      <a:prstDash val="solid"/>
                    </a:lnL>
                    <a:lnR w="9360">
                      <a:solidFill>
                        <a:srgbClr val="BFBFBF"/>
                      </a:solidFill>
                      <a:prstDash val="solid"/>
                    </a:lnR>
                    <a:lnT w="9360">
                      <a:solidFill>
                        <a:srgbClr val="BFBFBF"/>
                      </a:solidFill>
                      <a:prstDash val="solid"/>
                    </a:lnT>
                    <a:lnB w="9360">
                      <a:solidFill>
                        <a:srgbClr val="BFBFBF"/>
                      </a:solidFill>
                      <a:prstDash val="solid"/>
                    </a:lnB>
                    <a:noFill/>
                  </a:tcPr>
                </a:tc>
                <a:tc>
                  <a:txBody>
                    <a:bodyPr/>
                    <a:lstStyle/>
                    <a:p>
                      <a:pPr algn="ctr">
                        <a:lnSpc>
                          <a:spcPct val="100000"/>
                        </a:lnSpc>
                        <a:tabLst>
                          <a:tab pos="0" algn="l"/>
                        </a:tabLst>
                      </a:pPr>
                      <a:endParaRPr lang="en-US" sz="1050" b="0" u="none" strike="noStrike" dirty="0">
                        <a:solidFill>
                          <a:schemeClr val="tx1"/>
                        </a:solidFill>
                        <a:uFillTx/>
                        <a:latin typeface="Arial"/>
                      </a:endParaRPr>
                    </a:p>
                  </a:txBody>
                  <a:tcPr anchor="ctr">
                    <a:lnL w="9360">
                      <a:solidFill>
                        <a:srgbClr val="BFBFBF"/>
                      </a:solidFill>
                      <a:prstDash val="solid"/>
                    </a:lnL>
                    <a:lnR w="9360">
                      <a:solidFill>
                        <a:srgbClr val="BFBFBF"/>
                      </a:solidFill>
                      <a:prstDash val="solid"/>
                    </a:lnR>
                    <a:lnT w="9360">
                      <a:solidFill>
                        <a:srgbClr val="BFBFBF"/>
                      </a:solidFill>
                      <a:prstDash val="solid"/>
                    </a:lnT>
                    <a:lnB w="9360">
                      <a:solidFill>
                        <a:srgbClr val="BFBFBF"/>
                      </a:solidFill>
                      <a:prstDash val="solid"/>
                    </a:lnB>
                    <a:noFill/>
                  </a:tcPr>
                </a:tc>
                <a:extLst>
                  <a:ext uri="{0D108BD9-81ED-4DB2-BD59-A6C34878D82A}">
                    <a16:rowId xmlns:a16="http://schemas.microsoft.com/office/drawing/2014/main" val="10014"/>
                  </a:ext>
                </a:extLst>
              </a:tr>
              <a:tr h="316440">
                <a:tc>
                  <a:txBody>
                    <a:bodyPr/>
                    <a:lstStyle/>
                    <a:p>
                      <a:pPr>
                        <a:lnSpc>
                          <a:spcPct val="100000"/>
                        </a:lnSpc>
                        <a:tabLst>
                          <a:tab pos="0" algn="l"/>
                        </a:tabLst>
                      </a:pPr>
                      <a:endParaRPr lang="en-US" sz="1050" b="0" u="none" strike="noStrike" dirty="0">
                        <a:solidFill>
                          <a:srgbClr val="FFFFFF"/>
                        </a:solidFill>
                        <a:uFillTx/>
                        <a:latin typeface="Arial"/>
                      </a:endParaRPr>
                    </a:p>
                  </a:txBody>
                  <a:tcPr anchor="ctr">
                    <a:lnL w="12240">
                      <a:solidFill>
                        <a:srgbClr val="BFBFBF"/>
                      </a:solidFill>
                      <a:prstDash val="solid"/>
                    </a:lnL>
                    <a:lnR w="9360">
                      <a:solidFill>
                        <a:srgbClr val="BFBFBF"/>
                      </a:solidFill>
                      <a:prstDash val="solid"/>
                    </a:lnR>
                    <a:lnT w="9360">
                      <a:solidFill>
                        <a:srgbClr val="BFBFBF"/>
                      </a:solidFill>
                      <a:prstDash val="solid"/>
                    </a:lnT>
                    <a:lnB w="9360">
                      <a:solidFill>
                        <a:srgbClr val="BFBFBF"/>
                      </a:solidFill>
                      <a:prstDash val="solid"/>
                    </a:lnB>
                    <a:solidFill>
                      <a:srgbClr val="234874"/>
                    </a:solidFill>
                  </a:tcPr>
                </a:tc>
                <a:tc>
                  <a:txBody>
                    <a:bodyPr/>
                    <a:lstStyle/>
                    <a:p>
                      <a:pPr algn="ctr">
                        <a:lnSpc>
                          <a:spcPct val="100000"/>
                        </a:lnSpc>
                        <a:tabLst>
                          <a:tab pos="0" algn="l"/>
                        </a:tabLst>
                      </a:pPr>
                      <a:endParaRPr lang="en-US" sz="1050" b="1" u="none" strike="noStrike" dirty="0">
                        <a:solidFill>
                          <a:schemeClr val="bg1"/>
                        </a:solidFill>
                        <a:uFillTx/>
                        <a:latin typeface="Arial"/>
                      </a:endParaRPr>
                    </a:p>
                  </a:txBody>
                  <a:tcPr anchor="ctr">
                    <a:lnL w="9360">
                      <a:solidFill>
                        <a:srgbClr val="BFBFBF"/>
                      </a:solidFill>
                      <a:prstDash val="solid"/>
                    </a:lnL>
                    <a:lnR w="9360">
                      <a:solidFill>
                        <a:srgbClr val="BFBFBF"/>
                      </a:solidFill>
                      <a:prstDash val="solid"/>
                    </a:lnR>
                    <a:lnT w="9360">
                      <a:solidFill>
                        <a:srgbClr val="BFBFBF"/>
                      </a:solidFill>
                      <a:prstDash val="solid"/>
                    </a:lnT>
                    <a:lnB w="9360">
                      <a:solidFill>
                        <a:srgbClr val="BFBFBF"/>
                      </a:solidFill>
                      <a:prstDash val="solid"/>
                    </a:lnB>
                    <a:solidFill>
                      <a:srgbClr val="234874"/>
                    </a:solidFill>
                  </a:tcPr>
                </a:tc>
                <a:extLst>
                  <a:ext uri="{0D108BD9-81ED-4DB2-BD59-A6C34878D82A}">
                    <a16:rowId xmlns:a16="http://schemas.microsoft.com/office/drawing/2014/main" val="10015"/>
                  </a:ext>
                </a:extLst>
              </a:tr>
              <a:tr h="316440">
                <a:tc>
                  <a:txBody>
                    <a:bodyPr/>
                    <a:lstStyle/>
                    <a:p>
                      <a:pPr>
                        <a:lnSpc>
                          <a:spcPct val="100000"/>
                        </a:lnSpc>
                        <a:tabLst>
                          <a:tab pos="0" algn="l"/>
                        </a:tabLst>
                      </a:pPr>
                      <a:endParaRPr lang="en-US" sz="1050" b="0" u="none" strike="noStrike" dirty="0">
                        <a:solidFill>
                          <a:srgbClr val="000000"/>
                        </a:solidFill>
                        <a:uFillTx/>
                        <a:latin typeface="Arial"/>
                      </a:endParaRPr>
                    </a:p>
                  </a:txBody>
                  <a:tcPr anchor="ctr">
                    <a:lnL w="12240">
                      <a:solidFill>
                        <a:srgbClr val="BFBFBF"/>
                      </a:solidFill>
                      <a:prstDash val="solid"/>
                    </a:lnL>
                    <a:lnR w="9360">
                      <a:solidFill>
                        <a:srgbClr val="BFBFBF"/>
                      </a:solidFill>
                      <a:prstDash val="solid"/>
                    </a:lnR>
                    <a:lnT w="9360">
                      <a:solidFill>
                        <a:srgbClr val="BFBFBF"/>
                      </a:solidFill>
                      <a:prstDash val="solid"/>
                    </a:lnT>
                    <a:lnB w="9360">
                      <a:solidFill>
                        <a:srgbClr val="BFBFBF"/>
                      </a:solidFill>
                      <a:prstDash val="solid"/>
                    </a:lnB>
                    <a:noFill/>
                  </a:tcPr>
                </a:tc>
                <a:tc>
                  <a:txBody>
                    <a:bodyPr/>
                    <a:lstStyle/>
                    <a:p>
                      <a:pPr algn="ctr">
                        <a:lnSpc>
                          <a:spcPct val="100000"/>
                        </a:lnSpc>
                        <a:tabLst>
                          <a:tab pos="0" algn="l"/>
                        </a:tabLst>
                      </a:pPr>
                      <a:endParaRPr lang="en-US" sz="1050" b="0" u="none" strike="noStrike" dirty="0">
                        <a:solidFill>
                          <a:schemeClr val="tx1"/>
                        </a:solidFill>
                        <a:uFillTx/>
                        <a:latin typeface="Arial"/>
                      </a:endParaRPr>
                    </a:p>
                  </a:txBody>
                  <a:tcPr anchor="ctr">
                    <a:lnL w="9360">
                      <a:solidFill>
                        <a:srgbClr val="BFBFBF"/>
                      </a:solidFill>
                      <a:prstDash val="solid"/>
                    </a:lnL>
                    <a:lnR w="9360">
                      <a:solidFill>
                        <a:srgbClr val="BFBFBF"/>
                      </a:solidFill>
                      <a:prstDash val="solid"/>
                    </a:lnR>
                    <a:lnT w="9360">
                      <a:solidFill>
                        <a:srgbClr val="BFBFBF"/>
                      </a:solidFill>
                      <a:prstDash val="solid"/>
                    </a:lnT>
                    <a:lnB w="9360">
                      <a:solidFill>
                        <a:srgbClr val="BFBFBF"/>
                      </a:solidFill>
                      <a:prstDash val="solid"/>
                    </a:lnB>
                    <a:noFill/>
                  </a:tcPr>
                </a:tc>
                <a:extLst>
                  <a:ext uri="{0D108BD9-81ED-4DB2-BD59-A6C34878D82A}">
                    <a16:rowId xmlns:a16="http://schemas.microsoft.com/office/drawing/2014/main" val="10016"/>
                  </a:ext>
                </a:extLst>
              </a:tr>
              <a:tr h="316440">
                <a:tc>
                  <a:txBody>
                    <a:bodyPr/>
                    <a:lstStyle/>
                    <a:p>
                      <a:pPr>
                        <a:lnSpc>
                          <a:spcPct val="100000"/>
                        </a:lnSpc>
                        <a:tabLst>
                          <a:tab pos="0" algn="l"/>
                        </a:tabLst>
                      </a:pPr>
                      <a:endParaRPr lang="en-US" sz="1050" b="0" u="none" strike="noStrike">
                        <a:solidFill>
                          <a:srgbClr val="FFFFFF"/>
                        </a:solidFill>
                        <a:uFillTx/>
                        <a:latin typeface="Arial"/>
                      </a:endParaRPr>
                    </a:p>
                  </a:txBody>
                  <a:tcPr anchor="ctr">
                    <a:lnL w="12240">
                      <a:solidFill>
                        <a:srgbClr val="BFBFBF"/>
                      </a:solidFill>
                      <a:prstDash val="solid"/>
                    </a:lnL>
                    <a:lnR w="9360">
                      <a:solidFill>
                        <a:srgbClr val="BFBFBF"/>
                      </a:solidFill>
                      <a:prstDash val="solid"/>
                    </a:lnR>
                    <a:lnT w="9360">
                      <a:solidFill>
                        <a:srgbClr val="BFBFBF"/>
                      </a:solidFill>
                      <a:prstDash val="solid"/>
                    </a:lnT>
                    <a:lnB w="9360">
                      <a:solidFill>
                        <a:srgbClr val="BFBFBF"/>
                      </a:solidFill>
                      <a:prstDash val="solid"/>
                    </a:lnB>
                    <a:solidFill>
                      <a:srgbClr val="234874"/>
                    </a:solidFill>
                  </a:tcPr>
                </a:tc>
                <a:tc>
                  <a:txBody>
                    <a:bodyPr/>
                    <a:lstStyle/>
                    <a:p>
                      <a:pPr algn="ctr">
                        <a:lnSpc>
                          <a:spcPct val="100000"/>
                        </a:lnSpc>
                        <a:tabLst>
                          <a:tab pos="0" algn="l"/>
                        </a:tabLst>
                      </a:pPr>
                      <a:endParaRPr lang="en-US" sz="1050" b="1" u="none" strike="noStrike" dirty="0">
                        <a:solidFill>
                          <a:schemeClr val="bg1"/>
                        </a:solidFill>
                        <a:uFillTx/>
                        <a:latin typeface="Arial"/>
                      </a:endParaRPr>
                    </a:p>
                  </a:txBody>
                  <a:tcPr anchor="ctr">
                    <a:lnL w="9360">
                      <a:solidFill>
                        <a:srgbClr val="BFBFBF"/>
                      </a:solidFill>
                      <a:prstDash val="solid"/>
                    </a:lnL>
                    <a:lnR w="9360">
                      <a:solidFill>
                        <a:srgbClr val="BFBFBF"/>
                      </a:solidFill>
                      <a:prstDash val="solid"/>
                    </a:lnR>
                    <a:lnT w="9360">
                      <a:solidFill>
                        <a:srgbClr val="BFBFBF"/>
                      </a:solidFill>
                      <a:prstDash val="solid"/>
                    </a:lnT>
                    <a:lnB w="9360">
                      <a:solidFill>
                        <a:srgbClr val="BFBFBF"/>
                      </a:solidFill>
                      <a:prstDash val="solid"/>
                    </a:lnB>
                    <a:solidFill>
                      <a:srgbClr val="234874"/>
                    </a:solidFill>
                  </a:tcPr>
                </a:tc>
                <a:extLst>
                  <a:ext uri="{0D108BD9-81ED-4DB2-BD59-A6C34878D82A}">
                    <a16:rowId xmlns:a16="http://schemas.microsoft.com/office/drawing/2014/main" val="10017"/>
                  </a:ext>
                </a:extLst>
              </a:tr>
              <a:tr h="316440">
                <a:tc>
                  <a:txBody>
                    <a:bodyPr/>
                    <a:lstStyle/>
                    <a:p>
                      <a:pPr>
                        <a:lnSpc>
                          <a:spcPct val="100000"/>
                        </a:lnSpc>
                        <a:tabLst>
                          <a:tab pos="0" algn="l"/>
                        </a:tabLst>
                      </a:pPr>
                      <a:endParaRPr lang="en-US" sz="1050" b="0" u="none" strike="noStrike" dirty="0">
                        <a:solidFill>
                          <a:srgbClr val="000000"/>
                        </a:solidFill>
                        <a:uFillTx/>
                        <a:latin typeface="Arial"/>
                      </a:endParaRPr>
                    </a:p>
                  </a:txBody>
                  <a:tcPr anchor="ctr">
                    <a:lnL w="12240">
                      <a:solidFill>
                        <a:srgbClr val="BFBFBF"/>
                      </a:solidFill>
                      <a:prstDash val="solid"/>
                    </a:lnL>
                    <a:lnR w="9360">
                      <a:solidFill>
                        <a:srgbClr val="BFBFBF"/>
                      </a:solidFill>
                      <a:prstDash val="solid"/>
                    </a:lnR>
                    <a:lnT w="9360">
                      <a:solidFill>
                        <a:srgbClr val="BFBFBF"/>
                      </a:solidFill>
                      <a:prstDash val="solid"/>
                    </a:lnT>
                    <a:lnB w="9360">
                      <a:solidFill>
                        <a:srgbClr val="BFBFBF"/>
                      </a:solidFill>
                      <a:prstDash val="solid"/>
                    </a:lnB>
                    <a:noFill/>
                  </a:tcPr>
                </a:tc>
                <a:tc>
                  <a:txBody>
                    <a:bodyPr/>
                    <a:lstStyle/>
                    <a:p>
                      <a:pPr algn="ctr">
                        <a:lnSpc>
                          <a:spcPct val="100000"/>
                        </a:lnSpc>
                        <a:tabLst>
                          <a:tab pos="0" algn="l"/>
                        </a:tabLst>
                      </a:pPr>
                      <a:endParaRPr lang="en-US" sz="1050" b="0" u="none" strike="noStrike" dirty="0">
                        <a:solidFill>
                          <a:schemeClr val="tx1"/>
                        </a:solidFill>
                        <a:uFillTx/>
                        <a:latin typeface="Arial"/>
                      </a:endParaRPr>
                    </a:p>
                  </a:txBody>
                  <a:tcPr anchor="ctr">
                    <a:lnL w="9360">
                      <a:solidFill>
                        <a:srgbClr val="BFBFBF"/>
                      </a:solidFill>
                      <a:prstDash val="solid"/>
                    </a:lnL>
                    <a:lnR w="9360">
                      <a:solidFill>
                        <a:srgbClr val="BFBFBF"/>
                      </a:solidFill>
                      <a:prstDash val="solid"/>
                    </a:lnR>
                    <a:lnT w="9360">
                      <a:solidFill>
                        <a:srgbClr val="BFBFBF"/>
                      </a:solidFill>
                      <a:prstDash val="solid"/>
                    </a:lnT>
                    <a:lnB w="9360">
                      <a:solidFill>
                        <a:srgbClr val="BFBFBF"/>
                      </a:solidFill>
                      <a:prstDash val="solid"/>
                    </a:lnB>
                    <a:noFill/>
                  </a:tcPr>
                </a:tc>
                <a:extLst>
                  <a:ext uri="{0D108BD9-81ED-4DB2-BD59-A6C34878D82A}">
                    <a16:rowId xmlns:a16="http://schemas.microsoft.com/office/drawing/2014/main" val="10018"/>
                  </a:ext>
                </a:extLst>
              </a:tr>
              <a:tr h="316440">
                <a:tc>
                  <a:txBody>
                    <a:bodyPr/>
                    <a:lstStyle/>
                    <a:p>
                      <a:pPr>
                        <a:lnSpc>
                          <a:spcPct val="100000"/>
                        </a:lnSpc>
                        <a:tabLst>
                          <a:tab pos="0" algn="l"/>
                        </a:tabLst>
                      </a:pPr>
                      <a:endParaRPr lang="en-US" sz="1050" b="0" u="none" strike="noStrike" dirty="0">
                        <a:solidFill>
                          <a:srgbClr val="FFFFFF"/>
                        </a:solidFill>
                        <a:uFillTx/>
                        <a:latin typeface="Arial"/>
                      </a:endParaRPr>
                    </a:p>
                  </a:txBody>
                  <a:tcPr anchor="ctr">
                    <a:lnL w="12240">
                      <a:solidFill>
                        <a:srgbClr val="BFBFBF"/>
                      </a:solidFill>
                      <a:prstDash val="solid"/>
                    </a:lnL>
                    <a:lnR w="9360">
                      <a:solidFill>
                        <a:srgbClr val="BFBFBF"/>
                      </a:solidFill>
                      <a:prstDash val="solid"/>
                    </a:lnR>
                    <a:lnT w="9360">
                      <a:solidFill>
                        <a:srgbClr val="BFBFBF"/>
                      </a:solidFill>
                      <a:prstDash val="solid"/>
                    </a:lnT>
                    <a:lnB w="9360">
                      <a:solidFill>
                        <a:srgbClr val="BFBFBF"/>
                      </a:solidFill>
                      <a:prstDash val="solid"/>
                    </a:lnB>
                    <a:solidFill>
                      <a:srgbClr val="67917B"/>
                    </a:solidFill>
                  </a:tcPr>
                </a:tc>
                <a:tc>
                  <a:txBody>
                    <a:bodyPr/>
                    <a:lstStyle/>
                    <a:p>
                      <a:pPr algn="ctr">
                        <a:lnSpc>
                          <a:spcPct val="100000"/>
                        </a:lnSpc>
                        <a:tabLst>
                          <a:tab pos="0" algn="l"/>
                        </a:tabLst>
                      </a:pPr>
                      <a:endParaRPr lang="en-US" sz="1050" b="1" u="none" strike="noStrike" dirty="0">
                        <a:solidFill>
                          <a:schemeClr val="bg1"/>
                        </a:solidFill>
                        <a:uFillTx/>
                        <a:latin typeface="Arial"/>
                      </a:endParaRPr>
                    </a:p>
                  </a:txBody>
                  <a:tcPr anchor="ctr">
                    <a:lnL w="9360">
                      <a:solidFill>
                        <a:srgbClr val="BFBFBF"/>
                      </a:solidFill>
                      <a:prstDash val="solid"/>
                    </a:lnL>
                    <a:lnR w="9360">
                      <a:solidFill>
                        <a:srgbClr val="BFBFBF"/>
                      </a:solidFill>
                      <a:prstDash val="solid"/>
                    </a:lnR>
                    <a:lnT w="9360">
                      <a:solidFill>
                        <a:srgbClr val="BFBFBF"/>
                      </a:solidFill>
                      <a:prstDash val="solid"/>
                    </a:lnT>
                    <a:lnB w="9360">
                      <a:solidFill>
                        <a:srgbClr val="BFBFBF"/>
                      </a:solidFill>
                      <a:prstDash val="solid"/>
                    </a:lnB>
                    <a:solidFill>
                      <a:srgbClr val="67917B"/>
                    </a:solidFill>
                  </a:tcPr>
                </a:tc>
                <a:extLst>
                  <a:ext uri="{0D108BD9-81ED-4DB2-BD59-A6C34878D82A}">
                    <a16:rowId xmlns:a16="http://schemas.microsoft.com/office/drawing/2014/main" val="10019"/>
                  </a:ext>
                </a:extLst>
              </a:tr>
              <a:tr h="316440">
                <a:tc>
                  <a:txBody>
                    <a:bodyPr/>
                    <a:lstStyle/>
                    <a:p>
                      <a:pPr>
                        <a:lnSpc>
                          <a:spcPct val="100000"/>
                        </a:lnSpc>
                        <a:tabLst>
                          <a:tab pos="0" algn="l"/>
                        </a:tabLst>
                      </a:pPr>
                      <a:endParaRPr lang="en-US" sz="1050" b="0" u="none" strike="noStrike" dirty="0">
                        <a:solidFill>
                          <a:srgbClr val="000000"/>
                        </a:solidFill>
                        <a:uFillTx/>
                        <a:latin typeface="Arial"/>
                      </a:endParaRPr>
                    </a:p>
                  </a:txBody>
                  <a:tcPr anchor="ctr">
                    <a:lnL w="12240">
                      <a:solidFill>
                        <a:srgbClr val="BFBFBF"/>
                      </a:solidFill>
                      <a:prstDash val="solid"/>
                    </a:lnL>
                    <a:lnR w="9360">
                      <a:solidFill>
                        <a:srgbClr val="BFBFBF"/>
                      </a:solidFill>
                      <a:prstDash val="solid"/>
                    </a:lnR>
                    <a:lnT w="9360">
                      <a:solidFill>
                        <a:srgbClr val="BFBFBF"/>
                      </a:solidFill>
                      <a:prstDash val="solid"/>
                    </a:lnT>
                    <a:lnB w="9360">
                      <a:solidFill>
                        <a:srgbClr val="BFBFBF"/>
                      </a:solidFill>
                      <a:prstDash val="solid"/>
                    </a:lnB>
                    <a:solidFill>
                      <a:srgbClr val="AAD2C9"/>
                    </a:solidFill>
                  </a:tcPr>
                </a:tc>
                <a:tc>
                  <a:txBody>
                    <a:bodyPr/>
                    <a:lstStyle/>
                    <a:p>
                      <a:pPr algn="ctr">
                        <a:lnSpc>
                          <a:spcPct val="100000"/>
                        </a:lnSpc>
                        <a:tabLst>
                          <a:tab pos="0" algn="l"/>
                        </a:tabLst>
                      </a:pPr>
                      <a:endParaRPr lang="en-US" sz="1050" b="0" u="none" strike="noStrike" dirty="0">
                        <a:solidFill>
                          <a:schemeClr val="tx1"/>
                        </a:solidFill>
                        <a:uFillTx/>
                        <a:latin typeface="Arial"/>
                      </a:endParaRPr>
                    </a:p>
                  </a:txBody>
                  <a:tcPr anchor="ctr">
                    <a:lnL w="9360">
                      <a:solidFill>
                        <a:srgbClr val="BFBFBF"/>
                      </a:solidFill>
                      <a:prstDash val="solid"/>
                    </a:lnL>
                    <a:lnR w="9360">
                      <a:solidFill>
                        <a:srgbClr val="BFBFBF"/>
                      </a:solidFill>
                      <a:prstDash val="solid"/>
                    </a:lnR>
                    <a:lnT w="9360">
                      <a:solidFill>
                        <a:srgbClr val="BFBFBF"/>
                      </a:solidFill>
                      <a:prstDash val="solid"/>
                    </a:lnT>
                    <a:lnB w="9360">
                      <a:solidFill>
                        <a:srgbClr val="BFBFBF"/>
                      </a:solidFill>
                      <a:prstDash val="solid"/>
                    </a:lnB>
                    <a:solidFill>
                      <a:srgbClr val="AAD2C9"/>
                    </a:solidFill>
                  </a:tcPr>
                </a:tc>
                <a:extLst>
                  <a:ext uri="{0D108BD9-81ED-4DB2-BD59-A6C34878D82A}">
                    <a16:rowId xmlns:a16="http://schemas.microsoft.com/office/drawing/2014/main" val="10020"/>
                  </a:ext>
                </a:extLst>
              </a:tr>
              <a:tr h="316440">
                <a:tc>
                  <a:txBody>
                    <a:bodyPr/>
                    <a:lstStyle/>
                    <a:p>
                      <a:pPr>
                        <a:lnSpc>
                          <a:spcPct val="100000"/>
                        </a:lnSpc>
                        <a:tabLst>
                          <a:tab pos="0" algn="l"/>
                        </a:tabLst>
                      </a:pPr>
                      <a:endParaRPr lang="en-US" sz="1050" b="0" u="none" strike="noStrike" dirty="0">
                        <a:solidFill>
                          <a:srgbClr val="000000"/>
                        </a:solidFill>
                        <a:uFillTx/>
                        <a:latin typeface="Arial"/>
                      </a:endParaRPr>
                    </a:p>
                  </a:txBody>
                  <a:tcPr anchor="ctr">
                    <a:lnL w="12240">
                      <a:solidFill>
                        <a:srgbClr val="BFBFBF"/>
                      </a:solidFill>
                      <a:prstDash val="solid"/>
                    </a:lnL>
                    <a:lnR w="9360">
                      <a:solidFill>
                        <a:srgbClr val="BFBFBF"/>
                      </a:solidFill>
                      <a:prstDash val="solid"/>
                    </a:lnR>
                    <a:lnT w="9360">
                      <a:solidFill>
                        <a:srgbClr val="BFBFBF"/>
                      </a:solidFill>
                      <a:prstDash val="solid"/>
                    </a:lnT>
                    <a:lnB w="9360">
                      <a:solidFill>
                        <a:srgbClr val="BFBFBF"/>
                      </a:solidFill>
                      <a:prstDash val="solid"/>
                    </a:lnB>
                    <a:solidFill>
                      <a:srgbClr val="AAD2C9"/>
                    </a:solidFill>
                  </a:tcPr>
                </a:tc>
                <a:tc>
                  <a:txBody>
                    <a:bodyPr/>
                    <a:lstStyle/>
                    <a:p>
                      <a:pPr algn="ctr">
                        <a:lnSpc>
                          <a:spcPct val="100000"/>
                        </a:lnSpc>
                        <a:tabLst>
                          <a:tab pos="0" algn="l"/>
                        </a:tabLst>
                      </a:pPr>
                      <a:endParaRPr lang="en-US" sz="1050" b="0" u="none" strike="noStrike" dirty="0">
                        <a:solidFill>
                          <a:schemeClr val="tx1"/>
                        </a:solidFill>
                        <a:uFillTx/>
                        <a:latin typeface="Arial"/>
                      </a:endParaRPr>
                    </a:p>
                  </a:txBody>
                  <a:tcPr anchor="ctr">
                    <a:lnL w="9360">
                      <a:solidFill>
                        <a:srgbClr val="BFBFBF"/>
                      </a:solidFill>
                      <a:prstDash val="solid"/>
                    </a:lnL>
                    <a:lnR w="9360">
                      <a:solidFill>
                        <a:srgbClr val="BFBFBF"/>
                      </a:solidFill>
                      <a:prstDash val="solid"/>
                    </a:lnR>
                    <a:lnT w="9360">
                      <a:solidFill>
                        <a:srgbClr val="BFBFBF"/>
                      </a:solidFill>
                      <a:prstDash val="solid"/>
                    </a:lnT>
                    <a:lnB w="9360">
                      <a:solidFill>
                        <a:srgbClr val="BFBFBF"/>
                      </a:solidFill>
                      <a:prstDash val="solid"/>
                    </a:lnB>
                    <a:solidFill>
                      <a:srgbClr val="AAD2C9"/>
                    </a:solidFill>
                  </a:tcPr>
                </a:tc>
                <a:extLst>
                  <a:ext uri="{0D108BD9-81ED-4DB2-BD59-A6C34878D82A}">
                    <a16:rowId xmlns:a16="http://schemas.microsoft.com/office/drawing/2014/main" val="10021"/>
                  </a:ext>
                </a:extLst>
              </a:tr>
              <a:tr h="316440">
                <a:tc>
                  <a:txBody>
                    <a:bodyPr/>
                    <a:lstStyle/>
                    <a:p>
                      <a:pPr>
                        <a:lnSpc>
                          <a:spcPct val="100000"/>
                        </a:lnSpc>
                        <a:tabLst>
                          <a:tab pos="0" algn="l"/>
                        </a:tabLst>
                      </a:pPr>
                      <a:r>
                        <a:rPr lang="en-US" sz="1050" b="0" u="none" strike="noStrike" dirty="0">
                          <a:solidFill>
                            <a:srgbClr val="000000"/>
                          </a:solidFill>
                          <a:uFillTx/>
                          <a:latin typeface="Arial"/>
                          <a:ea typeface="Arial"/>
                        </a:rPr>
                        <a:t>Project</a:t>
                      </a:r>
                      <a:endParaRPr lang="en-US" sz="1050" b="0" u="none" strike="noStrike" dirty="0">
                        <a:solidFill>
                          <a:srgbClr val="000000"/>
                        </a:solidFill>
                        <a:uFillTx/>
                        <a:latin typeface="Arial"/>
                      </a:endParaRPr>
                    </a:p>
                  </a:txBody>
                  <a:tcPr anchor="ctr">
                    <a:lnL w="12240">
                      <a:solidFill>
                        <a:srgbClr val="BFBFBF"/>
                      </a:solidFill>
                      <a:prstDash val="solid"/>
                    </a:lnL>
                    <a:lnR w="9360">
                      <a:solidFill>
                        <a:srgbClr val="BFBFBF"/>
                      </a:solidFill>
                      <a:prstDash val="solid"/>
                    </a:lnR>
                    <a:lnT w="9360">
                      <a:solidFill>
                        <a:srgbClr val="BFBFBF"/>
                      </a:solidFill>
                      <a:prstDash val="solid"/>
                    </a:lnT>
                    <a:lnB w="12240">
                      <a:solidFill>
                        <a:srgbClr val="BFBFBF"/>
                      </a:solidFill>
                      <a:prstDash val="solid"/>
                    </a:lnB>
                    <a:solidFill>
                      <a:srgbClr val="D9EEE9"/>
                    </a:solidFill>
                  </a:tcPr>
                </a:tc>
                <a:tc>
                  <a:txBody>
                    <a:bodyPr/>
                    <a:lstStyle/>
                    <a:p>
                      <a:pPr algn="ctr">
                        <a:lnSpc>
                          <a:spcPct val="100000"/>
                        </a:lnSpc>
                        <a:tabLst>
                          <a:tab pos="0" algn="l"/>
                        </a:tabLst>
                      </a:pPr>
                      <a:endParaRPr lang="en-US" sz="1050" b="0" u="none" strike="noStrike" dirty="0">
                        <a:solidFill>
                          <a:schemeClr val="tx1"/>
                        </a:solidFill>
                        <a:uFillTx/>
                        <a:latin typeface="Arial"/>
                      </a:endParaRPr>
                    </a:p>
                  </a:txBody>
                  <a:tcPr anchor="ctr">
                    <a:lnL w="9360">
                      <a:solidFill>
                        <a:srgbClr val="BFBFBF"/>
                      </a:solidFill>
                      <a:prstDash val="solid"/>
                    </a:lnL>
                    <a:lnR w="9360">
                      <a:solidFill>
                        <a:srgbClr val="BFBFBF"/>
                      </a:solidFill>
                      <a:prstDash val="solid"/>
                    </a:lnR>
                    <a:lnT w="9360">
                      <a:solidFill>
                        <a:srgbClr val="BFBFBF"/>
                      </a:solidFill>
                      <a:prstDash val="solid"/>
                    </a:lnT>
                    <a:lnB w="12240">
                      <a:solidFill>
                        <a:srgbClr val="BFBFBF"/>
                      </a:solidFill>
                      <a:prstDash val="solid"/>
                    </a:lnB>
                    <a:solidFill>
                      <a:srgbClr val="D9EEE9"/>
                    </a:solidFill>
                  </a:tcPr>
                </a:tc>
                <a:extLst>
                  <a:ext uri="{0D108BD9-81ED-4DB2-BD59-A6C34878D82A}">
                    <a16:rowId xmlns:a16="http://schemas.microsoft.com/office/drawing/2014/main" val="10022"/>
                  </a:ext>
                </a:extLst>
              </a:tr>
            </a:tbl>
          </a:graphicData>
        </a:graphic>
      </p:graphicFrame>
      <p:sp>
        <p:nvSpPr>
          <p:cNvPr id="419" name="Google Shape;244;p31"/>
          <p:cNvSpPr/>
          <p:nvPr/>
        </p:nvSpPr>
        <p:spPr>
          <a:xfrm>
            <a:off x="457200" y="8891640"/>
            <a:ext cx="3502080" cy="244767"/>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1000" b="0" i="1" u="none" strike="noStrike" kern="1200" cap="none" spc="0" normalizeH="0" baseline="0" noProof="0" dirty="0" err="1">
                <a:ln>
                  <a:noFill/>
                </a:ln>
                <a:solidFill>
                  <a:srgbClr val="000000"/>
                </a:solidFill>
                <a:effectLst/>
                <a:uLnTx/>
                <a:uFillTx/>
                <a:latin typeface="+mj-lt"/>
                <a:ea typeface="Verdana"/>
                <a:cs typeface="+mn-cs"/>
              </a:rPr>
              <a:t>gftrde</a:t>
            </a:r>
            <a:endParaRPr kumimoji="0" lang="en-US" sz="1000" b="0" i="1" u="none" strike="noStrike" kern="1200" cap="none" spc="0" normalizeH="0" baseline="0" noProof="0" dirty="0">
              <a:ln>
                <a:noFill/>
              </a:ln>
              <a:solidFill>
                <a:srgbClr val="000000"/>
              </a:solidFill>
              <a:effectLst/>
              <a:uLnTx/>
              <a:uFillTx/>
              <a:latin typeface="+mj-lt"/>
              <a:ea typeface="+mn-ea"/>
              <a:cs typeface="+mn-cs"/>
            </a:endParaRPr>
          </a:p>
        </p:txBody>
      </p:sp>
      <p:sp>
        <p:nvSpPr>
          <p:cNvPr id="420" name="PlaceHolder 1"/>
          <p:cNvSpPr>
            <a:spLocks noGrp="1"/>
          </p:cNvSpPr>
          <p:nvPr>
            <p:ph type="sldNum" idx="98"/>
          </p:nvPr>
        </p:nvSpPr>
        <p:spPr>
          <a:prstGeom prst="rect">
            <a:avLst/>
          </a:prstGeom>
          <a:noFill/>
          <a:ln w="0">
            <a:noFill/>
          </a:ln>
        </p:spPr>
        <p:txBody>
          <a:bodyPr lIns="91440" tIns="45720" rIns="91440" bIns="45720" anchor="ctr">
            <a:noAutofit/>
          </a:bodyPr>
          <a:lstStyle>
            <a:lvl1pPr indent="0">
              <a:lnSpc>
                <a:spcPct val="100000"/>
              </a:lnSpc>
              <a:buNone/>
              <a:tabLst>
                <a:tab pos="0" algn="l"/>
              </a:tabLst>
              <a:defRPr lang="en-US" sz="1200" b="0" u="none" strike="noStrike">
                <a:solidFill>
                  <a:schemeClr val="dk1"/>
                </a:solidFill>
                <a:uFillTx/>
                <a:latin typeface="Alata"/>
                <a:ea typeface="Alata"/>
              </a:defRPr>
            </a:lvl1p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fld id="{A28EC19F-4164-43E1-A5C7-CF0791A9149C}" type="slidenum">
              <a:rPr kumimoji="0" lang="en-US" sz="1200" b="0" i="0" u="none" strike="noStrike" kern="1200" cap="none" spc="0" normalizeH="0" baseline="0" noProof="0">
                <a:ln>
                  <a:noFill/>
                </a:ln>
                <a:solidFill>
                  <a:srgbClr val="000000"/>
                </a:solidFill>
                <a:effectLst/>
                <a:uLnTx/>
                <a:uFillTx/>
                <a:latin typeface="Alata"/>
                <a:ea typeface="Alata"/>
                <a:cs typeface="+mn-cs"/>
              </a:rPr>
              <a:pPr marL="0" marR="0" lvl="0" indent="0" algn="l" defTabSz="914400" rtl="0" eaLnBrk="1" fontAlgn="auto" latinLnBrk="0" hangingPunct="1">
                <a:lnSpc>
                  <a:spcPct val="100000"/>
                </a:lnSpc>
                <a:spcBef>
                  <a:spcPts val="0"/>
                </a:spcBef>
                <a:spcAft>
                  <a:spcPts val="0"/>
                </a:spcAft>
                <a:buClrTx/>
                <a:buSzTx/>
                <a:buFontTx/>
                <a:buNone/>
                <a:tabLst>
                  <a:tab pos="0" algn="l"/>
                </a:tabLst>
                <a:defRPr/>
              </a:pPr>
              <a:t>7</a:t>
            </a:fld>
            <a:r>
              <a:rPr kumimoji="0" lang="en-US" sz="1200" b="0" i="0" u="none" strike="noStrike" kern="1200" cap="none" spc="0" normalizeH="0" baseline="0" noProof="0">
                <a:ln>
                  <a:noFill/>
                </a:ln>
                <a:solidFill>
                  <a:srgbClr val="000000"/>
                </a:solidFill>
                <a:effectLst/>
                <a:uLnTx/>
                <a:uFillTx/>
                <a:latin typeface="Alata"/>
                <a:ea typeface="Alata"/>
                <a:cs typeface="+mn-cs"/>
              </a:rPr>
              <a:t> | © 2025 AIRE Software - All rights reserved.</a:t>
            </a:r>
            <a:endParaRPr kumimoji="0" lang="en-US" sz="1200" b="0" i="0" u="none" strike="noStrike" kern="1200" cap="none" spc="0" normalizeH="0" baseline="0" noProof="0">
              <a:ln>
                <a:noFill/>
              </a:ln>
              <a:solidFill>
                <a:srgbClr val="000000"/>
              </a:solidFill>
              <a:effectLst/>
              <a:uLnTx/>
              <a:uFillTx/>
              <a:latin typeface="Times New Roman"/>
              <a:cs typeface="+mn-cs"/>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 name="Google Shape;250;p32"/>
          <p:cNvSpPr/>
          <p:nvPr/>
        </p:nvSpPr>
        <p:spPr>
          <a:xfrm>
            <a:off x="0" y="0"/>
            <a:ext cx="18284760" cy="1198440"/>
          </a:xfrm>
          <a:custGeom>
            <a:avLst/>
            <a:gdLst>
              <a:gd name="textAreaLeft" fmla="*/ 0 w 18284760"/>
              <a:gd name="textAreaRight" fmla="*/ 18288000 w 18284760"/>
              <a:gd name="textAreaTop" fmla="*/ 0 h 1198440"/>
              <a:gd name="textAreaBottom" fmla="*/ 1201680 h 1198440"/>
            </a:gdLst>
            <a:ahLst/>
            <a:cxnLst/>
            <a:rect l="textAreaLeft" t="textAreaTop" r="textAreaRight" b="textAreaBottom"/>
            <a:pathLst>
              <a:path w="4816592" h="316518">
                <a:moveTo>
                  <a:pt x="0" y="0"/>
                </a:moveTo>
                <a:lnTo>
                  <a:pt x="4816592" y="0"/>
                </a:lnTo>
                <a:lnTo>
                  <a:pt x="4816592" y="316518"/>
                </a:lnTo>
                <a:lnTo>
                  <a:pt x="0" y="316518"/>
                </a:lnTo>
                <a:close/>
              </a:path>
            </a:pathLst>
          </a:custGeom>
          <a:solidFill>
            <a:srgbClr val="234874"/>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endParaRPr kumimoji="0" lang="en-US" sz="1400" b="0" i="0" u="none" strike="noStrike" kern="1200" cap="none" spc="0" normalizeH="0" baseline="0" noProof="0">
              <a:ln>
                <a:noFill/>
              </a:ln>
              <a:solidFill>
                <a:srgbClr val="FFFFFF"/>
              </a:solidFill>
              <a:effectLst/>
              <a:uLnTx/>
              <a:uFillTx/>
              <a:latin typeface="Arial"/>
              <a:ea typeface="+mn-ea"/>
              <a:cs typeface="+mn-cs"/>
            </a:endParaRPr>
          </a:p>
        </p:txBody>
      </p:sp>
      <p:sp>
        <p:nvSpPr>
          <p:cNvPr id="422" name="Google Shape;251;p32"/>
          <p:cNvSpPr/>
          <p:nvPr/>
        </p:nvSpPr>
        <p:spPr>
          <a:xfrm>
            <a:off x="494280" y="669960"/>
            <a:ext cx="13235040" cy="426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0" marR="0" lvl="0" indent="0" algn="l" defTabSz="914400" rtl="0" eaLnBrk="1" fontAlgn="auto" latinLnBrk="0" hangingPunct="1">
              <a:lnSpc>
                <a:spcPct val="140000"/>
              </a:lnSpc>
              <a:spcBef>
                <a:spcPts val="0"/>
              </a:spcBef>
              <a:spcAft>
                <a:spcPts val="0"/>
              </a:spcAft>
              <a:buClrTx/>
              <a:buSzTx/>
              <a:buFontTx/>
              <a:buNone/>
              <a:tabLst>
                <a:tab pos="0" algn="l"/>
              </a:tabLst>
              <a:defRPr/>
            </a:pPr>
            <a:r>
              <a:rPr kumimoji="0" lang="en-US" sz="2000" b="0" i="0" u="none" strike="noStrike" kern="1200" cap="none" spc="0" normalizeH="0" baseline="0" noProof="0">
                <a:ln>
                  <a:noFill/>
                </a:ln>
                <a:solidFill>
                  <a:srgbClr val="FFFFFF"/>
                </a:solidFill>
                <a:effectLst/>
                <a:uLnTx/>
                <a:uFillTx/>
                <a:latin typeface="Century Schoolbook"/>
                <a:ea typeface="Century Schoolbook"/>
                <a:cs typeface="+mn-cs"/>
              </a:rPr>
              <a:t>CASH FLOW STATEMENTS</a:t>
            </a:r>
            <a:endParaRPr kumimoji="0" lang="en-US" sz="2000" b="0" i="0" u="none" strike="noStrike" kern="1200" cap="none" spc="0" normalizeH="0" baseline="0" noProof="0">
              <a:ln>
                <a:noFill/>
              </a:ln>
              <a:solidFill>
                <a:srgbClr val="000000"/>
              </a:solidFill>
              <a:effectLst/>
              <a:uLnTx/>
              <a:uFillTx/>
              <a:latin typeface="Arial"/>
              <a:ea typeface="+mn-ea"/>
              <a:cs typeface="+mn-cs"/>
            </a:endParaRPr>
          </a:p>
        </p:txBody>
      </p:sp>
      <p:sp>
        <p:nvSpPr>
          <p:cNvPr id="423" name="Google Shape;252;p32"/>
          <p:cNvSpPr/>
          <p:nvPr/>
        </p:nvSpPr>
        <p:spPr>
          <a:xfrm>
            <a:off x="494280" y="347400"/>
            <a:ext cx="567468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0" marR="0" lvl="0" indent="0" algn="l" defTabSz="914400" rtl="0" eaLnBrk="1" fontAlgn="auto" latinLnBrk="0" hangingPunct="1">
              <a:lnSpc>
                <a:spcPct val="140000"/>
              </a:lnSpc>
              <a:spcBef>
                <a:spcPts val="0"/>
              </a:spcBef>
              <a:spcAft>
                <a:spcPts val="0"/>
              </a:spcAft>
              <a:buClrTx/>
              <a:buSzTx/>
              <a:buFontTx/>
              <a:buNone/>
              <a:tabLst>
                <a:tab pos="0" algn="l"/>
              </a:tabLst>
              <a:defRPr/>
            </a:pPr>
            <a:r>
              <a:rPr kumimoji="0" lang="en-US" sz="1500" b="0" i="0" u="none" strike="noStrike" kern="1200" cap="none" spc="0" normalizeH="0" baseline="0" noProof="0">
                <a:ln>
                  <a:noFill/>
                </a:ln>
                <a:solidFill>
                  <a:srgbClr val="FFFFFF"/>
                </a:solidFill>
                <a:effectLst/>
                <a:uLnTx/>
                <a:uFillTx/>
                <a:latin typeface="Century Schoolbook"/>
                <a:ea typeface="Century Schoolbook"/>
                <a:cs typeface="+mn-cs"/>
              </a:rPr>
              <a:t>FINANCIAL AND INVESTMENT ANALYSIS</a:t>
            </a:r>
            <a:endParaRPr kumimoji="0" lang="en-US" sz="1500" b="0" i="0" u="none" strike="noStrike" kern="1200" cap="none" spc="0" normalizeH="0" baseline="0" noProof="0">
              <a:ln>
                <a:noFill/>
              </a:ln>
              <a:solidFill>
                <a:srgbClr val="000000"/>
              </a:solidFill>
              <a:effectLst/>
              <a:uLnTx/>
              <a:uFillTx/>
              <a:latin typeface="Arial"/>
              <a:ea typeface="+mn-ea"/>
              <a:cs typeface="+mn-cs"/>
            </a:endParaRPr>
          </a:p>
        </p:txBody>
      </p:sp>
      <p:sp>
        <p:nvSpPr>
          <p:cNvPr id="425" name="PlaceHolder 1"/>
          <p:cNvSpPr>
            <a:spLocks noGrp="1"/>
          </p:cNvSpPr>
          <p:nvPr>
            <p:ph type="sldNum" idx="98"/>
          </p:nvPr>
        </p:nvSpPr>
        <p:spPr>
          <a:prstGeom prst="rect">
            <a:avLst/>
          </a:prstGeom>
          <a:noFill/>
          <a:ln w="0">
            <a:noFill/>
          </a:ln>
        </p:spPr>
        <p:txBody>
          <a:bodyPr lIns="91440" tIns="45720" rIns="91440" bIns="45720" anchor="ctr">
            <a:noAutofit/>
          </a:bodyPr>
          <a:lstStyle>
            <a:lvl1pPr indent="0">
              <a:lnSpc>
                <a:spcPct val="100000"/>
              </a:lnSpc>
              <a:buNone/>
              <a:tabLst>
                <a:tab pos="0" algn="l"/>
              </a:tabLst>
              <a:defRPr lang="en-US" sz="1200" b="0" u="none" strike="noStrike">
                <a:solidFill>
                  <a:schemeClr val="dk1"/>
                </a:solidFill>
                <a:uFillTx/>
                <a:latin typeface="Alata"/>
                <a:ea typeface="Alata"/>
              </a:defRPr>
            </a:lvl1p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fld id="{38832A30-4C4F-4F2B-96AA-75A926B35143}" type="slidenum">
              <a:rPr kumimoji="0" lang="en-US" sz="1200" b="0" i="0" u="none" strike="noStrike" kern="1200" cap="none" spc="0" normalizeH="0" baseline="0" noProof="0">
                <a:ln>
                  <a:noFill/>
                </a:ln>
                <a:solidFill>
                  <a:srgbClr val="000000"/>
                </a:solidFill>
                <a:effectLst/>
                <a:uLnTx/>
                <a:uFillTx/>
                <a:latin typeface="Alata"/>
                <a:ea typeface="Alata"/>
                <a:cs typeface="+mn-cs"/>
              </a:rPr>
              <a:pPr marL="0" marR="0" lvl="0" indent="0" algn="l" defTabSz="914400" rtl="0" eaLnBrk="1" fontAlgn="auto" latinLnBrk="0" hangingPunct="1">
                <a:lnSpc>
                  <a:spcPct val="100000"/>
                </a:lnSpc>
                <a:spcBef>
                  <a:spcPts val="0"/>
                </a:spcBef>
                <a:spcAft>
                  <a:spcPts val="0"/>
                </a:spcAft>
                <a:buClrTx/>
                <a:buSzTx/>
                <a:buFontTx/>
                <a:buNone/>
                <a:tabLst>
                  <a:tab pos="0" algn="l"/>
                </a:tabLst>
                <a:defRPr/>
              </a:pPr>
              <a:t>8</a:t>
            </a:fld>
            <a:r>
              <a:rPr kumimoji="0" lang="en-US" sz="1200" b="0" i="0" u="none" strike="noStrike" kern="1200" cap="none" spc="0" normalizeH="0" baseline="0" noProof="0">
                <a:ln>
                  <a:noFill/>
                </a:ln>
                <a:solidFill>
                  <a:srgbClr val="000000"/>
                </a:solidFill>
                <a:effectLst/>
                <a:uLnTx/>
                <a:uFillTx/>
                <a:latin typeface="Alata"/>
                <a:ea typeface="Alata"/>
                <a:cs typeface="+mn-cs"/>
              </a:rPr>
              <a:t> | © 2025 AIRE Software - All rights reserved.</a:t>
            </a:r>
            <a:endParaRPr kumimoji="0" lang="en-US" sz="1200" b="0" i="0" u="none" strike="noStrike" kern="1200" cap="none" spc="0" normalizeH="0" baseline="0" noProof="0">
              <a:ln>
                <a:noFill/>
              </a:ln>
              <a:solidFill>
                <a:srgbClr val="000000"/>
              </a:solidFill>
              <a:effectLst/>
              <a:uLnTx/>
              <a:uFillTx/>
              <a:latin typeface="Times New Roman"/>
              <a:cs typeface="+mn-cs"/>
            </a:endParaRPr>
          </a:p>
        </p:txBody>
      </p:sp>
      <p:graphicFrame>
        <p:nvGraphicFramePr>
          <p:cNvPr id="2" name="Table 1">
            <a:extLst>
              <a:ext uri="{FF2B5EF4-FFF2-40B4-BE49-F238E27FC236}">
                <a16:creationId xmlns:a16="http://schemas.microsoft.com/office/drawing/2014/main" id="{0CEEB70C-94B6-3E2D-3C94-8580BF48B336}"/>
              </a:ext>
            </a:extLst>
          </p:cNvPr>
          <p:cNvGraphicFramePr>
            <a:graphicFrameLocks noGrp="1"/>
          </p:cNvGraphicFramePr>
          <p:nvPr>
            <p:extLst>
              <p:ext uri="{D42A27DB-BD31-4B8C-83A1-F6EECF244321}">
                <p14:modId xmlns:p14="http://schemas.microsoft.com/office/powerpoint/2010/main" val="2553066676"/>
              </p:ext>
            </p:extLst>
          </p:nvPr>
        </p:nvGraphicFramePr>
        <p:xfrm>
          <a:off x="494279" y="1506538"/>
          <a:ext cx="17290483" cy="6516359"/>
        </p:xfrm>
        <a:graphic>
          <a:graphicData uri="http://schemas.openxmlformats.org/drawingml/2006/table">
            <a:tbl>
              <a:tblPr/>
              <a:tblGrid>
                <a:gridCol w="3391916">
                  <a:extLst>
                    <a:ext uri="{9D8B030D-6E8A-4147-A177-3AD203B41FA5}">
                      <a16:colId xmlns:a16="http://schemas.microsoft.com/office/drawing/2014/main" val="656769797"/>
                    </a:ext>
                  </a:extLst>
                </a:gridCol>
                <a:gridCol w="2613633">
                  <a:extLst>
                    <a:ext uri="{9D8B030D-6E8A-4147-A177-3AD203B41FA5}">
                      <a16:colId xmlns:a16="http://schemas.microsoft.com/office/drawing/2014/main" val="1349938697"/>
                    </a:ext>
                  </a:extLst>
                </a:gridCol>
                <a:gridCol w="2828027">
                  <a:extLst>
                    <a:ext uri="{9D8B030D-6E8A-4147-A177-3AD203B41FA5}">
                      <a16:colId xmlns:a16="http://schemas.microsoft.com/office/drawing/2014/main" val="3013300554"/>
                    </a:ext>
                  </a:extLst>
                </a:gridCol>
                <a:gridCol w="2459658">
                  <a:extLst>
                    <a:ext uri="{9D8B030D-6E8A-4147-A177-3AD203B41FA5}">
                      <a16:colId xmlns:a16="http://schemas.microsoft.com/office/drawing/2014/main" val="2181407419"/>
                    </a:ext>
                  </a:extLst>
                </a:gridCol>
                <a:gridCol w="2758047">
                  <a:extLst>
                    <a:ext uri="{9D8B030D-6E8A-4147-A177-3AD203B41FA5}">
                      <a16:colId xmlns:a16="http://schemas.microsoft.com/office/drawing/2014/main" val="2836254754"/>
                    </a:ext>
                  </a:extLst>
                </a:gridCol>
                <a:gridCol w="3239202">
                  <a:extLst>
                    <a:ext uri="{9D8B030D-6E8A-4147-A177-3AD203B41FA5}">
                      <a16:colId xmlns:a16="http://schemas.microsoft.com/office/drawing/2014/main" val="2141866086"/>
                    </a:ext>
                  </a:extLst>
                </a:gridCol>
              </a:tblGrid>
              <a:tr h="160216">
                <a:tc>
                  <a:txBody>
                    <a:bodyPr/>
                    <a:lstStyle/>
                    <a:p>
                      <a:pPr algn="l" rtl="0" fontAlgn="ctr"/>
                      <a:endParaRPr lang="en-US" sz="800" b="0" i="0" u="none" strike="noStrike" dirty="0">
                        <a:solidFill>
                          <a:srgbClr val="000000"/>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rtl="0" fontAlgn="ctr"/>
                      <a:endParaRPr lang="en-US" sz="800" b="0" i="0" u="none" strike="noStrike">
                        <a:solidFill>
                          <a:srgbClr val="000000"/>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rtl="0" fontAlgn="ctr"/>
                      <a:endParaRPr lang="en-US" sz="800" b="0" i="0" u="none" strike="noStrike">
                        <a:solidFill>
                          <a:srgbClr val="000000"/>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rtl="0" fontAlgn="ctr"/>
                      <a:endParaRPr lang="en-US" sz="800" b="0" i="0" u="none" strike="noStrike" dirty="0">
                        <a:solidFill>
                          <a:srgbClr val="000000"/>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rtl="0" fontAlgn="ctr"/>
                      <a:endParaRPr lang="en-US" sz="800" b="0" i="0" u="none" strike="noStrike">
                        <a:solidFill>
                          <a:srgbClr val="000000"/>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rtl="0" fontAlgn="ctr"/>
                      <a:endParaRPr lang="en-US" sz="800" b="0" i="0" u="none" strike="noStrike">
                        <a:solidFill>
                          <a:srgbClr val="000000"/>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2787343563"/>
                  </a:ext>
                </a:extLst>
              </a:tr>
              <a:tr h="157927">
                <a:tc>
                  <a:txBody>
                    <a:bodyPr/>
                    <a:lstStyle/>
                    <a:p>
                      <a:pPr algn="l" rtl="0" fontAlgn="ctr"/>
                      <a:endParaRPr lang="en-US" sz="800" b="0" i="0" u="none" strike="noStrike" dirty="0">
                        <a:solidFill>
                          <a:srgbClr val="000000"/>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dirty="0">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dirty="0">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664446673"/>
                  </a:ext>
                </a:extLst>
              </a:tr>
              <a:tr h="157927">
                <a:tc>
                  <a:txBody>
                    <a:bodyPr/>
                    <a:lstStyle/>
                    <a:p>
                      <a:pPr algn="l" rtl="0" fontAlgn="ctr"/>
                      <a:endParaRPr lang="en-US" sz="800" b="0" i="0" u="none" strike="noStrike" dirty="0">
                        <a:solidFill>
                          <a:srgbClr val="000000"/>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dirty="0">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3833359963"/>
                  </a:ext>
                </a:extLst>
              </a:tr>
              <a:tr h="157927">
                <a:tc>
                  <a:txBody>
                    <a:bodyPr/>
                    <a:lstStyle/>
                    <a:p>
                      <a:pPr algn="l" rtl="0" fontAlgn="ctr"/>
                      <a:endParaRPr lang="en-GB" sz="800" b="1" i="0" u="none" strike="noStrike" dirty="0">
                        <a:solidFill>
                          <a:srgbClr val="000000"/>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12830402"/>
                  </a:ext>
                </a:extLst>
              </a:tr>
              <a:tr h="168796">
                <a:tc>
                  <a:txBody>
                    <a:bodyPr/>
                    <a:lstStyle/>
                    <a:p>
                      <a:pPr algn="l" fontAlgn="ctr"/>
                      <a:endParaRPr lang="en-US" sz="800" b="0" i="0" u="none" strike="noStrike">
                        <a:solidFill>
                          <a:srgbClr val="000000"/>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rtl="0" fontAlgn="ctr"/>
                      <a:endParaRPr lang="en-US" sz="800" b="0" i="0" u="none" strike="noStrike" dirty="0">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rtl="0" fontAlgn="ctr"/>
                      <a:endParaRPr lang="en-US" sz="800" b="0" i="0" u="none" strike="noStrike" dirty="0">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rtl="0" fontAlgn="ctr"/>
                      <a:endParaRPr lang="en-US" sz="800" b="0" i="0" u="none" strike="noStrike" dirty="0">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rtl="0" fontAlgn="ctr"/>
                      <a:endParaRPr lang="en-US" sz="800" b="0" i="0" u="none" strike="noStrike" dirty="0">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rtl="0" fontAlgn="ctr"/>
                      <a:endParaRPr lang="en-US" sz="800" b="0" i="0" u="none" strike="noStrike" dirty="0">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3259248341"/>
                  </a:ext>
                </a:extLst>
              </a:tr>
              <a:tr h="164383">
                <a:tc>
                  <a:txBody>
                    <a:bodyPr/>
                    <a:lstStyle/>
                    <a:p>
                      <a:pPr algn="l" rtl="0" fontAlgn="ctr"/>
                      <a:endParaRPr lang="en-US" sz="800" b="0" i="0" u="none" strike="noStrike" dirty="0">
                        <a:solidFill>
                          <a:srgbClr val="000000"/>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dirty="0">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r>
                        <a:rPr lang="en-US" sz="800" b="0" i="0" u="none" strike="noStrike" dirty="0">
                          <a:solidFill>
                            <a:schemeClr val="tx1"/>
                          </a:solidFill>
                          <a:effectLst/>
                          <a:latin typeface="Arial" panose="020B0604020202020204" pitchFamily="34" charset="0"/>
                        </a:rPr>
                        <a:t> </a:t>
                      </a:r>
                      <a:r>
                        <a:rPr lang="en-US" sz="800" b="0" i="0" u="none" strike="noStrike" dirty="0" err="1">
                          <a:solidFill>
                            <a:schemeClr val="tx1"/>
                          </a:solidFill>
                          <a:effectLst/>
                          <a:latin typeface="Arial" panose="020B0604020202020204" pitchFamily="34" charset="0"/>
                        </a:rPr>
                        <a:t>hbgftdtrufgyh</a:t>
                      </a:r>
                      <a:endParaRPr lang="en-US" sz="800" b="0" i="0" u="none" strike="noStrike" dirty="0">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dirty="0">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3089034877"/>
                  </a:ext>
                </a:extLst>
              </a:tr>
              <a:tr h="157927">
                <a:tc>
                  <a:txBody>
                    <a:bodyPr/>
                    <a:lstStyle/>
                    <a:p>
                      <a:pPr algn="l" rtl="0" fontAlgn="ctr"/>
                      <a:endParaRPr lang="en-US" sz="800" b="0" i="0" u="none" strike="noStrike" dirty="0">
                        <a:solidFill>
                          <a:srgbClr val="000000"/>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dirty="0">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dirty="0">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dirty="0">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080676027"/>
                  </a:ext>
                </a:extLst>
              </a:tr>
              <a:tr h="157927">
                <a:tc>
                  <a:txBody>
                    <a:bodyPr/>
                    <a:lstStyle/>
                    <a:p>
                      <a:pPr algn="l" rtl="0" fontAlgn="ctr"/>
                      <a:endParaRPr lang="en-US" sz="800" b="0" i="0" u="none" strike="noStrike">
                        <a:solidFill>
                          <a:srgbClr val="000000"/>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dirty="0">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3246540852"/>
                  </a:ext>
                </a:extLst>
              </a:tr>
              <a:tr h="157927">
                <a:tc>
                  <a:txBody>
                    <a:bodyPr/>
                    <a:lstStyle/>
                    <a:p>
                      <a:pPr algn="l" rtl="0" fontAlgn="ctr"/>
                      <a:endParaRPr lang="en-US" sz="800" b="0" i="0" u="none" strike="noStrike">
                        <a:solidFill>
                          <a:srgbClr val="000000"/>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dirty="0">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dirty="0">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252915647"/>
                  </a:ext>
                </a:extLst>
              </a:tr>
              <a:tr h="157927">
                <a:tc>
                  <a:txBody>
                    <a:bodyPr/>
                    <a:lstStyle/>
                    <a:p>
                      <a:pPr algn="l" rtl="0" fontAlgn="ctr"/>
                      <a:endParaRPr lang="en-US" sz="800" b="0" i="0" u="none" strike="noStrike">
                        <a:solidFill>
                          <a:srgbClr val="000000"/>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dirty="0">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dirty="0">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330045613"/>
                  </a:ext>
                </a:extLst>
              </a:tr>
              <a:tr h="157927">
                <a:tc>
                  <a:txBody>
                    <a:bodyPr/>
                    <a:lstStyle/>
                    <a:p>
                      <a:pPr algn="l" rtl="0" fontAlgn="ctr"/>
                      <a:endParaRPr lang="en-US" sz="800" b="0" i="0" u="none" strike="noStrike">
                        <a:solidFill>
                          <a:srgbClr val="000000"/>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dirty="0">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dirty="0">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dirty="0">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541679551"/>
                  </a:ext>
                </a:extLst>
              </a:tr>
              <a:tr h="157927">
                <a:tc>
                  <a:txBody>
                    <a:bodyPr/>
                    <a:lstStyle/>
                    <a:p>
                      <a:pPr algn="l" rtl="0" fontAlgn="ctr"/>
                      <a:endParaRPr lang="en-GB" sz="800" b="1" i="0" u="none" strike="noStrike">
                        <a:solidFill>
                          <a:srgbClr val="000000"/>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endParaRPr lang="en-US" sz="800" b="0" i="0" u="none" strike="noStrike" dirty="0">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07240450"/>
                  </a:ext>
                </a:extLst>
              </a:tr>
              <a:tr h="157927">
                <a:tc>
                  <a:txBody>
                    <a:bodyPr/>
                    <a:lstStyle/>
                    <a:p>
                      <a:pPr algn="l" rtl="0" fontAlgn="ctr"/>
                      <a:endParaRPr lang="en-US" sz="800" b="0" i="0" u="none" strike="noStrike" dirty="0">
                        <a:solidFill>
                          <a:srgbClr val="000000"/>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dirty="0">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dirty="0">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98466663"/>
                  </a:ext>
                </a:extLst>
              </a:tr>
              <a:tr h="157927">
                <a:tc>
                  <a:txBody>
                    <a:bodyPr/>
                    <a:lstStyle/>
                    <a:p>
                      <a:pPr algn="l" rtl="0" fontAlgn="ctr"/>
                      <a:endParaRPr lang="en-GB" sz="800" b="1" i="0" u="none" strike="noStrike" dirty="0">
                        <a:solidFill>
                          <a:srgbClr val="000000"/>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endParaRPr lang="en-US" sz="800" b="0" i="0" u="none" strike="noStrike" dirty="0">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endParaRPr lang="en-US" sz="800" b="0" i="0" u="none" strike="noStrike" dirty="0">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endParaRPr lang="en-US" sz="800" b="0" i="0" u="none" strike="noStrike" dirty="0">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15989508"/>
                  </a:ext>
                </a:extLst>
              </a:tr>
              <a:tr h="157927">
                <a:tc>
                  <a:txBody>
                    <a:bodyPr/>
                    <a:lstStyle/>
                    <a:p>
                      <a:pPr algn="l" rtl="0" fontAlgn="ctr"/>
                      <a:endParaRPr lang="en-GB" sz="800" b="1" i="0" u="none" strike="noStrike">
                        <a:solidFill>
                          <a:srgbClr val="000000"/>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endParaRPr lang="en-US" sz="800" b="0" i="0" u="none" strike="noStrike" dirty="0">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81535120"/>
                  </a:ext>
                </a:extLst>
              </a:tr>
              <a:tr h="157927">
                <a:tc>
                  <a:txBody>
                    <a:bodyPr/>
                    <a:lstStyle/>
                    <a:p>
                      <a:pPr algn="l" rtl="0" fontAlgn="ctr"/>
                      <a:endParaRPr lang="en-US" sz="800" b="0" i="0" u="none" strike="noStrike">
                        <a:solidFill>
                          <a:srgbClr val="000000"/>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dirty="0">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002080548"/>
                  </a:ext>
                </a:extLst>
              </a:tr>
              <a:tr h="157927">
                <a:tc>
                  <a:txBody>
                    <a:bodyPr/>
                    <a:lstStyle/>
                    <a:p>
                      <a:pPr algn="l" rtl="0" fontAlgn="ctr"/>
                      <a:endParaRPr lang="en-US" sz="800" b="0" i="0" u="none" strike="noStrike">
                        <a:solidFill>
                          <a:srgbClr val="000000"/>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dirty="0">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2455599968"/>
                  </a:ext>
                </a:extLst>
              </a:tr>
              <a:tr h="157927">
                <a:tc>
                  <a:txBody>
                    <a:bodyPr/>
                    <a:lstStyle/>
                    <a:p>
                      <a:pPr algn="l" rtl="0" fontAlgn="ctr"/>
                      <a:endParaRPr lang="en-US" sz="800" b="0" i="0" u="none" strike="noStrike">
                        <a:solidFill>
                          <a:srgbClr val="000000"/>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dirty="0">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3505834396"/>
                  </a:ext>
                </a:extLst>
              </a:tr>
              <a:tr h="157927">
                <a:tc>
                  <a:txBody>
                    <a:bodyPr/>
                    <a:lstStyle/>
                    <a:p>
                      <a:pPr algn="l" rtl="0" fontAlgn="ctr"/>
                      <a:endParaRPr lang="en-US" sz="800" b="0" i="0" u="none" strike="noStrike">
                        <a:solidFill>
                          <a:srgbClr val="000000"/>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dirty="0">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dirty="0">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176155254"/>
                  </a:ext>
                </a:extLst>
              </a:tr>
              <a:tr h="157927">
                <a:tc>
                  <a:txBody>
                    <a:bodyPr/>
                    <a:lstStyle/>
                    <a:p>
                      <a:pPr algn="l" rtl="0" fontAlgn="ctr"/>
                      <a:endParaRPr lang="en-US" sz="800" b="0" i="0" u="none" strike="noStrike">
                        <a:solidFill>
                          <a:srgbClr val="000000"/>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dirty="0">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756041704"/>
                  </a:ext>
                </a:extLst>
              </a:tr>
              <a:tr h="157927">
                <a:tc>
                  <a:txBody>
                    <a:bodyPr/>
                    <a:lstStyle/>
                    <a:p>
                      <a:pPr algn="l" rtl="0" fontAlgn="ctr"/>
                      <a:endParaRPr lang="en-US" sz="800" b="0" i="0" u="none" strike="noStrike">
                        <a:solidFill>
                          <a:srgbClr val="000000"/>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dirty="0">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dirty="0">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603519155"/>
                  </a:ext>
                </a:extLst>
              </a:tr>
              <a:tr h="157927">
                <a:tc>
                  <a:txBody>
                    <a:bodyPr/>
                    <a:lstStyle/>
                    <a:p>
                      <a:pPr algn="l" rtl="0" fontAlgn="ctr"/>
                      <a:endParaRPr lang="en-US" sz="800" b="0" i="0" u="none" strike="noStrike" dirty="0">
                        <a:solidFill>
                          <a:srgbClr val="000000"/>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dirty="0">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970749459"/>
                  </a:ext>
                </a:extLst>
              </a:tr>
              <a:tr h="157927">
                <a:tc>
                  <a:txBody>
                    <a:bodyPr/>
                    <a:lstStyle/>
                    <a:p>
                      <a:pPr algn="l" rtl="0" fontAlgn="ctr"/>
                      <a:endParaRPr lang="en-US" sz="800" b="0" i="0" u="none" strike="noStrike" dirty="0">
                        <a:solidFill>
                          <a:srgbClr val="000000"/>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dirty="0">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dirty="0">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2804025008"/>
                  </a:ext>
                </a:extLst>
              </a:tr>
              <a:tr h="157927">
                <a:tc>
                  <a:txBody>
                    <a:bodyPr/>
                    <a:lstStyle/>
                    <a:p>
                      <a:pPr algn="l" rtl="0" fontAlgn="ctr"/>
                      <a:endParaRPr lang="en-US" sz="800" b="0" i="0" u="none" strike="noStrike">
                        <a:solidFill>
                          <a:srgbClr val="000000"/>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dirty="0">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dirty="0">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2649544837"/>
                  </a:ext>
                </a:extLst>
              </a:tr>
              <a:tr h="157927">
                <a:tc>
                  <a:txBody>
                    <a:bodyPr/>
                    <a:lstStyle/>
                    <a:p>
                      <a:pPr algn="l" rtl="0" fontAlgn="ctr"/>
                      <a:endParaRPr lang="en-GB" sz="800" b="1" i="0" u="none" strike="noStrike" dirty="0">
                        <a:solidFill>
                          <a:srgbClr val="000000"/>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endParaRPr lang="en-US" sz="800" b="0" i="0" u="none" strike="noStrike" dirty="0">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endParaRPr lang="en-US" sz="800" b="0" i="0" u="none" strike="noStrike" dirty="0">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endParaRPr lang="en-US" sz="800" b="0" i="0" u="none" strike="noStrike" dirty="0">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endParaRPr lang="en-US" sz="800" b="0" i="0" u="none" strike="noStrike" dirty="0">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630763"/>
                  </a:ext>
                </a:extLst>
              </a:tr>
              <a:tr h="157927">
                <a:tc>
                  <a:txBody>
                    <a:bodyPr/>
                    <a:lstStyle/>
                    <a:p>
                      <a:pPr algn="l" fontAlgn="ctr"/>
                      <a:endParaRPr lang="en-US" sz="800" b="0" i="0" u="none" strike="noStrike">
                        <a:solidFill>
                          <a:srgbClr val="000000"/>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endParaRPr lang="en-US" sz="800" b="0" i="0" u="none" strike="noStrike" dirty="0">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endParaRPr lang="en-US" sz="800" b="0" i="0" u="none" strike="noStrike" dirty="0">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endParaRPr lang="en-US" sz="800" b="0" i="0" u="none" strike="noStrike" dirty="0">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endParaRPr lang="en-US" sz="800" b="0" i="0" u="none" strike="noStrike" dirty="0">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endParaRPr lang="en-US" sz="800" b="0" i="0" u="none" strike="noStrike" dirty="0">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86711001"/>
                  </a:ext>
                </a:extLst>
              </a:tr>
              <a:tr h="157927">
                <a:tc>
                  <a:txBody>
                    <a:bodyPr/>
                    <a:lstStyle/>
                    <a:p>
                      <a:pPr algn="l" rtl="0" fontAlgn="ctr"/>
                      <a:endParaRPr lang="en-US" sz="800" b="0" i="0" u="none" strike="noStrike">
                        <a:solidFill>
                          <a:srgbClr val="000000"/>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rtl="0" fontAlgn="ctr"/>
                      <a:endParaRPr lang="en-US" sz="800" b="0" i="0" u="none" strike="noStrike" dirty="0">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rtl="0" fontAlgn="ctr"/>
                      <a:endParaRPr lang="en-US" sz="800" b="0" i="0" u="none" strike="noStrike" dirty="0">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rtl="0" fontAlgn="ctr"/>
                      <a:endParaRPr lang="en-US" sz="800" b="0" i="0" u="none" strike="noStrike" dirty="0">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rtl="0" fontAlgn="ctr"/>
                      <a:endParaRPr lang="en-US" sz="800" b="0" i="0" u="none" strike="noStrike" dirty="0">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rtl="0" fontAlgn="ctr"/>
                      <a:endParaRPr lang="en-US" sz="800" b="0" i="0" u="none" strike="noStrike" dirty="0">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3154616250"/>
                  </a:ext>
                </a:extLst>
              </a:tr>
              <a:tr h="157927">
                <a:tc>
                  <a:txBody>
                    <a:bodyPr/>
                    <a:lstStyle/>
                    <a:p>
                      <a:pPr algn="l" rtl="0" fontAlgn="ctr"/>
                      <a:endParaRPr lang="en-GB" sz="800" b="0" i="0" u="none" strike="noStrike">
                        <a:solidFill>
                          <a:srgbClr val="000000"/>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dirty="0">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3236365377"/>
                  </a:ext>
                </a:extLst>
              </a:tr>
              <a:tr h="157927">
                <a:tc>
                  <a:txBody>
                    <a:bodyPr/>
                    <a:lstStyle/>
                    <a:p>
                      <a:pPr algn="l" rtl="0" fontAlgn="ctr"/>
                      <a:endParaRPr lang="en-US" sz="800" b="0" i="0" u="none" strike="noStrike">
                        <a:solidFill>
                          <a:srgbClr val="000000"/>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2509601872"/>
                  </a:ext>
                </a:extLst>
              </a:tr>
              <a:tr h="157927">
                <a:tc>
                  <a:txBody>
                    <a:bodyPr/>
                    <a:lstStyle/>
                    <a:p>
                      <a:pPr algn="l" rtl="0" fontAlgn="ctr"/>
                      <a:endParaRPr lang="en-US" sz="800" b="0" i="0" u="none" strike="noStrike">
                        <a:solidFill>
                          <a:srgbClr val="000000"/>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dirty="0">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dirty="0">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2150688660"/>
                  </a:ext>
                </a:extLst>
              </a:tr>
              <a:tr h="157927">
                <a:tc>
                  <a:txBody>
                    <a:bodyPr/>
                    <a:lstStyle/>
                    <a:p>
                      <a:pPr algn="l" rtl="0" fontAlgn="ctr"/>
                      <a:endParaRPr lang="en-US" sz="800" b="0" i="0" u="none" strike="noStrike">
                        <a:solidFill>
                          <a:srgbClr val="000000"/>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dirty="0">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dirty="0">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2264633936"/>
                  </a:ext>
                </a:extLst>
              </a:tr>
              <a:tr h="157927">
                <a:tc>
                  <a:txBody>
                    <a:bodyPr/>
                    <a:lstStyle/>
                    <a:p>
                      <a:pPr algn="l" rtl="0" fontAlgn="ctr"/>
                      <a:endParaRPr lang="en-US" sz="800" b="0" i="0" u="none" strike="noStrike">
                        <a:solidFill>
                          <a:srgbClr val="000000"/>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dirty="0">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992755503"/>
                  </a:ext>
                </a:extLst>
              </a:tr>
              <a:tr h="157927">
                <a:tc>
                  <a:txBody>
                    <a:bodyPr/>
                    <a:lstStyle/>
                    <a:p>
                      <a:pPr algn="l" rtl="0" fontAlgn="ctr"/>
                      <a:endParaRPr lang="en-US" sz="800" b="0" i="0" u="none" strike="noStrike">
                        <a:solidFill>
                          <a:srgbClr val="000000"/>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dirty="0">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dirty="0">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876990290"/>
                  </a:ext>
                </a:extLst>
              </a:tr>
              <a:tr h="157927">
                <a:tc>
                  <a:txBody>
                    <a:bodyPr/>
                    <a:lstStyle/>
                    <a:p>
                      <a:pPr algn="l" rtl="0" fontAlgn="ctr"/>
                      <a:endParaRPr lang="en-US" sz="800" b="0" i="0" u="none" strike="noStrike">
                        <a:solidFill>
                          <a:srgbClr val="000000"/>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dirty="0">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dirty="0">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2330859507"/>
                  </a:ext>
                </a:extLst>
              </a:tr>
              <a:tr h="157927">
                <a:tc>
                  <a:txBody>
                    <a:bodyPr/>
                    <a:lstStyle/>
                    <a:p>
                      <a:pPr algn="l" rtl="0" fontAlgn="ctr"/>
                      <a:endParaRPr lang="en-GB" sz="800" b="1" i="0" u="none" strike="noStrike">
                        <a:solidFill>
                          <a:srgbClr val="000000"/>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endParaRPr lang="en-US" sz="800" b="0" i="0" u="none" strike="noStrike" dirty="0">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45775883"/>
                  </a:ext>
                </a:extLst>
              </a:tr>
              <a:tr h="168796">
                <a:tc>
                  <a:txBody>
                    <a:bodyPr/>
                    <a:lstStyle/>
                    <a:p>
                      <a:pPr algn="l" fontAlgn="ctr"/>
                      <a:endParaRPr lang="en-US" sz="800" b="0" i="0" u="none" strike="noStrike">
                        <a:solidFill>
                          <a:srgbClr val="000000"/>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dirty="0">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endParaRPr lang="en-US" sz="800" b="0" i="0" u="none" strike="noStrike" dirty="0">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855376606"/>
                  </a:ext>
                </a:extLst>
              </a:tr>
              <a:tr h="157927">
                <a:tc>
                  <a:txBody>
                    <a:bodyPr/>
                    <a:lstStyle/>
                    <a:p>
                      <a:pPr algn="l" rtl="0" fontAlgn="ctr"/>
                      <a:endParaRPr lang="en-US" sz="800" b="0" i="0" u="none" strike="noStrike">
                        <a:solidFill>
                          <a:srgbClr val="000000"/>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67917B"/>
                    </a:solidFill>
                  </a:tcPr>
                </a:tc>
                <a:tc>
                  <a:txBody>
                    <a:bodyPr/>
                    <a:lstStyle/>
                    <a:p>
                      <a:pPr algn="ctr" rtl="0" fontAlgn="ctr"/>
                      <a:endParaRPr lang="en-US" sz="800" b="0" i="0" u="none" strike="noStrike" dirty="0">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67917B"/>
                    </a:solidFill>
                  </a:tcPr>
                </a:tc>
                <a:tc>
                  <a:txBody>
                    <a:bodyPr/>
                    <a:lstStyle/>
                    <a:p>
                      <a:pPr algn="ctr" rtl="0" fontAlgn="ctr"/>
                      <a:endParaRPr lang="en-US" sz="800" b="0" i="0" u="none" strike="noStrike" dirty="0">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67917B"/>
                    </a:solidFill>
                  </a:tcPr>
                </a:tc>
                <a:tc>
                  <a:txBody>
                    <a:bodyPr/>
                    <a:lstStyle/>
                    <a:p>
                      <a:pPr algn="ctr" rtl="0" fontAlgn="ctr"/>
                      <a:endParaRPr lang="en-US" sz="800" b="0" i="0" u="none" strike="noStrike" dirty="0">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67917B"/>
                    </a:solidFill>
                  </a:tcPr>
                </a:tc>
                <a:tc>
                  <a:txBody>
                    <a:bodyPr/>
                    <a:lstStyle/>
                    <a:p>
                      <a:pPr algn="ctr" rtl="0" fontAlgn="ctr"/>
                      <a:endParaRPr lang="en-US" sz="800" b="0" i="0" u="none" strike="noStrike" dirty="0">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67917B"/>
                    </a:solidFill>
                  </a:tcPr>
                </a:tc>
                <a:tc>
                  <a:txBody>
                    <a:bodyPr/>
                    <a:lstStyle/>
                    <a:p>
                      <a:pPr algn="ctr" rtl="0" fontAlgn="ctr"/>
                      <a:endParaRPr lang="en-US" sz="800" b="0" i="0" u="none" strike="noStrike" dirty="0">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67917B"/>
                    </a:solidFill>
                  </a:tcPr>
                </a:tc>
                <a:extLst>
                  <a:ext uri="{0D108BD9-81ED-4DB2-BD59-A6C34878D82A}">
                    <a16:rowId xmlns:a16="http://schemas.microsoft.com/office/drawing/2014/main" val="1466215170"/>
                  </a:ext>
                </a:extLst>
              </a:tr>
              <a:tr h="157927">
                <a:tc>
                  <a:txBody>
                    <a:bodyPr/>
                    <a:lstStyle/>
                    <a:p>
                      <a:pPr algn="l" rtl="0" fontAlgn="ctr"/>
                      <a:endParaRPr lang="en-US" sz="800" b="0" i="0" u="none" strike="noStrike">
                        <a:solidFill>
                          <a:srgbClr val="000000"/>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AAD2C9"/>
                    </a:solidFill>
                  </a:tcPr>
                </a:tc>
                <a:tc>
                  <a:txBody>
                    <a:bodyPr/>
                    <a:lstStyle/>
                    <a:p>
                      <a:pPr algn="ctr" rtl="0" fontAlgn="ctr"/>
                      <a:endParaRPr lang="en-US" sz="800" b="0" i="0" u="none" strike="noStrike" dirty="0">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AAD2C9"/>
                    </a:solidFill>
                  </a:tcPr>
                </a:tc>
                <a:tc>
                  <a:txBody>
                    <a:bodyPr/>
                    <a:lstStyle/>
                    <a:p>
                      <a:pPr algn="ctr" rtl="0" fontAlgn="ctr"/>
                      <a:endParaRPr lang="en-US" sz="800" b="0" i="0" u="none" strike="noStrike" dirty="0">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AAD2C9"/>
                    </a:solid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AAD2C9"/>
                    </a:solidFill>
                  </a:tcPr>
                </a:tc>
                <a:tc>
                  <a:txBody>
                    <a:bodyPr/>
                    <a:lstStyle/>
                    <a:p>
                      <a:pPr algn="ctr" rtl="0" fontAlgn="ctr"/>
                      <a:endParaRPr lang="en-US" sz="800" b="0" i="0" u="none" strike="noStrike" dirty="0">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AAD2C9"/>
                    </a:solidFill>
                  </a:tcPr>
                </a:tc>
                <a:tc>
                  <a:txBody>
                    <a:bodyPr/>
                    <a:lstStyle/>
                    <a:p>
                      <a:pPr algn="ctr" rtl="0" fontAlgn="ctr"/>
                      <a:endParaRPr lang="en-US" sz="800" b="0" i="0" u="none" strike="noStrike" dirty="0">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AAD2C9"/>
                    </a:solidFill>
                  </a:tcPr>
                </a:tc>
                <a:extLst>
                  <a:ext uri="{0D108BD9-81ED-4DB2-BD59-A6C34878D82A}">
                    <a16:rowId xmlns:a16="http://schemas.microsoft.com/office/drawing/2014/main" val="3490406200"/>
                  </a:ext>
                </a:extLst>
              </a:tr>
              <a:tr h="157927">
                <a:tc>
                  <a:txBody>
                    <a:bodyPr/>
                    <a:lstStyle/>
                    <a:p>
                      <a:pPr algn="l" rtl="0" fontAlgn="ctr"/>
                      <a:endParaRPr lang="en-US" sz="800" b="0" i="0" u="none" strike="noStrike">
                        <a:solidFill>
                          <a:srgbClr val="000000"/>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9EEE9"/>
                    </a:solidFill>
                  </a:tcPr>
                </a:tc>
                <a:tc>
                  <a:txBody>
                    <a:bodyPr/>
                    <a:lstStyle/>
                    <a:p>
                      <a:pPr algn="ctr" rtl="0" fontAlgn="ctr"/>
                      <a:endParaRPr lang="en-US" sz="800" b="0" i="0" u="none" strike="noStrike" dirty="0">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9EEE9"/>
                    </a:solidFill>
                  </a:tcPr>
                </a:tc>
                <a:tc>
                  <a:txBody>
                    <a:bodyPr/>
                    <a:lstStyle/>
                    <a:p>
                      <a:pPr algn="ctr" rtl="0" fontAlgn="ctr"/>
                      <a:endParaRPr lang="en-US" sz="800" b="0" i="0" u="none" strike="noStrike" dirty="0">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9EEE9"/>
                    </a:solidFill>
                  </a:tcPr>
                </a:tc>
                <a:tc>
                  <a:txBody>
                    <a:bodyPr/>
                    <a:lstStyle/>
                    <a:p>
                      <a:pPr algn="ctr" rtl="0" fontAlgn="ctr"/>
                      <a:endParaRPr lang="en-US" sz="800" b="0" i="0" u="none" strike="noStrike" dirty="0">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9EEE9"/>
                    </a:solidFill>
                  </a:tcPr>
                </a:tc>
                <a:tc>
                  <a:txBody>
                    <a:bodyPr/>
                    <a:lstStyle/>
                    <a:p>
                      <a:pPr algn="ctr" rtl="0" fontAlgn="ctr"/>
                      <a:endParaRPr lang="en-US" sz="800" b="0" i="0" u="none" strike="noStrike" dirty="0">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9EEE9"/>
                    </a:solidFill>
                  </a:tcPr>
                </a:tc>
                <a:tc>
                  <a:txBody>
                    <a:bodyPr/>
                    <a:lstStyle/>
                    <a:p>
                      <a:pPr algn="ctr" rtl="0" fontAlgn="ctr"/>
                      <a:endParaRPr lang="en-US" sz="800" b="0" i="0" u="none" strike="noStrike" dirty="0">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9EEE9"/>
                    </a:solidFill>
                  </a:tcPr>
                </a:tc>
                <a:extLst>
                  <a:ext uri="{0D108BD9-81ED-4DB2-BD59-A6C34878D82A}">
                    <a16:rowId xmlns:a16="http://schemas.microsoft.com/office/drawing/2014/main" val="4183334305"/>
                  </a:ext>
                </a:extLst>
              </a:tr>
              <a:tr h="168796">
                <a:tc>
                  <a:txBody>
                    <a:bodyPr/>
                    <a:lstStyle/>
                    <a:p>
                      <a:pPr algn="l" fontAlgn="ctr"/>
                      <a:endParaRPr lang="en-US" sz="800" b="0" i="0" u="none" strike="noStrike">
                        <a:solidFill>
                          <a:srgbClr val="000000"/>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endParaRPr lang="en-US" sz="800" b="0" i="0" u="none" strike="noStrike" dirty="0">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endParaRPr lang="en-US" sz="800" b="0" i="0" u="none" strike="noStrike" dirty="0">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endParaRPr lang="en-US" sz="800" b="0" i="0" u="none" strike="noStrike">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endParaRPr lang="en-US" sz="800" b="0" i="0" u="none" strike="noStrike" dirty="0">
                        <a:solidFill>
                          <a:schemeClr val="tx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2331748"/>
                  </a:ext>
                </a:extLst>
              </a:tr>
              <a:tr h="157927">
                <a:tc>
                  <a:txBody>
                    <a:bodyPr/>
                    <a:lstStyle/>
                    <a:p>
                      <a:pPr algn="l" rtl="0" fontAlgn="ctr"/>
                      <a:r>
                        <a:rPr lang="en-GB" sz="800" b="0" i="0" u="none" strike="noStrike">
                          <a:solidFill>
                            <a:srgbClr val="FFFFFF"/>
                          </a:solidFill>
                          <a:effectLst/>
                          <a:latin typeface="Arial" panose="020B0604020202020204" pitchFamily="34" charset="0"/>
                        </a:rPr>
                        <a:t>Debt Service Coverage Ratio (DSCR)</a:t>
                      </a: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34874"/>
                    </a:solidFill>
                  </a:tcPr>
                </a:tc>
                <a:tc>
                  <a:txBody>
                    <a:bodyPr/>
                    <a:lstStyle/>
                    <a:p>
                      <a:pPr algn="ctr" rtl="0" fontAlgn="ctr"/>
                      <a:r>
                        <a:rPr lang="en-US" sz="800" b="0" i="0" u="none" strike="noStrike" dirty="0">
                          <a:solidFill>
                            <a:schemeClr val="bg1"/>
                          </a:solidFill>
                          <a:effectLst/>
                          <a:latin typeface="Arial" panose="020B0604020202020204" pitchFamily="34" charset="0"/>
                        </a:rPr>
                        <a:t>{{</a:t>
                      </a: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34874"/>
                    </a:solidFill>
                  </a:tcPr>
                </a:tc>
                <a:tc>
                  <a:txBody>
                    <a:bodyPr/>
                    <a:lstStyle/>
                    <a:p>
                      <a:pPr algn="ctr" rtl="0" fontAlgn="ctr"/>
                      <a:r>
                        <a:rPr lang="en-US" sz="800" b="0" i="0" u="none" strike="noStrike" dirty="0">
                          <a:solidFill>
                            <a:schemeClr val="bg1"/>
                          </a:solidFill>
                          <a:effectLst/>
                          <a:latin typeface="Arial" panose="020B0604020202020204" pitchFamily="34" charset="0"/>
                        </a:rPr>
                        <a:t>{{</a:t>
                      </a:r>
                      <a:r>
                        <a:rPr lang="en-US" sz="800" b="0" i="0" u="none" strike="noStrike" dirty="0" err="1">
                          <a:solidFill>
                            <a:schemeClr val="bg1"/>
                          </a:solidFill>
                          <a:effectLst/>
                          <a:latin typeface="Arial" panose="020B0604020202020204" pitchFamily="34" charset="0"/>
                        </a:rPr>
                        <a:t>ConsoCF-ProjLevel</a:t>
                      </a:r>
                      <a:r>
                        <a:rPr lang="en-US" sz="800" b="0" i="0" u="none" strike="noStrike" dirty="0">
                          <a:solidFill>
                            <a:schemeClr val="bg1"/>
                          </a:solidFill>
                          <a:effectLst/>
                          <a:latin typeface="Arial" panose="020B0604020202020204" pitchFamily="34" charset="0"/>
                        </a:rPr>
                        <a:t>}</a:t>
                      </a: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34874"/>
                    </a:solidFill>
                  </a:tcPr>
                </a:tc>
                <a:tc>
                  <a:txBody>
                    <a:bodyPr/>
                    <a:lstStyle/>
                    <a:p>
                      <a:pPr algn="ctr" rtl="0" fontAlgn="ctr"/>
                      <a:r>
                        <a:rPr lang="en-US" sz="800" b="0" i="0" u="none" strike="noStrike" dirty="0">
                          <a:solidFill>
                            <a:schemeClr val="bg1"/>
                          </a:solidFill>
                          <a:effectLst/>
                          <a:latin typeface="Arial" panose="020B0604020202020204" pitchFamily="34" charset="0"/>
                        </a:rPr>
                        <a:t>{</a:t>
                      </a: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34874"/>
                    </a:solidFill>
                  </a:tcPr>
                </a:tc>
                <a:tc>
                  <a:txBody>
                    <a:bodyPr/>
                    <a:lstStyle/>
                    <a:p>
                      <a:pPr algn="ctr" rtl="0" fontAlgn="ctr"/>
                      <a:r>
                        <a:rPr lang="en-US" sz="800" b="0" i="0" u="none" strike="noStrike" dirty="0" err="1">
                          <a:solidFill>
                            <a:schemeClr val="bg1"/>
                          </a:solidFill>
                          <a:effectLst/>
                          <a:latin typeface="Arial" panose="020B0604020202020204" pitchFamily="34" charset="0"/>
                        </a:rPr>
                        <a:t>gftr</a:t>
                      </a:r>
                      <a:endParaRPr lang="en-US" sz="800" b="0" i="0" u="none" strike="noStrike" dirty="0">
                        <a:solidFill>
                          <a:schemeClr val="bg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34874"/>
                    </a:solidFill>
                  </a:tcPr>
                </a:tc>
                <a:tc>
                  <a:txBody>
                    <a:bodyPr/>
                    <a:lstStyle/>
                    <a:p>
                      <a:pPr algn="ctr" rtl="0" fontAlgn="ctr"/>
                      <a:r>
                        <a:rPr lang="en-US" sz="800" b="0" i="0" u="none" strike="noStrike" dirty="0" err="1">
                          <a:solidFill>
                            <a:schemeClr val="bg1"/>
                          </a:solidFill>
                          <a:effectLst/>
                          <a:latin typeface="Arial" panose="020B0604020202020204" pitchFamily="34" charset="0"/>
                        </a:rPr>
                        <a:t>nbgtfrd</a:t>
                      </a:r>
                      <a:endParaRPr lang="en-US" sz="800" b="0" i="0" u="none" strike="noStrike" dirty="0">
                        <a:solidFill>
                          <a:schemeClr val="bg1"/>
                        </a:solidFill>
                        <a:effectLst/>
                        <a:latin typeface="Arial" panose="020B0604020202020204" pitchFamily="34" charset="0"/>
                      </a:endParaRPr>
                    </a:p>
                  </a:txBody>
                  <a:tcPr marL="2584" marR="2584" marT="25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34874"/>
                    </a:solidFill>
                  </a:tcPr>
                </a:tc>
                <a:extLst>
                  <a:ext uri="{0D108BD9-81ED-4DB2-BD59-A6C34878D82A}">
                    <a16:rowId xmlns:a16="http://schemas.microsoft.com/office/drawing/2014/main" val="646619784"/>
                  </a:ext>
                </a:extLst>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6" name="Google Shape;259;p33"/>
          <p:cNvSpPr/>
          <p:nvPr/>
        </p:nvSpPr>
        <p:spPr>
          <a:xfrm>
            <a:off x="0" y="0"/>
            <a:ext cx="18284760" cy="1198440"/>
          </a:xfrm>
          <a:custGeom>
            <a:avLst/>
            <a:gdLst>
              <a:gd name="textAreaLeft" fmla="*/ 0 w 18284760"/>
              <a:gd name="textAreaRight" fmla="*/ 18288000 w 18284760"/>
              <a:gd name="textAreaTop" fmla="*/ 0 h 1198440"/>
              <a:gd name="textAreaBottom" fmla="*/ 1201680 h 1198440"/>
            </a:gdLst>
            <a:ahLst/>
            <a:cxnLst/>
            <a:rect l="textAreaLeft" t="textAreaTop" r="textAreaRight" b="textAreaBottom"/>
            <a:pathLst>
              <a:path w="4816592" h="316518">
                <a:moveTo>
                  <a:pt x="0" y="0"/>
                </a:moveTo>
                <a:lnTo>
                  <a:pt x="4816592" y="0"/>
                </a:lnTo>
                <a:lnTo>
                  <a:pt x="4816592" y="316518"/>
                </a:lnTo>
                <a:lnTo>
                  <a:pt x="0" y="316518"/>
                </a:lnTo>
                <a:close/>
              </a:path>
            </a:pathLst>
          </a:custGeom>
          <a:solidFill>
            <a:srgbClr val="234874"/>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endParaRPr kumimoji="0" lang="en-US" sz="1400" b="0" i="0" u="none" strike="noStrike" kern="1200" cap="none" spc="0" normalizeH="0" baseline="0" noProof="0">
              <a:ln>
                <a:noFill/>
              </a:ln>
              <a:solidFill>
                <a:srgbClr val="FFFFFF"/>
              </a:solidFill>
              <a:effectLst/>
              <a:uLnTx/>
              <a:uFillTx/>
              <a:latin typeface="Arial"/>
              <a:ea typeface="+mn-ea"/>
              <a:cs typeface="+mn-cs"/>
            </a:endParaRPr>
          </a:p>
        </p:txBody>
      </p:sp>
      <p:sp>
        <p:nvSpPr>
          <p:cNvPr id="427" name="Google Shape;260;p33"/>
          <p:cNvSpPr/>
          <p:nvPr/>
        </p:nvSpPr>
        <p:spPr>
          <a:xfrm>
            <a:off x="494280" y="669960"/>
            <a:ext cx="12630960" cy="426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0" marR="0" lvl="0" indent="0" algn="l" defTabSz="914400" rtl="0" eaLnBrk="1" fontAlgn="auto" latinLnBrk="0" hangingPunct="1">
              <a:lnSpc>
                <a:spcPct val="140000"/>
              </a:lnSpc>
              <a:spcBef>
                <a:spcPts val="0"/>
              </a:spcBef>
              <a:spcAft>
                <a:spcPts val="0"/>
              </a:spcAft>
              <a:buClrTx/>
              <a:buSzTx/>
              <a:buFontTx/>
              <a:buNone/>
              <a:tabLst>
                <a:tab pos="0" algn="l"/>
              </a:tabLst>
              <a:defRPr/>
            </a:pPr>
            <a:r>
              <a:rPr kumimoji="0" lang="en-US" sz="2000" b="0" i="0" u="none" strike="noStrike" kern="1200" cap="none" spc="0" normalizeH="0" baseline="0" noProof="0">
                <a:ln>
                  <a:noFill/>
                </a:ln>
                <a:solidFill>
                  <a:srgbClr val="FFFFFF"/>
                </a:solidFill>
                <a:effectLst/>
                <a:uLnTx/>
                <a:uFillTx/>
                <a:latin typeface="Century Schoolbook"/>
                <a:ea typeface="Century Schoolbook"/>
                <a:cs typeface="+mn-cs"/>
              </a:rPr>
              <a:t>RETURN ANALYSIS</a:t>
            </a:r>
            <a:endParaRPr kumimoji="0" lang="en-US" sz="2000" b="0" i="0" u="none" strike="noStrike" kern="1200" cap="none" spc="0" normalizeH="0" baseline="0" noProof="0">
              <a:ln>
                <a:noFill/>
              </a:ln>
              <a:solidFill>
                <a:srgbClr val="000000"/>
              </a:solidFill>
              <a:effectLst/>
              <a:uLnTx/>
              <a:uFillTx/>
              <a:latin typeface="Arial"/>
              <a:ea typeface="+mn-ea"/>
              <a:cs typeface="+mn-cs"/>
            </a:endParaRPr>
          </a:p>
        </p:txBody>
      </p:sp>
      <p:sp>
        <p:nvSpPr>
          <p:cNvPr id="428" name="Google Shape;261;p33"/>
          <p:cNvSpPr/>
          <p:nvPr/>
        </p:nvSpPr>
        <p:spPr>
          <a:xfrm>
            <a:off x="494280" y="347400"/>
            <a:ext cx="508428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0" marR="0" lvl="0" indent="0" algn="l" defTabSz="914400" rtl="0" eaLnBrk="1" fontAlgn="auto" latinLnBrk="0" hangingPunct="1">
              <a:lnSpc>
                <a:spcPct val="140000"/>
              </a:lnSpc>
              <a:spcBef>
                <a:spcPts val="0"/>
              </a:spcBef>
              <a:spcAft>
                <a:spcPts val="0"/>
              </a:spcAft>
              <a:buClrTx/>
              <a:buSzTx/>
              <a:buFontTx/>
              <a:buNone/>
              <a:tabLst>
                <a:tab pos="0" algn="l"/>
              </a:tabLst>
              <a:defRPr/>
            </a:pPr>
            <a:r>
              <a:rPr kumimoji="0" lang="en-US" sz="1500" b="0" i="0" u="none" strike="noStrike" kern="1200" cap="none" spc="0" normalizeH="0" baseline="0" noProof="0">
                <a:ln>
                  <a:noFill/>
                </a:ln>
                <a:solidFill>
                  <a:srgbClr val="FFFFFF"/>
                </a:solidFill>
                <a:effectLst/>
                <a:uLnTx/>
                <a:uFillTx/>
                <a:latin typeface="Century Schoolbook"/>
                <a:ea typeface="Century Schoolbook"/>
                <a:cs typeface="+mn-cs"/>
              </a:rPr>
              <a:t>FINANCIAL AND INVESTMENT ANALYSIS</a:t>
            </a:r>
            <a:endParaRPr kumimoji="0" lang="en-US" sz="1500" b="0" i="0" u="none" strike="noStrike" kern="1200" cap="none" spc="0" normalizeH="0" baseline="0" noProof="0">
              <a:ln>
                <a:noFill/>
              </a:ln>
              <a:solidFill>
                <a:srgbClr val="000000"/>
              </a:solidFill>
              <a:effectLst/>
              <a:uLnTx/>
              <a:uFillTx/>
              <a:latin typeface="Arial"/>
              <a:ea typeface="+mn-ea"/>
              <a:cs typeface="+mn-cs"/>
            </a:endParaRPr>
          </a:p>
        </p:txBody>
      </p:sp>
      <p:graphicFrame>
        <p:nvGraphicFramePr>
          <p:cNvPr id="429" name="Google Shape;262;p33"/>
          <p:cNvGraphicFramePr/>
          <p:nvPr>
            <p:extLst>
              <p:ext uri="{D42A27DB-BD31-4B8C-83A1-F6EECF244321}">
                <p14:modId xmlns:p14="http://schemas.microsoft.com/office/powerpoint/2010/main" val="3348868180"/>
              </p:ext>
            </p:extLst>
          </p:nvPr>
        </p:nvGraphicFramePr>
        <p:xfrm>
          <a:off x="497700" y="1506538"/>
          <a:ext cx="17289360" cy="6858000"/>
        </p:xfrm>
        <a:graphic>
          <a:graphicData uri="http://schemas.openxmlformats.org/drawingml/2006/table">
            <a:tbl>
              <a:tblPr/>
              <a:tblGrid>
                <a:gridCol w="1709280">
                  <a:extLst>
                    <a:ext uri="{9D8B030D-6E8A-4147-A177-3AD203B41FA5}">
                      <a16:colId xmlns:a16="http://schemas.microsoft.com/office/drawing/2014/main" val="20000"/>
                    </a:ext>
                  </a:extLst>
                </a:gridCol>
                <a:gridCol w="1285920">
                  <a:extLst>
                    <a:ext uri="{9D8B030D-6E8A-4147-A177-3AD203B41FA5}">
                      <a16:colId xmlns:a16="http://schemas.microsoft.com/office/drawing/2014/main" val="20001"/>
                    </a:ext>
                  </a:extLst>
                </a:gridCol>
                <a:gridCol w="1920960">
                  <a:extLst>
                    <a:ext uri="{9D8B030D-6E8A-4147-A177-3AD203B41FA5}">
                      <a16:colId xmlns:a16="http://schemas.microsoft.com/office/drawing/2014/main" val="20002"/>
                    </a:ext>
                  </a:extLst>
                </a:gridCol>
                <a:gridCol w="2474640">
                  <a:extLst>
                    <a:ext uri="{9D8B030D-6E8A-4147-A177-3AD203B41FA5}">
                      <a16:colId xmlns:a16="http://schemas.microsoft.com/office/drawing/2014/main" val="20003"/>
                    </a:ext>
                  </a:extLst>
                </a:gridCol>
                <a:gridCol w="2474640">
                  <a:extLst>
                    <a:ext uri="{9D8B030D-6E8A-4147-A177-3AD203B41FA5}">
                      <a16:colId xmlns:a16="http://schemas.microsoft.com/office/drawing/2014/main" val="20004"/>
                    </a:ext>
                  </a:extLst>
                </a:gridCol>
                <a:gridCol w="2474640">
                  <a:extLst>
                    <a:ext uri="{9D8B030D-6E8A-4147-A177-3AD203B41FA5}">
                      <a16:colId xmlns:a16="http://schemas.microsoft.com/office/drawing/2014/main" val="20005"/>
                    </a:ext>
                  </a:extLst>
                </a:gridCol>
                <a:gridCol w="2474640">
                  <a:extLst>
                    <a:ext uri="{9D8B030D-6E8A-4147-A177-3AD203B41FA5}">
                      <a16:colId xmlns:a16="http://schemas.microsoft.com/office/drawing/2014/main" val="20006"/>
                    </a:ext>
                  </a:extLst>
                </a:gridCol>
                <a:gridCol w="2474640">
                  <a:extLst>
                    <a:ext uri="{9D8B030D-6E8A-4147-A177-3AD203B41FA5}">
                      <a16:colId xmlns:a16="http://schemas.microsoft.com/office/drawing/2014/main" val="20007"/>
                    </a:ext>
                  </a:extLst>
                </a:gridCol>
              </a:tblGrid>
              <a:tr h="226800">
                <a:tc gridSpan="2">
                  <a:txBody>
                    <a:bodyPr/>
                    <a:lstStyle/>
                    <a:p>
                      <a:pPr>
                        <a:lnSpc>
                          <a:spcPct val="100000"/>
                        </a:lnSpc>
                        <a:tabLst>
                          <a:tab pos="0" algn="l"/>
                        </a:tabLst>
                      </a:pPr>
                      <a:endParaRPr lang="en-US" sz="900" b="0" u="none" strike="noStrike" dirty="0">
                        <a:solidFill>
                          <a:srgbClr val="000000"/>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hMerge="1">
                  <a:txBody>
                    <a:bodyPr/>
                    <a:lstStyle/>
                    <a:p>
                      <a:endParaRPr lang="en-US" sz="1800" b="0" u="none" strike="noStrike">
                        <a:solidFill>
                          <a:srgbClr val="000000"/>
                        </a:solidFill>
                        <a:uFillTx/>
                        <a:latin typeface="Arial"/>
                      </a:endParaRPr>
                    </a:p>
                  </a:txBody>
                  <a:tcPr marL="90000" marR="90000">
                    <a:lnL>
                      <a:noFill/>
                    </a:lnL>
                    <a:lnR>
                      <a:noFill/>
                    </a:lnR>
                    <a:lnT>
                      <a:noFill/>
                    </a:lnT>
                    <a:lnB>
                      <a:noFill/>
                    </a:lnB>
                    <a:solidFill>
                      <a:srgbClr val="729FCF"/>
                    </a:solidFill>
                  </a:tcPr>
                </a:tc>
                <a:tc>
                  <a:txBody>
                    <a:bodyPr/>
                    <a:lstStyle/>
                    <a:p>
                      <a:pPr>
                        <a:lnSpc>
                          <a:spcPct val="100000"/>
                        </a:lnSpc>
                        <a:tabLst>
                          <a:tab pos="0" algn="l"/>
                        </a:tabLst>
                      </a:pPr>
                      <a:endParaRPr lang="en-US" sz="900" b="0" u="none" strike="noStrike">
                        <a:solidFill>
                          <a:srgbClr val="000000"/>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endParaRPr lang="en-US" sz="1800" b="0" u="none" strike="noStrike" dirty="0">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endParaRPr lang="en-US" sz="18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endParaRPr lang="en-US" sz="18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endParaRPr lang="en-US" sz="18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endParaRPr lang="en-US" sz="18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extLst>
                  <a:ext uri="{0D108BD9-81ED-4DB2-BD59-A6C34878D82A}">
                    <a16:rowId xmlns:a16="http://schemas.microsoft.com/office/drawing/2014/main" val="10000"/>
                  </a:ext>
                </a:extLst>
              </a:tr>
              <a:tr h="226800">
                <a:tc>
                  <a:txBody>
                    <a:bodyPr/>
                    <a:lstStyle/>
                    <a:p>
                      <a:pPr>
                        <a:lnSpc>
                          <a:spcPct val="100000"/>
                        </a:lnSpc>
                        <a:tabLst>
                          <a:tab pos="0" algn="l"/>
                        </a:tabLst>
                      </a:pPr>
                      <a:endParaRPr lang="en-US" sz="900" b="0" u="none" strike="noStrike">
                        <a:solidFill>
                          <a:srgbClr val="000000"/>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FFC000"/>
                    </a:solidFill>
                  </a:tcPr>
                </a:tc>
                <a:tc>
                  <a:txBody>
                    <a:bodyPr/>
                    <a:lstStyle/>
                    <a:p>
                      <a:pPr>
                        <a:lnSpc>
                          <a:spcPct val="100000"/>
                        </a:lnSpc>
                        <a:tabLst>
                          <a:tab pos="0" algn="l"/>
                        </a:tabLst>
                      </a:pPr>
                      <a:endParaRPr lang="en-US" sz="900" b="0" u="none" strike="noStrike">
                        <a:solidFill>
                          <a:srgbClr val="000000"/>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FFC000"/>
                    </a:solidFill>
                  </a:tcPr>
                </a:tc>
                <a:tc>
                  <a:txBody>
                    <a:bodyPr/>
                    <a:lstStyle/>
                    <a:p>
                      <a:pPr>
                        <a:lnSpc>
                          <a:spcPct val="100000"/>
                        </a:lnSpc>
                        <a:tabLst>
                          <a:tab pos="0" algn="l"/>
                        </a:tabLst>
                      </a:pPr>
                      <a:endParaRPr lang="en-US" sz="900" b="0" u="none" strike="noStrike">
                        <a:solidFill>
                          <a:srgbClr val="000000"/>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FFC000"/>
                    </a:solid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FFC000"/>
                    </a:solid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FFC000"/>
                    </a:solid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FFC000"/>
                    </a:solid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FFC000"/>
                    </a:solid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FFC000"/>
                    </a:solidFill>
                  </a:tcPr>
                </a:tc>
                <a:extLst>
                  <a:ext uri="{0D108BD9-81ED-4DB2-BD59-A6C34878D82A}">
                    <a16:rowId xmlns:a16="http://schemas.microsoft.com/office/drawing/2014/main" val="10001"/>
                  </a:ext>
                </a:extLst>
              </a:tr>
              <a:tr h="226800">
                <a:tc gridSpan="2">
                  <a:txBody>
                    <a:bodyPr/>
                    <a:lstStyle/>
                    <a:p>
                      <a:pPr>
                        <a:lnSpc>
                          <a:spcPct val="100000"/>
                        </a:lnSpc>
                        <a:tabLst>
                          <a:tab pos="0" algn="l"/>
                        </a:tabLst>
                      </a:pPr>
                      <a:endParaRPr lang="en-US" sz="900" b="0" u="none" strike="noStrike">
                        <a:solidFill>
                          <a:srgbClr val="000000"/>
                        </a:solidFill>
                        <a:uFillTx/>
                        <a:latin typeface="Arial"/>
                      </a:endParaRPr>
                    </a:p>
                  </a:txBody>
                  <a:tcPr marL="95040" anchor="ctr">
                    <a:lnL w="9360">
                      <a:solidFill>
                        <a:srgbClr val="000000"/>
                      </a:solidFill>
                      <a:prstDash val="solid"/>
                    </a:lnL>
                    <a:lnR w="9360" cap="flat" cmpd="sng" algn="ctr">
                      <a:solidFill>
                        <a:srgbClr val="000000"/>
                      </a:solidFill>
                      <a:prstDash val="solid"/>
                      <a:round/>
                      <a:headEnd type="none" w="med" len="med"/>
                      <a:tailEnd type="none" w="med" len="med"/>
                    </a:lnR>
                    <a:lnT w="9360" cap="flat" cmpd="sng" algn="ctr">
                      <a:solidFill>
                        <a:srgbClr val="000000"/>
                      </a:solidFill>
                      <a:prstDash val="solid"/>
                      <a:round/>
                      <a:headEnd type="none" w="med" len="med"/>
                      <a:tailEnd type="none" w="med" len="med"/>
                    </a:lnT>
                    <a:lnB w="9360">
                      <a:solidFill>
                        <a:srgbClr val="000000"/>
                      </a:solidFill>
                      <a:prstDash val="dot"/>
                    </a:lnB>
                    <a:noFill/>
                  </a:tcPr>
                </a:tc>
                <a:tc hMerge="1">
                  <a:txBody>
                    <a:bodyPr/>
                    <a:lstStyle/>
                    <a:p>
                      <a:endParaRPr lang="en-US" sz="1800" b="0" u="none" strike="noStrike">
                        <a:solidFill>
                          <a:srgbClr val="000000"/>
                        </a:solidFill>
                        <a:uFillTx/>
                        <a:latin typeface="Arial"/>
                      </a:endParaRPr>
                    </a:p>
                  </a:txBody>
                  <a:tcPr marL="90000" marR="90000">
                    <a:lnL>
                      <a:noFill/>
                    </a:lnL>
                    <a:lnR>
                      <a:noFill/>
                    </a:lnR>
                    <a:lnT>
                      <a:noFill/>
                    </a:lnT>
                    <a:lnB>
                      <a:noFill/>
                    </a:lnB>
                    <a:solidFill>
                      <a:srgbClr val="729FCF"/>
                    </a:solidFill>
                  </a:tcPr>
                </a:tc>
                <a:tc>
                  <a:txBody>
                    <a:bodyPr/>
                    <a:lstStyle/>
                    <a:p>
                      <a:pPr>
                        <a:lnSpc>
                          <a:spcPct val="100000"/>
                        </a:lnSpc>
                        <a:tabLst>
                          <a:tab pos="0" algn="l"/>
                        </a:tabLst>
                      </a:pPr>
                      <a:endParaRPr lang="en-US" sz="900" b="0" u="none" strike="noStrike">
                        <a:solidFill>
                          <a:srgbClr val="000000"/>
                        </a:solidFill>
                        <a:uFillTx/>
                        <a:latin typeface="Arial"/>
                      </a:endParaRPr>
                    </a:p>
                  </a:txBody>
                  <a:tcPr anchor="ctr">
                    <a:lnL w="9360" cap="flat" cmpd="sng" algn="ctr">
                      <a:solidFill>
                        <a:srgbClr val="000000"/>
                      </a:solidFill>
                      <a:prstDash val="solid"/>
                      <a:round/>
                      <a:headEnd type="none" w="med" len="med"/>
                      <a:tailEnd type="none" w="med" len="med"/>
                    </a:lnL>
                    <a:lnR w="9360" cap="flat" cmpd="sng" algn="ctr">
                      <a:solidFill>
                        <a:srgbClr val="000000"/>
                      </a:solidFill>
                      <a:prstDash val="solid"/>
                      <a:round/>
                      <a:headEnd type="none" w="med" len="med"/>
                      <a:tailEnd type="none" w="med" len="med"/>
                    </a:lnR>
                    <a:lnT w="9360" cap="flat" cmpd="sng" algn="ctr">
                      <a:solidFill>
                        <a:srgbClr val="000000"/>
                      </a:solidFill>
                      <a:prstDash val="solid"/>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cap="flat" cmpd="sng" algn="ctr">
                      <a:solidFill>
                        <a:srgbClr val="000000"/>
                      </a:solidFill>
                      <a:prstDash val="solid"/>
                      <a:round/>
                      <a:headEnd type="none" w="med" len="med"/>
                      <a:tailEnd type="none" w="med" len="med"/>
                    </a:lnL>
                    <a:lnR w="9360" cap="flat" cmpd="sng" algn="ctr">
                      <a:solidFill>
                        <a:srgbClr val="000000"/>
                      </a:solidFill>
                      <a:prstDash val="solid"/>
                      <a:round/>
                      <a:headEnd type="none" w="med" len="med"/>
                      <a:tailEnd type="none" w="med" len="med"/>
                    </a:lnR>
                    <a:lnT w="9360" cap="flat" cmpd="sng" algn="ctr">
                      <a:solidFill>
                        <a:srgbClr val="000000"/>
                      </a:solidFill>
                      <a:prstDash val="solid"/>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cap="flat" cmpd="sng" algn="ctr">
                      <a:solidFill>
                        <a:srgbClr val="000000"/>
                      </a:solidFill>
                      <a:prstDash val="solid"/>
                      <a:round/>
                      <a:headEnd type="none" w="med" len="med"/>
                      <a:tailEnd type="none" w="med" len="med"/>
                    </a:lnL>
                    <a:lnR w="9360" cap="flat" cmpd="sng" algn="ctr">
                      <a:solidFill>
                        <a:srgbClr val="000000"/>
                      </a:solidFill>
                      <a:prstDash val="solid"/>
                      <a:round/>
                      <a:headEnd type="none" w="med" len="med"/>
                      <a:tailEnd type="none" w="med" len="med"/>
                    </a:lnR>
                    <a:lnT w="9360" cap="flat" cmpd="sng" algn="ctr">
                      <a:solidFill>
                        <a:srgbClr val="000000"/>
                      </a:solidFill>
                      <a:prstDash val="solid"/>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cap="flat" cmpd="sng" algn="ctr">
                      <a:solidFill>
                        <a:srgbClr val="000000"/>
                      </a:solidFill>
                      <a:prstDash val="solid"/>
                      <a:round/>
                      <a:headEnd type="none" w="med" len="med"/>
                      <a:tailEnd type="none" w="med" len="med"/>
                    </a:lnL>
                    <a:lnR w="9360" cap="flat" cmpd="sng" algn="ctr">
                      <a:solidFill>
                        <a:srgbClr val="000000"/>
                      </a:solidFill>
                      <a:prstDash val="solid"/>
                      <a:round/>
                      <a:headEnd type="none" w="med" len="med"/>
                      <a:tailEnd type="none" w="med" len="med"/>
                    </a:lnR>
                    <a:lnT w="9360" cap="flat" cmpd="sng" algn="ctr">
                      <a:solidFill>
                        <a:srgbClr val="000000"/>
                      </a:solidFill>
                      <a:prstDash val="solid"/>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cap="flat" cmpd="sng" algn="ctr">
                      <a:solidFill>
                        <a:srgbClr val="000000"/>
                      </a:solidFill>
                      <a:prstDash val="solid"/>
                      <a:round/>
                      <a:headEnd type="none" w="med" len="med"/>
                      <a:tailEnd type="none" w="med" len="med"/>
                    </a:lnL>
                    <a:lnR w="9360" cap="flat" cmpd="sng" algn="ctr">
                      <a:solidFill>
                        <a:srgbClr val="000000"/>
                      </a:solidFill>
                      <a:prstDash val="solid"/>
                      <a:round/>
                      <a:headEnd type="none" w="med" len="med"/>
                      <a:tailEnd type="none" w="med" len="med"/>
                    </a:lnR>
                    <a:lnT w="9360" cap="flat" cmpd="sng" algn="ctr">
                      <a:solidFill>
                        <a:srgbClr val="000000"/>
                      </a:solidFill>
                      <a:prstDash val="solid"/>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anchor="ctr">
                    <a:lnL w="9360" cap="flat" cmpd="sng" algn="ctr">
                      <a:solidFill>
                        <a:srgbClr val="000000"/>
                      </a:solidFill>
                      <a:prstDash val="solid"/>
                      <a:round/>
                      <a:headEnd type="none" w="med" len="med"/>
                      <a:tailEnd type="none" w="med" len="med"/>
                    </a:lnL>
                    <a:lnR w="9360">
                      <a:solidFill>
                        <a:srgbClr val="000000"/>
                      </a:solidFill>
                      <a:prstDash val="solid"/>
                    </a:lnR>
                    <a:lnT w="9360" cap="flat" cmpd="sng" algn="ctr">
                      <a:solidFill>
                        <a:srgbClr val="000000"/>
                      </a:solidFill>
                      <a:prstDash val="solid"/>
                      <a:round/>
                      <a:headEnd type="none" w="med" len="med"/>
                      <a:tailEnd type="none" w="med" len="med"/>
                    </a:lnT>
                    <a:lnB w="9360">
                      <a:solidFill>
                        <a:srgbClr val="000000"/>
                      </a:solidFill>
                      <a:prstDash val="dot"/>
                    </a:lnB>
                    <a:noFill/>
                  </a:tcPr>
                </a:tc>
                <a:extLst>
                  <a:ext uri="{0D108BD9-81ED-4DB2-BD59-A6C34878D82A}">
                    <a16:rowId xmlns:a16="http://schemas.microsoft.com/office/drawing/2014/main" val="10003"/>
                  </a:ext>
                </a:extLst>
              </a:tr>
              <a:tr h="226800">
                <a:tc>
                  <a:txBody>
                    <a:bodyPr/>
                    <a:lstStyle/>
                    <a:p>
                      <a:pPr>
                        <a:lnSpc>
                          <a:spcPct val="100000"/>
                        </a:lnSpc>
                        <a:tabLst>
                          <a:tab pos="0" algn="l"/>
                        </a:tabLst>
                      </a:pPr>
                      <a:endParaRPr lang="en-US" sz="900" b="0" u="none" strike="noStrike">
                        <a:solidFill>
                          <a:srgbClr val="000000"/>
                        </a:solidFill>
                        <a:uFillTx/>
                        <a:latin typeface="Arial"/>
                      </a:endParaRPr>
                    </a:p>
                  </a:txBody>
                  <a:tcPr marL="95040" anchor="ctr">
                    <a:lnL w="9360">
                      <a:solidFill>
                        <a:srgbClr val="000000"/>
                      </a:solidFill>
                      <a:prstDash val="solid"/>
                    </a:lnL>
                    <a:lnR w="9360">
                      <a:solidFill>
                        <a:srgbClr val="000000"/>
                      </a:solidFill>
                      <a:prstDash val="solid"/>
                    </a:lnR>
                    <a:lnT w="9360">
                      <a:solidFill>
                        <a:srgbClr val="000000"/>
                      </a:solidFill>
                      <a:prstDash val="dot"/>
                    </a:lnT>
                    <a:lnB w="9360">
                      <a:solidFill>
                        <a:srgbClr val="000000"/>
                      </a:solidFill>
                      <a:prstDash val="dot"/>
                    </a:lnB>
                    <a:noFill/>
                  </a:tcPr>
                </a:tc>
                <a:tc>
                  <a:txBody>
                    <a:bodyPr/>
                    <a:lstStyle/>
                    <a:p>
                      <a:pPr>
                        <a:lnSpc>
                          <a:spcPct val="100000"/>
                        </a:lnSpc>
                        <a:tabLst>
                          <a:tab pos="0" algn="l"/>
                        </a:tabLst>
                      </a:pPr>
                      <a:endParaRPr lang="en-US" sz="900" b="0" u="none" strike="noStrike" dirty="0">
                        <a:solidFill>
                          <a:srgbClr val="000000"/>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dot"/>
                    </a:lnT>
                    <a:lnB w="9360">
                      <a:solidFill>
                        <a:srgbClr val="000000"/>
                      </a:solidFill>
                      <a:prstDash val="dot"/>
                    </a:lnB>
                    <a:noFill/>
                  </a:tcPr>
                </a:tc>
                <a:tc>
                  <a:txBody>
                    <a:bodyPr/>
                    <a:lstStyle/>
                    <a:p>
                      <a:pPr>
                        <a:lnSpc>
                          <a:spcPct val="100000"/>
                        </a:lnSpc>
                        <a:tabLst>
                          <a:tab pos="0" algn="l"/>
                        </a:tabLst>
                      </a:pPr>
                      <a:endParaRPr lang="en-US" sz="900" b="0" u="none" strike="noStrike">
                        <a:solidFill>
                          <a:srgbClr val="000000"/>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dot"/>
                    </a:lnT>
                    <a:lnB w="9360">
                      <a:solidFill>
                        <a:srgbClr val="000000"/>
                      </a:solidFill>
                      <a:prstDash val="dot"/>
                    </a:lnB>
                    <a:noFill/>
                  </a:tcPr>
                </a:tc>
                <a:extLst>
                  <a:ext uri="{0D108BD9-81ED-4DB2-BD59-A6C34878D82A}">
                    <a16:rowId xmlns:a16="http://schemas.microsoft.com/office/drawing/2014/main" val="10004"/>
                  </a:ext>
                </a:extLst>
              </a:tr>
              <a:tr h="226800">
                <a:tc gridSpan="2">
                  <a:txBody>
                    <a:bodyPr/>
                    <a:lstStyle/>
                    <a:p>
                      <a:pPr>
                        <a:lnSpc>
                          <a:spcPct val="100000"/>
                        </a:lnSpc>
                        <a:tabLst>
                          <a:tab pos="0" algn="l"/>
                        </a:tabLst>
                      </a:pPr>
                      <a:endParaRPr lang="en-US" sz="900" b="0" u="none" strike="noStrike">
                        <a:solidFill>
                          <a:srgbClr val="000000"/>
                        </a:solidFill>
                        <a:uFillTx/>
                        <a:latin typeface="Arial"/>
                      </a:endParaRPr>
                    </a:p>
                  </a:txBody>
                  <a:tcPr marL="95040" anchor="ctr">
                    <a:lnL w="9360">
                      <a:solidFill>
                        <a:srgbClr val="000000"/>
                      </a:solidFill>
                      <a:prstDash val="solid"/>
                    </a:lnL>
                    <a:lnR w="9360">
                      <a:solidFill>
                        <a:srgbClr val="000000"/>
                      </a:solidFill>
                      <a:prstDash val="solid"/>
                    </a:lnR>
                    <a:lnT w="9360">
                      <a:solidFill>
                        <a:srgbClr val="000000"/>
                      </a:solidFill>
                      <a:prstDash val="dot"/>
                    </a:lnT>
                    <a:lnB w="9360">
                      <a:solidFill>
                        <a:srgbClr val="000000"/>
                      </a:solidFill>
                      <a:prstDash val="dot"/>
                    </a:lnB>
                    <a:noFill/>
                  </a:tcPr>
                </a:tc>
                <a:tc hMerge="1">
                  <a:txBody>
                    <a:bodyPr/>
                    <a:lstStyle/>
                    <a:p>
                      <a:endParaRPr lang="en-US" sz="1800" b="0" u="none" strike="noStrike">
                        <a:solidFill>
                          <a:srgbClr val="000000"/>
                        </a:solidFill>
                        <a:uFillTx/>
                        <a:latin typeface="Arial"/>
                      </a:endParaRPr>
                    </a:p>
                  </a:txBody>
                  <a:tcPr marL="90000" marR="90000">
                    <a:lnL>
                      <a:noFill/>
                    </a:lnL>
                    <a:lnR>
                      <a:noFill/>
                    </a:lnR>
                    <a:lnT>
                      <a:noFill/>
                    </a:lnT>
                    <a:lnB>
                      <a:noFill/>
                    </a:lnB>
                    <a:solidFill>
                      <a:srgbClr val="729FCF"/>
                    </a:solidFill>
                  </a:tcPr>
                </a:tc>
                <a:tc>
                  <a:txBody>
                    <a:bodyPr/>
                    <a:lstStyle/>
                    <a:p>
                      <a:pPr>
                        <a:lnSpc>
                          <a:spcPct val="100000"/>
                        </a:lnSpc>
                        <a:tabLst>
                          <a:tab pos="0" algn="l"/>
                        </a:tabLst>
                      </a:pPr>
                      <a:endParaRPr lang="en-US" sz="900" b="0" u="none" strike="noStrike">
                        <a:solidFill>
                          <a:srgbClr val="000000"/>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dot"/>
                    </a:lnT>
                    <a:lnB w="9360">
                      <a:solidFill>
                        <a:srgbClr val="000000"/>
                      </a:solidFill>
                      <a:prstDash val="dot"/>
                    </a:lnB>
                    <a:noFill/>
                  </a:tcPr>
                </a:tc>
                <a:extLst>
                  <a:ext uri="{0D108BD9-81ED-4DB2-BD59-A6C34878D82A}">
                    <a16:rowId xmlns:a16="http://schemas.microsoft.com/office/drawing/2014/main" val="10005"/>
                  </a:ext>
                </a:extLst>
              </a:tr>
              <a:tr h="226800">
                <a:tc>
                  <a:txBody>
                    <a:bodyPr/>
                    <a:lstStyle/>
                    <a:p>
                      <a:pPr>
                        <a:lnSpc>
                          <a:spcPct val="100000"/>
                        </a:lnSpc>
                        <a:tabLst>
                          <a:tab pos="0" algn="l"/>
                        </a:tabLst>
                      </a:pPr>
                      <a:endParaRPr lang="en-US" sz="900" b="0" u="none" strike="noStrike">
                        <a:solidFill>
                          <a:srgbClr val="000000"/>
                        </a:solidFill>
                        <a:uFillTx/>
                        <a:latin typeface="Arial"/>
                      </a:endParaRPr>
                    </a:p>
                  </a:txBody>
                  <a:tcPr marL="95040" anchor="ctr">
                    <a:lnL w="9360">
                      <a:solidFill>
                        <a:srgbClr val="000000"/>
                      </a:solidFill>
                      <a:prstDash val="solid"/>
                    </a:lnL>
                    <a:lnR w="9360">
                      <a:solidFill>
                        <a:srgbClr val="000000"/>
                      </a:solidFill>
                      <a:prstDash val="solid"/>
                    </a:lnR>
                    <a:lnT w="9360">
                      <a:solidFill>
                        <a:srgbClr val="000000"/>
                      </a:solidFill>
                      <a:prstDash val="dot"/>
                    </a:lnT>
                    <a:lnB w="9360">
                      <a:solidFill>
                        <a:srgbClr val="000000"/>
                      </a:solidFill>
                      <a:prstDash val="dot"/>
                    </a:lnB>
                    <a:noFill/>
                  </a:tcPr>
                </a:tc>
                <a:tc>
                  <a:txBody>
                    <a:bodyPr/>
                    <a:lstStyle/>
                    <a:p>
                      <a:pPr>
                        <a:lnSpc>
                          <a:spcPct val="100000"/>
                        </a:lnSpc>
                        <a:tabLst>
                          <a:tab pos="0" algn="l"/>
                        </a:tabLst>
                      </a:pPr>
                      <a:endParaRPr lang="en-US" sz="900" b="0" u="none" strike="noStrike">
                        <a:solidFill>
                          <a:srgbClr val="000000"/>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dot"/>
                    </a:lnT>
                    <a:lnB w="9360">
                      <a:solidFill>
                        <a:srgbClr val="000000"/>
                      </a:solidFill>
                      <a:prstDash val="dot"/>
                    </a:lnB>
                    <a:noFill/>
                  </a:tcPr>
                </a:tc>
                <a:tc>
                  <a:txBody>
                    <a:bodyPr/>
                    <a:lstStyle/>
                    <a:p>
                      <a:pPr>
                        <a:lnSpc>
                          <a:spcPct val="100000"/>
                        </a:lnSpc>
                        <a:tabLst>
                          <a:tab pos="0" algn="l"/>
                        </a:tabLst>
                      </a:pPr>
                      <a:endParaRPr lang="en-US" sz="900" b="0" u="none" strike="noStrike">
                        <a:solidFill>
                          <a:srgbClr val="000000"/>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dot"/>
                    </a:lnT>
                    <a:lnB w="9360">
                      <a:solidFill>
                        <a:srgbClr val="000000"/>
                      </a:solidFill>
                      <a:prstDash val="dot"/>
                    </a:lnB>
                    <a:noFill/>
                  </a:tcPr>
                </a:tc>
                <a:extLst>
                  <a:ext uri="{0D108BD9-81ED-4DB2-BD59-A6C34878D82A}">
                    <a16:rowId xmlns:a16="http://schemas.microsoft.com/office/drawing/2014/main" val="10006"/>
                  </a:ext>
                </a:extLst>
              </a:tr>
              <a:tr h="226800">
                <a:tc>
                  <a:txBody>
                    <a:bodyPr/>
                    <a:lstStyle/>
                    <a:p>
                      <a:pPr>
                        <a:lnSpc>
                          <a:spcPct val="100000"/>
                        </a:lnSpc>
                        <a:tabLst>
                          <a:tab pos="0" algn="l"/>
                        </a:tabLst>
                      </a:pPr>
                      <a:endParaRPr lang="en-US" sz="900" b="0" u="none" strike="noStrike">
                        <a:solidFill>
                          <a:srgbClr val="000000"/>
                        </a:solidFill>
                        <a:uFillTx/>
                        <a:latin typeface="Arial"/>
                      </a:endParaRPr>
                    </a:p>
                  </a:txBody>
                  <a:tcPr marL="95040" anchor="ctr">
                    <a:lnL w="9360">
                      <a:solidFill>
                        <a:srgbClr val="000000"/>
                      </a:solidFill>
                      <a:prstDash val="solid"/>
                    </a:lnL>
                    <a:lnR w="9360">
                      <a:solidFill>
                        <a:srgbClr val="000000"/>
                      </a:solidFill>
                      <a:prstDash val="solid"/>
                    </a:lnR>
                    <a:lnT w="9360">
                      <a:solidFill>
                        <a:srgbClr val="000000"/>
                      </a:solidFill>
                      <a:prstDash val="dot"/>
                    </a:lnT>
                    <a:lnB w="9360">
                      <a:solidFill>
                        <a:srgbClr val="000000"/>
                      </a:solidFill>
                      <a:prstDash val="dash"/>
                    </a:lnB>
                    <a:noFill/>
                  </a:tcPr>
                </a:tc>
                <a:tc>
                  <a:txBody>
                    <a:bodyPr/>
                    <a:lstStyle/>
                    <a:p>
                      <a:pPr>
                        <a:lnSpc>
                          <a:spcPct val="100000"/>
                        </a:lnSpc>
                        <a:tabLst>
                          <a:tab pos="0" algn="l"/>
                        </a:tabLst>
                      </a:pPr>
                      <a:endParaRPr lang="en-US" sz="900" b="0" u="none" strike="noStrike">
                        <a:solidFill>
                          <a:srgbClr val="000000"/>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dot"/>
                    </a:lnT>
                    <a:lnB w="9360">
                      <a:solidFill>
                        <a:srgbClr val="000000"/>
                      </a:solidFill>
                      <a:prstDash val="dash"/>
                    </a:lnB>
                    <a:noFill/>
                  </a:tcPr>
                </a:tc>
                <a:tc>
                  <a:txBody>
                    <a:bodyPr/>
                    <a:lstStyle/>
                    <a:p>
                      <a:pPr>
                        <a:lnSpc>
                          <a:spcPct val="100000"/>
                        </a:lnSpc>
                        <a:tabLst>
                          <a:tab pos="0" algn="l"/>
                        </a:tabLst>
                      </a:pPr>
                      <a:endParaRPr lang="en-US" sz="900" b="0" u="none" strike="noStrike">
                        <a:solidFill>
                          <a:srgbClr val="000000"/>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dot"/>
                    </a:lnT>
                    <a:lnB w="9360">
                      <a:solidFill>
                        <a:srgbClr val="000000"/>
                      </a:solidFill>
                      <a:prstDash val="dash"/>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dot"/>
                    </a:lnT>
                    <a:lnB w="9360">
                      <a:solidFill>
                        <a:srgbClr val="000000"/>
                      </a:solidFill>
                      <a:prstDash val="dash"/>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dot"/>
                    </a:lnT>
                    <a:lnB w="9360">
                      <a:solidFill>
                        <a:srgbClr val="000000"/>
                      </a:solidFill>
                      <a:prstDash val="dash"/>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dot"/>
                    </a:lnT>
                    <a:lnB w="9360">
                      <a:solidFill>
                        <a:srgbClr val="000000"/>
                      </a:solidFill>
                      <a:prstDash val="dash"/>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dot"/>
                    </a:lnT>
                    <a:lnB w="9360">
                      <a:solidFill>
                        <a:srgbClr val="000000"/>
                      </a:solidFill>
                      <a:prstDash val="dash"/>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dot"/>
                    </a:lnT>
                    <a:lnB w="9360">
                      <a:solidFill>
                        <a:srgbClr val="000000"/>
                      </a:solidFill>
                      <a:prstDash val="dash"/>
                    </a:lnB>
                    <a:noFill/>
                  </a:tcPr>
                </a:tc>
                <a:extLst>
                  <a:ext uri="{0D108BD9-81ED-4DB2-BD59-A6C34878D82A}">
                    <a16:rowId xmlns:a16="http://schemas.microsoft.com/office/drawing/2014/main" val="10007"/>
                  </a:ext>
                </a:extLst>
              </a:tr>
              <a:tr h="226800">
                <a:tc>
                  <a:txBody>
                    <a:bodyPr/>
                    <a:lstStyle/>
                    <a:p>
                      <a:pPr>
                        <a:lnSpc>
                          <a:spcPct val="100000"/>
                        </a:lnSpc>
                        <a:tabLst>
                          <a:tab pos="0" algn="l"/>
                        </a:tabLst>
                      </a:pPr>
                      <a:endParaRPr lang="en-US" sz="900" b="0" u="none" strike="noStrike">
                        <a:solidFill>
                          <a:srgbClr val="000000"/>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dash"/>
                    </a:lnT>
                    <a:lnB w="9360">
                      <a:solidFill>
                        <a:srgbClr val="000000"/>
                      </a:solidFill>
                      <a:prstDash val="solid"/>
                    </a:lnB>
                    <a:noFill/>
                  </a:tcPr>
                </a:tc>
                <a:tc>
                  <a:txBody>
                    <a:bodyPr/>
                    <a:lstStyle/>
                    <a:p>
                      <a:pPr>
                        <a:lnSpc>
                          <a:spcPct val="100000"/>
                        </a:lnSpc>
                        <a:tabLst>
                          <a:tab pos="0" algn="l"/>
                        </a:tabLst>
                      </a:pPr>
                      <a:endParaRPr lang="en-US" sz="900" b="0" u="none" strike="noStrike">
                        <a:solidFill>
                          <a:srgbClr val="000000"/>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dash"/>
                    </a:lnT>
                    <a:lnB w="9360">
                      <a:solidFill>
                        <a:srgbClr val="000000"/>
                      </a:solidFill>
                      <a:prstDash val="solid"/>
                    </a:lnB>
                    <a:noFill/>
                  </a:tcPr>
                </a:tc>
                <a:tc>
                  <a:txBody>
                    <a:bodyPr/>
                    <a:lstStyle/>
                    <a:p>
                      <a:pPr>
                        <a:lnSpc>
                          <a:spcPct val="100000"/>
                        </a:lnSpc>
                        <a:tabLst>
                          <a:tab pos="0" algn="l"/>
                        </a:tabLst>
                      </a:pPr>
                      <a:endParaRPr lang="en-US" sz="900" b="0" u="none" strike="noStrike" dirty="0">
                        <a:solidFill>
                          <a:srgbClr val="000000"/>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dash"/>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dash"/>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dash"/>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dash"/>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dash"/>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dash"/>
                    </a:lnT>
                    <a:lnB w="9360">
                      <a:solidFill>
                        <a:srgbClr val="000000"/>
                      </a:solidFill>
                      <a:prstDash val="solid"/>
                    </a:lnB>
                    <a:noFill/>
                  </a:tcPr>
                </a:tc>
                <a:extLst>
                  <a:ext uri="{0D108BD9-81ED-4DB2-BD59-A6C34878D82A}">
                    <a16:rowId xmlns:a16="http://schemas.microsoft.com/office/drawing/2014/main" val="10008"/>
                  </a:ext>
                </a:extLst>
              </a:tr>
              <a:tr h="226800">
                <a:tc>
                  <a:txBody>
                    <a:bodyPr/>
                    <a:lstStyle/>
                    <a:p>
                      <a:pPr>
                        <a:lnSpc>
                          <a:spcPct val="100000"/>
                        </a:lnSpc>
                        <a:tabLst>
                          <a:tab pos="0" algn="l"/>
                        </a:tabLst>
                      </a:pPr>
                      <a:endParaRPr lang="en-US" sz="900" b="0" u="none" strike="noStrike">
                        <a:solidFill>
                          <a:srgbClr val="FFFFFF"/>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234874"/>
                    </a:solidFill>
                  </a:tcPr>
                </a:tc>
                <a:tc>
                  <a:txBody>
                    <a:bodyPr/>
                    <a:lstStyle/>
                    <a:p>
                      <a:endParaRPr lang="en-US" sz="1800" b="0" u="none" strike="noStrike">
                        <a:solidFill>
                          <a:srgbClr val="FFFFFF"/>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234874"/>
                    </a:solidFill>
                  </a:tcPr>
                </a:tc>
                <a:tc>
                  <a:txBody>
                    <a:bodyPr/>
                    <a:lstStyle/>
                    <a:p>
                      <a:endParaRPr lang="en-US" sz="1800" b="0" u="none" strike="noStrike">
                        <a:solidFill>
                          <a:srgbClr val="FFFFFF"/>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234874"/>
                    </a:solid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234874"/>
                    </a:solid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234874"/>
                    </a:solid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234874"/>
                    </a:solid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234874"/>
                    </a:solid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234874"/>
                    </a:solidFill>
                  </a:tcPr>
                </a:tc>
                <a:extLst>
                  <a:ext uri="{0D108BD9-81ED-4DB2-BD59-A6C34878D82A}">
                    <a16:rowId xmlns:a16="http://schemas.microsoft.com/office/drawing/2014/main" val="10009"/>
                  </a:ext>
                </a:extLst>
              </a:tr>
              <a:tr h="226800">
                <a:tc gridSpan="2">
                  <a:txBody>
                    <a:bodyPr/>
                    <a:lstStyle/>
                    <a:p>
                      <a:pPr>
                        <a:lnSpc>
                          <a:spcPct val="100000"/>
                        </a:lnSpc>
                        <a:tabLst>
                          <a:tab pos="0" algn="l"/>
                        </a:tabLst>
                      </a:pPr>
                      <a:endParaRPr lang="en-US" sz="900" b="0" u="none" strike="noStrike">
                        <a:solidFill>
                          <a:srgbClr val="FFFFFF"/>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67917B"/>
                    </a:solidFill>
                  </a:tcPr>
                </a:tc>
                <a:tc hMerge="1">
                  <a:txBody>
                    <a:bodyPr/>
                    <a:lstStyle/>
                    <a:p>
                      <a:endParaRPr lang="en-US" sz="1800" b="0" u="none" strike="noStrike">
                        <a:solidFill>
                          <a:srgbClr val="000000"/>
                        </a:solidFill>
                        <a:uFillTx/>
                        <a:latin typeface="Arial"/>
                      </a:endParaRPr>
                    </a:p>
                  </a:txBody>
                  <a:tcPr marL="90000" marR="90000">
                    <a:lnL>
                      <a:noFill/>
                    </a:lnL>
                    <a:lnR>
                      <a:noFill/>
                    </a:lnR>
                    <a:lnT>
                      <a:noFill/>
                    </a:lnT>
                    <a:lnB>
                      <a:noFill/>
                    </a:lnB>
                    <a:solidFill>
                      <a:srgbClr val="729FCF"/>
                    </a:solidFill>
                  </a:tcPr>
                </a:tc>
                <a:tc>
                  <a:txBody>
                    <a:bodyPr/>
                    <a:lstStyle/>
                    <a:p>
                      <a:endParaRPr lang="en-US" sz="1800" b="0" u="none" strike="noStrike">
                        <a:solidFill>
                          <a:srgbClr val="FFFFFF"/>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67917B"/>
                    </a:solid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67917B"/>
                    </a:solid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67917B"/>
                    </a:solid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67917B"/>
                    </a:solid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67917B"/>
                    </a:solid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67917B"/>
                    </a:solidFill>
                  </a:tcPr>
                </a:tc>
                <a:extLst>
                  <a:ext uri="{0D108BD9-81ED-4DB2-BD59-A6C34878D82A}">
                    <a16:rowId xmlns:a16="http://schemas.microsoft.com/office/drawing/2014/main" val="10010"/>
                  </a:ext>
                </a:extLst>
              </a:tr>
              <a:tr h="226800">
                <a:tc>
                  <a:txBody>
                    <a:bodyPr/>
                    <a:lstStyle/>
                    <a:p>
                      <a:pPr>
                        <a:lnSpc>
                          <a:spcPct val="100000"/>
                        </a:lnSpc>
                        <a:tabLst>
                          <a:tab pos="0" algn="l"/>
                        </a:tabLst>
                      </a:pPr>
                      <a:endParaRPr lang="en-US" sz="900" b="0" u="none" strike="noStrike">
                        <a:solidFill>
                          <a:srgbClr val="000000"/>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AAD2C9"/>
                    </a:solidFill>
                  </a:tcPr>
                </a:tc>
                <a:tc>
                  <a:txBody>
                    <a:bodyPr/>
                    <a:lstStyle/>
                    <a:p>
                      <a:endParaRPr lang="en-US" sz="1800" b="0" u="none" strike="noStrike">
                        <a:solidFill>
                          <a:srgbClr val="000000"/>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AAD2C9"/>
                    </a:solidFill>
                  </a:tcPr>
                </a:tc>
                <a:tc>
                  <a:txBody>
                    <a:bodyPr/>
                    <a:lstStyle/>
                    <a:p>
                      <a:endParaRPr lang="en-US" sz="1800" b="0" u="none" strike="noStrike">
                        <a:solidFill>
                          <a:srgbClr val="000000"/>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AAD2C9"/>
                    </a:solid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AAD2C9"/>
                    </a:solid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AAD2C9"/>
                    </a:solid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AAD2C9"/>
                    </a:solid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AAD2C9"/>
                    </a:solid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AAD2C9"/>
                    </a:solidFill>
                  </a:tcPr>
                </a:tc>
                <a:extLst>
                  <a:ext uri="{0D108BD9-81ED-4DB2-BD59-A6C34878D82A}">
                    <a16:rowId xmlns:a16="http://schemas.microsoft.com/office/drawing/2014/main" val="10011"/>
                  </a:ext>
                </a:extLst>
              </a:tr>
              <a:tr h="226800">
                <a:tc>
                  <a:txBody>
                    <a:bodyPr/>
                    <a:lstStyle/>
                    <a:p>
                      <a:pPr>
                        <a:lnSpc>
                          <a:spcPct val="100000"/>
                        </a:lnSpc>
                        <a:tabLst>
                          <a:tab pos="0" algn="l"/>
                        </a:tabLst>
                      </a:pPr>
                      <a:endParaRPr lang="en-US" sz="900" b="0" u="none" strike="noStrike">
                        <a:solidFill>
                          <a:srgbClr val="000000"/>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D9EEE9"/>
                    </a:solidFill>
                  </a:tcPr>
                </a:tc>
                <a:tc>
                  <a:txBody>
                    <a:bodyPr/>
                    <a:lstStyle/>
                    <a:p>
                      <a:endParaRPr lang="en-US" sz="1800" b="0" u="none" strike="noStrike">
                        <a:solidFill>
                          <a:srgbClr val="000000"/>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D9EEE9"/>
                    </a:solidFill>
                  </a:tcPr>
                </a:tc>
                <a:tc>
                  <a:txBody>
                    <a:bodyPr/>
                    <a:lstStyle/>
                    <a:p>
                      <a:endParaRPr lang="en-US" sz="1800" b="0" u="none" strike="noStrike">
                        <a:solidFill>
                          <a:srgbClr val="000000"/>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D9EEE9"/>
                    </a:solid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D9EEE9"/>
                    </a:solid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D9EEE9"/>
                    </a:solid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D9EEE9"/>
                    </a:solid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D9EEE9"/>
                    </a:solid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D9EEE9"/>
                    </a:solidFill>
                  </a:tcPr>
                </a:tc>
                <a:extLst>
                  <a:ext uri="{0D108BD9-81ED-4DB2-BD59-A6C34878D82A}">
                    <a16:rowId xmlns:a16="http://schemas.microsoft.com/office/drawing/2014/main" val="10012"/>
                  </a:ext>
                </a:extLst>
              </a:tr>
              <a:tr h="226800">
                <a:tc>
                  <a:txBody>
                    <a:bodyPr/>
                    <a:lstStyle/>
                    <a:p>
                      <a:endParaRPr lang="en-US" sz="1800" b="0" u="none" strike="noStrike">
                        <a:solidFill>
                          <a:srgbClr val="000000"/>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endParaRPr lang="en-US" sz="1800" b="0" u="none" strike="noStrike">
                        <a:solidFill>
                          <a:srgbClr val="000000"/>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endParaRPr lang="en-US" sz="1800" b="0" u="none" strike="noStrike">
                        <a:solidFill>
                          <a:srgbClr val="000000"/>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extLst>
                  <a:ext uri="{0D108BD9-81ED-4DB2-BD59-A6C34878D82A}">
                    <a16:rowId xmlns:a16="http://schemas.microsoft.com/office/drawing/2014/main" val="10013"/>
                  </a:ext>
                </a:extLst>
              </a:tr>
              <a:tr h="226800">
                <a:tc>
                  <a:txBody>
                    <a:bodyPr/>
                    <a:lstStyle/>
                    <a:p>
                      <a:pPr>
                        <a:lnSpc>
                          <a:spcPct val="100000"/>
                        </a:lnSpc>
                        <a:tabLst>
                          <a:tab pos="0" algn="l"/>
                        </a:tabLst>
                      </a:pPr>
                      <a:endParaRPr lang="en-US" sz="900" b="0" u="none" strike="noStrike">
                        <a:solidFill>
                          <a:srgbClr val="000000"/>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FFC000"/>
                    </a:solidFill>
                  </a:tcPr>
                </a:tc>
                <a:tc>
                  <a:txBody>
                    <a:bodyPr/>
                    <a:lstStyle/>
                    <a:p>
                      <a:pPr>
                        <a:lnSpc>
                          <a:spcPct val="100000"/>
                        </a:lnSpc>
                        <a:tabLst>
                          <a:tab pos="0" algn="l"/>
                        </a:tabLst>
                      </a:pPr>
                      <a:endParaRPr lang="en-US" sz="900" b="0" u="none" strike="noStrike">
                        <a:solidFill>
                          <a:srgbClr val="000000"/>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FFC000"/>
                    </a:solidFill>
                  </a:tcPr>
                </a:tc>
                <a:tc>
                  <a:txBody>
                    <a:bodyPr/>
                    <a:lstStyle/>
                    <a:p>
                      <a:pPr>
                        <a:lnSpc>
                          <a:spcPct val="100000"/>
                        </a:lnSpc>
                        <a:tabLst>
                          <a:tab pos="0" algn="l"/>
                        </a:tabLst>
                      </a:pPr>
                      <a:endParaRPr lang="en-US" sz="900" b="0" u="none" strike="noStrike">
                        <a:solidFill>
                          <a:srgbClr val="000000"/>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FFC000"/>
                    </a:solid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FFC000"/>
                    </a:solid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FFC000"/>
                    </a:solid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FFC000"/>
                    </a:solid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FFC000"/>
                    </a:solid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FFC000"/>
                    </a:solidFill>
                  </a:tcPr>
                </a:tc>
                <a:extLst>
                  <a:ext uri="{0D108BD9-81ED-4DB2-BD59-A6C34878D82A}">
                    <a16:rowId xmlns:a16="http://schemas.microsoft.com/office/drawing/2014/main" val="10014"/>
                  </a:ext>
                </a:extLst>
              </a:tr>
              <a:tr h="226800">
                <a:tc gridSpan="3">
                  <a:txBody>
                    <a:bodyPr/>
                    <a:lstStyle/>
                    <a:p>
                      <a:pPr>
                        <a:lnSpc>
                          <a:spcPct val="100000"/>
                        </a:lnSpc>
                        <a:tabLst>
                          <a:tab pos="0" algn="l"/>
                        </a:tabLst>
                      </a:pPr>
                      <a:endParaRPr lang="en-US" sz="900" b="0" u="none" strike="noStrike">
                        <a:solidFill>
                          <a:srgbClr val="000000"/>
                        </a:solidFill>
                        <a:uFillTx/>
                        <a:latin typeface="Arial"/>
                      </a:endParaRPr>
                    </a:p>
                  </a:txBody>
                  <a:tcPr marL="95040" anchor="ctr">
                    <a:lnL w="9360">
                      <a:solidFill>
                        <a:srgbClr val="000000"/>
                      </a:solidFill>
                      <a:prstDash val="solid"/>
                    </a:lnL>
                    <a:lnR w="9360" cap="flat" cmpd="sng" algn="ctr">
                      <a:solidFill>
                        <a:srgbClr val="000000"/>
                      </a:solidFill>
                      <a:prstDash val="solid"/>
                      <a:round/>
                      <a:headEnd type="none" w="med" len="med"/>
                      <a:tailEnd type="none" w="med" len="med"/>
                    </a:lnR>
                    <a:lnT w="9360" cap="flat" cmpd="sng" algn="ctr">
                      <a:solidFill>
                        <a:srgbClr val="000000"/>
                      </a:solidFill>
                      <a:prstDash val="solid"/>
                      <a:round/>
                      <a:headEnd type="none" w="med" len="med"/>
                      <a:tailEnd type="none" w="med" len="med"/>
                    </a:lnT>
                    <a:lnB w="9360">
                      <a:solidFill>
                        <a:srgbClr val="000000"/>
                      </a:solidFill>
                      <a:prstDash val="dot"/>
                    </a:lnB>
                    <a:noFill/>
                  </a:tcPr>
                </a:tc>
                <a:tc hMerge="1">
                  <a:txBody>
                    <a:bodyPr/>
                    <a:lstStyle/>
                    <a:p>
                      <a:endParaRPr lang="en-US" sz="1800" b="0" u="none" strike="noStrike">
                        <a:solidFill>
                          <a:srgbClr val="000000"/>
                        </a:solidFill>
                        <a:uFillTx/>
                        <a:latin typeface="Arial"/>
                      </a:endParaRPr>
                    </a:p>
                  </a:txBody>
                  <a:tcPr marL="90000" marR="90000">
                    <a:lnL>
                      <a:noFill/>
                    </a:lnL>
                    <a:lnR>
                      <a:noFill/>
                    </a:lnR>
                    <a:lnT>
                      <a:noFill/>
                    </a:lnT>
                    <a:lnB>
                      <a:noFill/>
                    </a:lnB>
                    <a:solidFill>
                      <a:srgbClr val="729FCF"/>
                    </a:solidFill>
                  </a:tcPr>
                </a:tc>
                <a:tc hMerge="1">
                  <a:txBody>
                    <a:bodyPr/>
                    <a:lstStyle/>
                    <a:p>
                      <a:endParaRPr lang="en-US" sz="1800" b="0" u="none" strike="noStrike">
                        <a:solidFill>
                          <a:srgbClr val="000000"/>
                        </a:solidFill>
                        <a:uFillTx/>
                        <a:latin typeface="Arial"/>
                      </a:endParaRPr>
                    </a:p>
                  </a:txBody>
                  <a:tcPr marL="90000" marR="90000">
                    <a:lnL>
                      <a:noFill/>
                    </a:lnL>
                    <a:lnR>
                      <a:noFill/>
                    </a:lnR>
                    <a:lnT>
                      <a:noFill/>
                    </a:lnT>
                    <a:lnB>
                      <a:noFill/>
                    </a:lnB>
                    <a:solidFill>
                      <a:srgbClr val="729FCF"/>
                    </a:solid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anchor="ctr">
                    <a:lnL w="9360" cap="flat" cmpd="sng" algn="ctr">
                      <a:solidFill>
                        <a:srgbClr val="000000"/>
                      </a:solidFill>
                      <a:prstDash val="solid"/>
                      <a:round/>
                      <a:headEnd type="none" w="med" len="med"/>
                      <a:tailEnd type="none" w="med" len="med"/>
                    </a:lnL>
                    <a:lnR w="9360" cap="flat" cmpd="sng" algn="ctr">
                      <a:solidFill>
                        <a:srgbClr val="000000"/>
                      </a:solidFill>
                      <a:prstDash val="solid"/>
                      <a:round/>
                      <a:headEnd type="none" w="med" len="med"/>
                      <a:tailEnd type="none" w="med" len="med"/>
                    </a:lnR>
                    <a:lnT w="9360" cap="flat" cmpd="sng" algn="ctr">
                      <a:solidFill>
                        <a:srgbClr val="000000"/>
                      </a:solidFill>
                      <a:prstDash val="solid"/>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cap="flat" cmpd="sng" algn="ctr">
                      <a:solidFill>
                        <a:srgbClr val="000000"/>
                      </a:solidFill>
                      <a:prstDash val="solid"/>
                      <a:round/>
                      <a:headEnd type="none" w="med" len="med"/>
                      <a:tailEnd type="none" w="med" len="med"/>
                    </a:lnL>
                    <a:lnR w="9360" cap="flat" cmpd="sng" algn="ctr">
                      <a:solidFill>
                        <a:srgbClr val="000000"/>
                      </a:solidFill>
                      <a:prstDash val="solid"/>
                      <a:round/>
                      <a:headEnd type="none" w="med" len="med"/>
                      <a:tailEnd type="none" w="med" len="med"/>
                    </a:lnR>
                    <a:lnT w="9360" cap="flat" cmpd="sng" algn="ctr">
                      <a:solidFill>
                        <a:srgbClr val="000000"/>
                      </a:solidFill>
                      <a:prstDash val="solid"/>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cap="flat" cmpd="sng" algn="ctr">
                      <a:solidFill>
                        <a:srgbClr val="000000"/>
                      </a:solidFill>
                      <a:prstDash val="solid"/>
                      <a:round/>
                      <a:headEnd type="none" w="med" len="med"/>
                      <a:tailEnd type="none" w="med" len="med"/>
                    </a:lnL>
                    <a:lnR w="9360" cap="flat" cmpd="sng" algn="ctr">
                      <a:solidFill>
                        <a:srgbClr val="000000"/>
                      </a:solidFill>
                      <a:prstDash val="solid"/>
                      <a:round/>
                      <a:headEnd type="none" w="med" len="med"/>
                      <a:tailEnd type="none" w="med" len="med"/>
                    </a:lnR>
                    <a:lnT w="9360" cap="flat" cmpd="sng" algn="ctr">
                      <a:solidFill>
                        <a:srgbClr val="000000"/>
                      </a:solidFill>
                      <a:prstDash val="solid"/>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cap="flat" cmpd="sng" algn="ctr">
                      <a:solidFill>
                        <a:srgbClr val="000000"/>
                      </a:solidFill>
                      <a:prstDash val="solid"/>
                      <a:round/>
                      <a:headEnd type="none" w="med" len="med"/>
                      <a:tailEnd type="none" w="med" len="med"/>
                    </a:lnL>
                    <a:lnR w="9360" cap="flat" cmpd="sng" algn="ctr">
                      <a:solidFill>
                        <a:srgbClr val="000000"/>
                      </a:solidFill>
                      <a:prstDash val="solid"/>
                      <a:round/>
                      <a:headEnd type="none" w="med" len="med"/>
                      <a:tailEnd type="none" w="med" len="med"/>
                    </a:lnR>
                    <a:lnT w="9360" cap="flat" cmpd="sng" algn="ctr">
                      <a:solidFill>
                        <a:srgbClr val="000000"/>
                      </a:solidFill>
                      <a:prstDash val="solid"/>
                      <a:round/>
                      <a:headEnd type="none" w="med" len="med"/>
                      <a:tailEnd type="none" w="med" len="med"/>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anchor="ctr">
                    <a:lnL w="9360" cap="flat" cmpd="sng" algn="ctr">
                      <a:solidFill>
                        <a:srgbClr val="000000"/>
                      </a:solidFill>
                      <a:prstDash val="solid"/>
                      <a:round/>
                      <a:headEnd type="none" w="med" len="med"/>
                      <a:tailEnd type="none" w="med" len="med"/>
                    </a:lnL>
                    <a:lnR w="9360">
                      <a:solidFill>
                        <a:srgbClr val="000000"/>
                      </a:solidFill>
                      <a:prstDash val="solid"/>
                    </a:lnR>
                    <a:lnT w="9360" cap="flat" cmpd="sng" algn="ctr">
                      <a:solidFill>
                        <a:srgbClr val="000000"/>
                      </a:solidFill>
                      <a:prstDash val="solid"/>
                      <a:round/>
                      <a:headEnd type="none" w="med" len="med"/>
                      <a:tailEnd type="none" w="med" len="med"/>
                    </a:lnT>
                    <a:lnB w="9360">
                      <a:solidFill>
                        <a:srgbClr val="000000"/>
                      </a:solidFill>
                      <a:prstDash val="dot"/>
                    </a:lnB>
                    <a:noFill/>
                  </a:tcPr>
                </a:tc>
                <a:extLst>
                  <a:ext uri="{0D108BD9-81ED-4DB2-BD59-A6C34878D82A}">
                    <a16:rowId xmlns:a16="http://schemas.microsoft.com/office/drawing/2014/main" val="10016"/>
                  </a:ext>
                </a:extLst>
              </a:tr>
              <a:tr h="226800">
                <a:tc gridSpan="2">
                  <a:txBody>
                    <a:bodyPr/>
                    <a:lstStyle/>
                    <a:p>
                      <a:pPr>
                        <a:lnSpc>
                          <a:spcPct val="100000"/>
                        </a:lnSpc>
                        <a:tabLst>
                          <a:tab pos="0" algn="l"/>
                        </a:tabLst>
                      </a:pPr>
                      <a:endParaRPr lang="en-US" sz="900" b="0" u="none" strike="noStrike">
                        <a:solidFill>
                          <a:srgbClr val="000000"/>
                        </a:solidFill>
                        <a:uFillTx/>
                        <a:latin typeface="Arial"/>
                      </a:endParaRPr>
                    </a:p>
                  </a:txBody>
                  <a:tcPr marL="95040" anchor="ctr">
                    <a:lnL w="9360">
                      <a:solidFill>
                        <a:srgbClr val="000000"/>
                      </a:solidFill>
                      <a:prstDash val="solid"/>
                    </a:lnL>
                    <a:lnR w="9360">
                      <a:solidFill>
                        <a:srgbClr val="000000"/>
                      </a:solidFill>
                      <a:prstDash val="solid"/>
                    </a:lnR>
                    <a:lnT w="9360">
                      <a:solidFill>
                        <a:srgbClr val="000000"/>
                      </a:solidFill>
                      <a:prstDash val="dot"/>
                    </a:lnT>
                    <a:lnB w="9360">
                      <a:solidFill>
                        <a:srgbClr val="000000"/>
                      </a:solidFill>
                      <a:prstDash val="dot"/>
                    </a:lnB>
                    <a:noFill/>
                  </a:tcPr>
                </a:tc>
                <a:tc hMerge="1">
                  <a:txBody>
                    <a:bodyPr/>
                    <a:lstStyle/>
                    <a:p>
                      <a:endParaRPr lang="en-US" sz="1800" b="0" u="none" strike="noStrike">
                        <a:solidFill>
                          <a:srgbClr val="000000"/>
                        </a:solidFill>
                        <a:uFillTx/>
                        <a:latin typeface="Arial"/>
                      </a:endParaRPr>
                    </a:p>
                  </a:txBody>
                  <a:tcPr marL="90000" marR="90000">
                    <a:lnL>
                      <a:noFill/>
                    </a:lnL>
                    <a:lnR>
                      <a:noFill/>
                    </a:lnR>
                    <a:lnT>
                      <a:noFill/>
                    </a:lnT>
                    <a:lnB>
                      <a:noFill/>
                    </a:lnB>
                    <a:solidFill>
                      <a:srgbClr val="729FCF"/>
                    </a:solidFill>
                  </a:tcPr>
                </a:tc>
                <a:tc>
                  <a:txBody>
                    <a:bodyPr/>
                    <a:lstStyle/>
                    <a:p>
                      <a:pPr>
                        <a:lnSpc>
                          <a:spcPct val="100000"/>
                        </a:lnSpc>
                        <a:tabLst>
                          <a:tab pos="0" algn="l"/>
                        </a:tabLst>
                      </a:pPr>
                      <a:endParaRPr lang="en-US" sz="900" b="0" u="none" strike="noStrike">
                        <a:solidFill>
                          <a:srgbClr val="000000"/>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dot"/>
                    </a:lnT>
                    <a:lnB w="9360">
                      <a:solidFill>
                        <a:srgbClr val="000000"/>
                      </a:solidFill>
                      <a:prstDash val="dot"/>
                    </a:lnB>
                    <a:noFill/>
                  </a:tcPr>
                </a:tc>
                <a:extLst>
                  <a:ext uri="{0D108BD9-81ED-4DB2-BD59-A6C34878D82A}">
                    <a16:rowId xmlns:a16="http://schemas.microsoft.com/office/drawing/2014/main" val="10017"/>
                  </a:ext>
                </a:extLst>
              </a:tr>
              <a:tr h="226800">
                <a:tc gridSpan="2">
                  <a:txBody>
                    <a:bodyPr/>
                    <a:lstStyle/>
                    <a:p>
                      <a:pPr>
                        <a:lnSpc>
                          <a:spcPct val="100000"/>
                        </a:lnSpc>
                        <a:tabLst>
                          <a:tab pos="0" algn="l"/>
                        </a:tabLst>
                      </a:pPr>
                      <a:endParaRPr lang="en-US" sz="900" b="0" u="none" strike="noStrike">
                        <a:solidFill>
                          <a:srgbClr val="000000"/>
                        </a:solidFill>
                        <a:uFillTx/>
                        <a:latin typeface="Arial"/>
                      </a:endParaRPr>
                    </a:p>
                  </a:txBody>
                  <a:tcPr marL="95040" anchor="ctr">
                    <a:lnL w="9360">
                      <a:solidFill>
                        <a:srgbClr val="000000"/>
                      </a:solidFill>
                      <a:prstDash val="solid"/>
                    </a:lnL>
                    <a:lnR w="9360">
                      <a:solidFill>
                        <a:srgbClr val="000000"/>
                      </a:solidFill>
                      <a:prstDash val="solid"/>
                    </a:lnR>
                    <a:lnT w="9360">
                      <a:solidFill>
                        <a:srgbClr val="000000"/>
                      </a:solidFill>
                      <a:prstDash val="dot"/>
                    </a:lnT>
                    <a:lnB w="9360">
                      <a:solidFill>
                        <a:srgbClr val="000000"/>
                      </a:solidFill>
                      <a:prstDash val="dot"/>
                    </a:lnB>
                    <a:noFill/>
                  </a:tcPr>
                </a:tc>
                <a:tc hMerge="1">
                  <a:txBody>
                    <a:bodyPr/>
                    <a:lstStyle/>
                    <a:p>
                      <a:endParaRPr lang="en-US" sz="1800" b="0" u="none" strike="noStrike">
                        <a:solidFill>
                          <a:srgbClr val="000000"/>
                        </a:solidFill>
                        <a:uFillTx/>
                        <a:latin typeface="Arial"/>
                      </a:endParaRPr>
                    </a:p>
                  </a:txBody>
                  <a:tcPr marL="90000" marR="90000">
                    <a:lnL>
                      <a:noFill/>
                    </a:lnL>
                    <a:lnR>
                      <a:noFill/>
                    </a:lnR>
                    <a:lnT>
                      <a:noFill/>
                    </a:lnT>
                    <a:lnB>
                      <a:noFill/>
                    </a:lnB>
                    <a:solidFill>
                      <a:srgbClr val="729FCF"/>
                    </a:solidFill>
                  </a:tcPr>
                </a:tc>
                <a:tc>
                  <a:txBody>
                    <a:bodyPr/>
                    <a:lstStyle/>
                    <a:p>
                      <a:pPr>
                        <a:lnSpc>
                          <a:spcPct val="100000"/>
                        </a:lnSpc>
                        <a:tabLst>
                          <a:tab pos="0" algn="l"/>
                        </a:tabLst>
                      </a:pPr>
                      <a:endParaRPr lang="en-US" sz="900" b="0" u="none" strike="noStrike">
                        <a:solidFill>
                          <a:srgbClr val="000000"/>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dot"/>
                    </a:lnT>
                    <a:lnB w="9360">
                      <a:solidFill>
                        <a:srgbClr val="000000"/>
                      </a:solidFill>
                      <a:prstDash val="dot"/>
                    </a:lnB>
                    <a:noFill/>
                  </a:tcPr>
                </a:tc>
                <a:extLst>
                  <a:ext uri="{0D108BD9-81ED-4DB2-BD59-A6C34878D82A}">
                    <a16:rowId xmlns:a16="http://schemas.microsoft.com/office/drawing/2014/main" val="10018"/>
                  </a:ext>
                </a:extLst>
              </a:tr>
              <a:tr h="226800">
                <a:tc>
                  <a:txBody>
                    <a:bodyPr/>
                    <a:lstStyle/>
                    <a:p>
                      <a:pPr>
                        <a:lnSpc>
                          <a:spcPct val="100000"/>
                        </a:lnSpc>
                        <a:tabLst>
                          <a:tab pos="0" algn="l"/>
                        </a:tabLst>
                      </a:pPr>
                      <a:endParaRPr lang="en-US" sz="900" b="0" u="none" strike="noStrike">
                        <a:solidFill>
                          <a:srgbClr val="000000"/>
                        </a:solidFill>
                        <a:uFillTx/>
                        <a:latin typeface="Arial"/>
                      </a:endParaRPr>
                    </a:p>
                  </a:txBody>
                  <a:tcPr marL="95040" anchor="ctr">
                    <a:lnL w="9360">
                      <a:solidFill>
                        <a:srgbClr val="000000"/>
                      </a:solidFill>
                      <a:prstDash val="solid"/>
                    </a:lnL>
                    <a:lnR w="9360">
                      <a:solidFill>
                        <a:srgbClr val="000000"/>
                      </a:solidFill>
                      <a:prstDash val="solid"/>
                    </a:lnR>
                    <a:lnT w="9360">
                      <a:solidFill>
                        <a:srgbClr val="000000"/>
                      </a:solidFill>
                      <a:prstDash val="dot"/>
                    </a:lnT>
                    <a:lnB w="9360">
                      <a:solidFill>
                        <a:srgbClr val="000000"/>
                      </a:solidFill>
                      <a:prstDash val="dot"/>
                    </a:lnB>
                    <a:noFill/>
                  </a:tcPr>
                </a:tc>
                <a:tc>
                  <a:txBody>
                    <a:bodyPr/>
                    <a:lstStyle/>
                    <a:p>
                      <a:pPr>
                        <a:lnSpc>
                          <a:spcPct val="100000"/>
                        </a:lnSpc>
                        <a:tabLst>
                          <a:tab pos="0" algn="l"/>
                        </a:tabLst>
                      </a:pPr>
                      <a:endParaRPr lang="en-US" sz="900" b="0" u="none" strike="noStrike">
                        <a:solidFill>
                          <a:srgbClr val="000000"/>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dot"/>
                    </a:lnT>
                    <a:lnB w="9360">
                      <a:solidFill>
                        <a:srgbClr val="000000"/>
                      </a:solidFill>
                      <a:prstDash val="dot"/>
                    </a:lnB>
                    <a:noFill/>
                  </a:tcPr>
                </a:tc>
                <a:tc>
                  <a:txBody>
                    <a:bodyPr/>
                    <a:lstStyle/>
                    <a:p>
                      <a:pPr>
                        <a:lnSpc>
                          <a:spcPct val="100000"/>
                        </a:lnSpc>
                        <a:tabLst>
                          <a:tab pos="0" algn="l"/>
                        </a:tabLst>
                      </a:pPr>
                      <a:endParaRPr lang="en-US" sz="900" b="0" u="none" strike="noStrike">
                        <a:solidFill>
                          <a:srgbClr val="000000"/>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dot"/>
                    </a:lnT>
                    <a:lnB w="9360">
                      <a:solidFill>
                        <a:srgbClr val="000000"/>
                      </a:solidFill>
                      <a:prstDash val="dot"/>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dot"/>
                    </a:lnT>
                    <a:lnB w="9360">
                      <a:solidFill>
                        <a:srgbClr val="000000"/>
                      </a:solidFill>
                      <a:prstDash val="dot"/>
                    </a:lnB>
                    <a:noFill/>
                  </a:tcPr>
                </a:tc>
                <a:extLst>
                  <a:ext uri="{0D108BD9-81ED-4DB2-BD59-A6C34878D82A}">
                    <a16:rowId xmlns:a16="http://schemas.microsoft.com/office/drawing/2014/main" val="10019"/>
                  </a:ext>
                </a:extLst>
              </a:tr>
              <a:tr h="226800">
                <a:tc>
                  <a:txBody>
                    <a:bodyPr/>
                    <a:lstStyle/>
                    <a:p>
                      <a:pPr>
                        <a:lnSpc>
                          <a:spcPct val="100000"/>
                        </a:lnSpc>
                        <a:tabLst>
                          <a:tab pos="0" algn="l"/>
                        </a:tabLst>
                      </a:pPr>
                      <a:endParaRPr lang="en-US" sz="900" b="0" u="none" strike="noStrike">
                        <a:solidFill>
                          <a:srgbClr val="000000"/>
                        </a:solidFill>
                        <a:uFillTx/>
                        <a:latin typeface="Arial"/>
                      </a:endParaRPr>
                    </a:p>
                  </a:txBody>
                  <a:tcPr marL="95040" anchor="ctr">
                    <a:lnL w="9360">
                      <a:solidFill>
                        <a:srgbClr val="000000"/>
                      </a:solidFill>
                      <a:prstDash val="solid"/>
                    </a:lnL>
                    <a:lnR w="9360">
                      <a:solidFill>
                        <a:srgbClr val="000000"/>
                      </a:solidFill>
                      <a:prstDash val="solid"/>
                    </a:lnR>
                    <a:lnT w="9360">
                      <a:solidFill>
                        <a:srgbClr val="000000"/>
                      </a:solidFill>
                      <a:prstDash val="dot"/>
                    </a:lnT>
                    <a:lnB w="9360">
                      <a:solidFill>
                        <a:srgbClr val="000000"/>
                      </a:solidFill>
                      <a:prstDash val="dash"/>
                    </a:lnB>
                    <a:noFill/>
                  </a:tcPr>
                </a:tc>
                <a:tc>
                  <a:txBody>
                    <a:bodyPr/>
                    <a:lstStyle/>
                    <a:p>
                      <a:pPr>
                        <a:lnSpc>
                          <a:spcPct val="100000"/>
                        </a:lnSpc>
                        <a:tabLst>
                          <a:tab pos="0" algn="l"/>
                        </a:tabLst>
                      </a:pPr>
                      <a:endParaRPr lang="en-US" sz="900" b="0" u="none" strike="noStrike">
                        <a:solidFill>
                          <a:srgbClr val="000000"/>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dot"/>
                    </a:lnT>
                    <a:lnB w="9360">
                      <a:solidFill>
                        <a:srgbClr val="000000"/>
                      </a:solidFill>
                      <a:prstDash val="dash"/>
                    </a:lnB>
                    <a:noFill/>
                  </a:tcPr>
                </a:tc>
                <a:tc>
                  <a:txBody>
                    <a:bodyPr/>
                    <a:lstStyle/>
                    <a:p>
                      <a:pPr>
                        <a:lnSpc>
                          <a:spcPct val="100000"/>
                        </a:lnSpc>
                        <a:tabLst>
                          <a:tab pos="0" algn="l"/>
                        </a:tabLst>
                      </a:pPr>
                      <a:endParaRPr lang="en-US" sz="900" b="0" u="none" strike="noStrike">
                        <a:solidFill>
                          <a:srgbClr val="000000"/>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dot"/>
                    </a:lnT>
                    <a:lnB w="9360">
                      <a:solidFill>
                        <a:srgbClr val="000000"/>
                      </a:solidFill>
                      <a:prstDash val="dash"/>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dot"/>
                    </a:lnT>
                    <a:lnB w="9360">
                      <a:solidFill>
                        <a:srgbClr val="000000"/>
                      </a:solidFill>
                      <a:prstDash val="dash"/>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dot"/>
                    </a:lnT>
                    <a:lnB w="9360">
                      <a:solidFill>
                        <a:srgbClr val="000000"/>
                      </a:solidFill>
                      <a:prstDash val="dash"/>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dot"/>
                    </a:lnT>
                    <a:lnB w="9360">
                      <a:solidFill>
                        <a:srgbClr val="000000"/>
                      </a:solidFill>
                      <a:prstDash val="dash"/>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dot"/>
                    </a:lnT>
                    <a:lnB w="9360">
                      <a:solidFill>
                        <a:srgbClr val="000000"/>
                      </a:solidFill>
                      <a:prstDash val="dash"/>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dot"/>
                    </a:lnT>
                    <a:lnB w="9360">
                      <a:solidFill>
                        <a:srgbClr val="000000"/>
                      </a:solidFill>
                      <a:prstDash val="dash"/>
                    </a:lnB>
                    <a:noFill/>
                  </a:tcPr>
                </a:tc>
                <a:extLst>
                  <a:ext uri="{0D108BD9-81ED-4DB2-BD59-A6C34878D82A}">
                    <a16:rowId xmlns:a16="http://schemas.microsoft.com/office/drawing/2014/main" val="10020"/>
                  </a:ext>
                </a:extLst>
              </a:tr>
              <a:tr h="226800">
                <a:tc>
                  <a:txBody>
                    <a:bodyPr/>
                    <a:lstStyle/>
                    <a:p>
                      <a:pPr>
                        <a:lnSpc>
                          <a:spcPct val="100000"/>
                        </a:lnSpc>
                        <a:tabLst>
                          <a:tab pos="0" algn="l"/>
                        </a:tabLst>
                      </a:pPr>
                      <a:endParaRPr lang="en-US" sz="900" b="0" u="none" strike="noStrike">
                        <a:solidFill>
                          <a:srgbClr val="000000"/>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dash"/>
                    </a:lnT>
                    <a:lnB w="9360">
                      <a:solidFill>
                        <a:srgbClr val="000000"/>
                      </a:solidFill>
                      <a:prstDash val="solid"/>
                    </a:lnB>
                    <a:noFill/>
                  </a:tcPr>
                </a:tc>
                <a:tc>
                  <a:txBody>
                    <a:bodyPr/>
                    <a:lstStyle/>
                    <a:p>
                      <a:pPr>
                        <a:lnSpc>
                          <a:spcPct val="100000"/>
                        </a:lnSpc>
                        <a:tabLst>
                          <a:tab pos="0" algn="l"/>
                        </a:tabLst>
                      </a:pPr>
                      <a:endParaRPr lang="en-US" sz="900" b="0" u="none" strike="noStrike">
                        <a:solidFill>
                          <a:srgbClr val="000000"/>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dash"/>
                    </a:lnT>
                    <a:lnB w="9360">
                      <a:solidFill>
                        <a:srgbClr val="000000"/>
                      </a:solidFill>
                      <a:prstDash val="solid"/>
                    </a:lnB>
                    <a:noFill/>
                  </a:tcPr>
                </a:tc>
                <a:tc>
                  <a:txBody>
                    <a:bodyPr/>
                    <a:lstStyle/>
                    <a:p>
                      <a:pPr>
                        <a:lnSpc>
                          <a:spcPct val="100000"/>
                        </a:lnSpc>
                        <a:tabLst>
                          <a:tab pos="0" algn="l"/>
                        </a:tabLst>
                      </a:pPr>
                      <a:endParaRPr lang="en-US" sz="900" b="0" u="none" strike="noStrike">
                        <a:solidFill>
                          <a:srgbClr val="000000"/>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dash"/>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dash"/>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dash"/>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dash"/>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dash"/>
                    </a:lnT>
                    <a:lnB w="9360">
                      <a:solidFill>
                        <a:srgbClr val="000000"/>
                      </a:solidFill>
                      <a:prstDash val="solid"/>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dash"/>
                    </a:lnT>
                    <a:lnB w="9360">
                      <a:solidFill>
                        <a:srgbClr val="000000"/>
                      </a:solidFill>
                      <a:prstDash val="solid"/>
                    </a:lnB>
                    <a:noFill/>
                  </a:tcPr>
                </a:tc>
                <a:extLst>
                  <a:ext uri="{0D108BD9-81ED-4DB2-BD59-A6C34878D82A}">
                    <a16:rowId xmlns:a16="http://schemas.microsoft.com/office/drawing/2014/main" val="10021"/>
                  </a:ext>
                </a:extLst>
              </a:tr>
              <a:tr h="226800">
                <a:tc>
                  <a:txBody>
                    <a:bodyPr/>
                    <a:lstStyle/>
                    <a:p>
                      <a:endParaRPr lang="en-US" sz="1800" b="0" u="none" strike="noStrike">
                        <a:solidFill>
                          <a:srgbClr val="000000"/>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endParaRPr lang="en-US" sz="1800" b="0" u="none" strike="noStrike">
                        <a:solidFill>
                          <a:srgbClr val="000000"/>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endParaRPr lang="en-US" sz="1800" b="0" u="none" strike="noStrike">
                        <a:solidFill>
                          <a:srgbClr val="000000"/>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extLst>
                  <a:ext uri="{0D108BD9-81ED-4DB2-BD59-A6C34878D82A}">
                    <a16:rowId xmlns:a16="http://schemas.microsoft.com/office/drawing/2014/main" val="10022"/>
                  </a:ext>
                </a:extLst>
              </a:tr>
              <a:tr h="226800">
                <a:tc gridSpan="2">
                  <a:txBody>
                    <a:bodyPr/>
                    <a:lstStyle/>
                    <a:p>
                      <a:pPr>
                        <a:lnSpc>
                          <a:spcPct val="100000"/>
                        </a:lnSpc>
                        <a:tabLst>
                          <a:tab pos="0" algn="l"/>
                        </a:tabLst>
                      </a:pPr>
                      <a:endParaRPr lang="en-US" sz="900" b="0" u="none" strike="noStrike">
                        <a:solidFill>
                          <a:srgbClr val="FFFFFF"/>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67917B"/>
                    </a:solidFill>
                  </a:tcPr>
                </a:tc>
                <a:tc hMerge="1">
                  <a:txBody>
                    <a:bodyPr/>
                    <a:lstStyle/>
                    <a:p>
                      <a:endParaRPr lang="en-US" sz="1800" b="0" u="none" strike="noStrike">
                        <a:solidFill>
                          <a:srgbClr val="000000"/>
                        </a:solidFill>
                        <a:uFillTx/>
                        <a:latin typeface="Arial"/>
                      </a:endParaRPr>
                    </a:p>
                  </a:txBody>
                  <a:tcPr marL="90000" marR="90000">
                    <a:lnL>
                      <a:noFill/>
                    </a:lnL>
                    <a:lnR>
                      <a:noFill/>
                    </a:lnR>
                    <a:lnT>
                      <a:noFill/>
                    </a:lnT>
                    <a:lnB>
                      <a:noFill/>
                    </a:lnB>
                    <a:solidFill>
                      <a:srgbClr val="729FCF"/>
                    </a:solidFill>
                  </a:tcPr>
                </a:tc>
                <a:tc>
                  <a:txBody>
                    <a:bodyPr/>
                    <a:lstStyle/>
                    <a:p>
                      <a:endParaRPr lang="en-US" sz="1800" b="0" u="none" strike="noStrike">
                        <a:solidFill>
                          <a:srgbClr val="FFFFFF"/>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67917B"/>
                    </a:solid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67917B"/>
                    </a:solid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67917B"/>
                    </a:solid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67917B"/>
                    </a:solid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67917B"/>
                    </a:solid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67917B"/>
                    </a:solidFill>
                  </a:tcPr>
                </a:tc>
                <a:extLst>
                  <a:ext uri="{0D108BD9-81ED-4DB2-BD59-A6C34878D82A}">
                    <a16:rowId xmlns:a16="http://schemas.microsoft.com/office/drawing/2014/main" val="10023"/>
                  </a:ext>
                </a:extLst>
              </a:tr>
              <a:tr h="226800">
                <a:tc>
                  <a:txBody>
                    <a:bodyPr/>
                    <a:lstStyle/>
                    <a:p>
                      <a:pPr>
                        <a:lnSpc>
                          <a:spcPct val="100000"/>
                        </a:lnSpc>
                        <a:tabLst>
                          <a:tab pos="0" algn="l"/>
                        </a:tabLst>
                      </a:pPr>
                      <a:endParaRPr lang="en-US" sz="900" b="0" u="none" strike="noStrike">
                        <a:solidFill>
                          <a:srgbClr val="000000"/>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AAD2C9"/>
                    </a:solidFill>
                  </a:tcPr>
                </a:tc>
                <a:tc>
                  <a:txBody>
                    <a:bodyPr/>
                    <a:lstStyle/>
                    <a:p>
                      <a:endParaRPr lang="en-US" sz="1800" b="0" u="none" strike="noStrike">
                        <a:solidFill>
                          <a:srgbClr val="000000"/>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AAD2C9"/>
                    </a:solidFill>
                  </a:tcPr>
                </a:tc>
                <a:tc>
                  <a:txBody>
                    <a:bodyPr/>
                    <a:lstStyle/>
                    <a:p>
                      <a:endParaRPr lang="en-US" sz="1800" b="0" u="none" strike="noStrike">
                        <a:solidFill>
                          <a:srgbClr val="000000"/>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AAD2C9"/>
                    </a:solid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AAD2C9"/>
                    </a:solid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AAD2C9"/>
                    </a:solid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AAD2C9"/>
                    </a:solid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AAD2C9"/>
                    </a:solid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AAD2C9"/>
                    </a:solidFill>
                  </a:tcPr>
                </a:tc>
                <a:extLst>
                  <a:ext uri="{0D108BD9-81ED-4DB2-BD59-A6C34878D82A}">
                    <a16:rowId xmlns:a16="http://schemas.microsoft.com/office/drawing/2014/main" val="10024"/>
                  </a:ext>
                </a:extLst>
              </a:tr>
              <a:tr h="226800">
                <a:tc>
                  <a:txBody>
                    <a:bodyPr/>
                    <a:lstStyle/>
                    <a:p>
                      <a:pPr>
                        <a:lnSpc>
                          <a:spcPct val="100000"/>
                        </a:lnSpc>
                        <a:tabLst>
                          <a:tab pos="0" algn="l"/>
                        </a:tabLst>
                      </a:pPr>
                      <a:endParaRPr lang="en-US" sz="900" b="0" u="none" strike="noStrike">
                        <a:solidFill>
                          <a:srgbClr val="000000"/>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D9EEE9"/>
                    </a:solidFill>
                  </a:tcPr>
                </a:tc>
                <a:tc>
                  <a:txBody>
                    <a:bodyPr/>
                    <a:lstStyle/>
                    <a:p>
                      <a:endParaRPr lang="en-US" sz="1800" b="0" u="none" strike="noStrike">
                        <a:solidFill>
                          <a:srgbClr val="000000"/>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D9EEE9"/>
                    </a:solidFill>
                  </a:tcPr>
                </a:tc>
                <a:tc>
                  <a:txBody>
                    <a:bodyPr/>
                    <a:lstStyle/>
                    <a:p>
                      <a:endParaRPr lang="en-US" sz="1800" b="0" u="none" strike="noStrike">
                        <a:solidFill>
                          <a:srgbClr val="000000"/>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D9EEE9"/>
                    </a:solid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D9EEE9"/>
                    </a:solid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D9EEE9"/>
                    </a:solid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D9EEE9"/>
                    </a:solid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D9EEE9"/>
                    </a:solid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D9EEE9"/>
                    </a:solidFill>
                  </a:tcPr>
                </a:tc>
                <a:extLst>
                  <a:ext uri="{0D108BD9-81ED-4DB2-BD59-A6C34878D82A}">
                    <a16:rowId xmlns:a16="http://schemas.microsoft.com/office/drawing/2014/main" val="10025"/>
                  </a:ext>
                </a:extLst>
              </a:tr>
            </a:tbl>
          </a:graphicData>
        </a:graphic>
      </p:graphicFrame>
      <p:sp>
        <p:nvSpPr>
          <p:cNvPr id="430" name="PlaceHolder 1"/>
          <p:cNvSpPr>
            <a:spLocks noGrp="1"/>
          </p:cNvSpPr>
          <p:nvPr>
            <p:ph type="sldNum" idx="98"/>
          </p:nvPr>
        </p:nvSpPr>
        <p:spPr>
          <a:prstGeom prst="rect">
            <a:avLst/>
          </a:prstGeom>
          <a:noFill/>
          <a:ln w="0">
            <a:noFill/>
          </a:ln>
        </p:spPr>
        <p:txBody>
          <a:bodyPr lIns="91440" tIns="45720" rIns="91440" bIns="45720" anchor="ctr">
            <a:noAutofit/>
          </a:bodyPr>
          <a:lstStyle>
            <a:lvl1pPr indent="0">
              <a:lnSpc>
                <a:spcPct val="100000"/>
              </a:lnSpc>
              <a:buNone/>
              <a:tabLst>
                <a:tab pos="0" algn="l"/>
              </a:tabLst>
              <a:defRPr lang="en-US" sz="1200" b="0" u="none" strike="noStrike">
                <a:solidFill>
                  <a:schemeClr val="dk1"/>
                </a:solidFill>
                <a:uFillTx/>
                <a:latin typeface="Alata"/>
                <a:ea typeface="Alata"/>
              </a:defRPr>
            </a:lvl1p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fld id="{EAA778B1-B7B8-4C65-A0FD-A245EDB25BDD}" type="slidenum">
              <a:rPr kumimoji="0" lang="en-US" sz="1200" b="0" i="0" u="none" strike="noStrike" kern="1200" cap="none" spc="0" normalizeH="0" baseline="0" noProof="0">
                <a:ln>
                  <a:noFill/>
                </a:ln>
                <a:solidFill>
                  <a:srgbClr val="000000"/>
                </a:solidFill>
                <a:effectLst/>
                <a:uLnTx/>
                <a:uFillTx/>
                <a:latin typeface="Alata"/>
                <a:ea typeface="Alata"/>
                <a:cs typeface="+mn-cs"/>
              </a:rPr>
              <a:pPr marL="0" marR="0" lvl="0" indent="0" algn="l" defTabSz="914400" rtl="0" eaLnBrk="1" fontAlgn="auto" latinLnBrk="0" hangingPunct="1">
                <a:lnSpc>
                  <a:spcPct val="100000"/>
                </a:lnSpc>
                <a:spcBef>
                  <a:spcPts val="0"/>
                </a:spcBef>
                <a:spcAft>
                  <a:spcPts val="0"/>
                </a:spcAft>
                <a:buClrTx/>
                <a:buSzTx/>
                <a:buFontTx/>
                <a:buNone/>
                <a:tabLst>
                  <a:tab pos="0" algn="l"/>
                </a:tabLst>
                <a:defRPr/>
              </a:pPr>
              <a:t>9</a:t>
            </a:fld>
            <a:r>
              <a:rPr kumimoji="0" lang="en-US" sz="1200" b="0" i="0" u="none" strike="noStrike" kern="1200" cap="none" spc="0" normalizeH="0" baseline="0" noProof="0">
                <a:ln>
                  <a:noFill/>
                </a:ln>
                <a:solidFill>
                  <a:srgbClr val="000000"/>
                </a:solidFill>
                <a:effectLst/>
                <a:uLnTx/>
                <a:uFillTx/>
                <a:latin typeface="Alata"/>
                <a:ea typeface="Alata"/>
                <a:cs typeface="+mn-cs"/>
              </a:rPr>
              <a:t> | © 2025 AIRE Software - All rights reserved.</a:t>
            </a:r>
            <a:endParaRPr kumimoji="0" lang="en-US" sz="1200" b="0" i="0" u="none" strike="noStrike" kern="1200" cap="none" spc="0" normalizeH="0" baseline="0" noProof="0">
              <a:ln>
                <a:noFill/>
              </a:ln>
              <a:solidFill>
                <a:srgbClr val="000000"/>
              </a:solidFill>
              <a:effectLst/>
              <a:uLnTx/>
              <a:uFillTx/>
              <a:latin typeface="Times New Roman"/>
              <a:cs typeface="+mn-cs"/>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31" name="Google Shape;268;p34"/>
          <p:cNvGraphicFramePr/>
          <p:nvPr>
            <p:extLst>
              <p:ext uri="{D42A27DB-BD31-4B8C-83A1-F6EECF244321}">
                <p14:modId xmlns:p14="http://schemas.microsoft.com/office/powerpoint/2010/main" val="682766429"/>
              </p:ext>
            </p:extLst>
          </p:nvPr>
        </p:nvGraphicFramePr>
        <p:xfrm>
          <a:off x="487731" y="1661040"/>
          <a:ext cx="17302679" cy="6748200"/>
        </p:xfrm>
        <a:graphic>
          <a:graphicData uri="http://schemas.openxmlformats.org/drawingml/2006/table">
            <a:tbl>
              <a:tblPr/>
              <a:tblGrid>
                <a:gridCol w="700560">
                  <a:extLst>
                    <a:ext uri="{9D8B030D-6E8A-4147-A177-3AD203B41FA5}">
                      <a16:colId xmlns:a16="http://schemas.microsoft.com/office/drawing/2014/main" val="20000"/>
                    </a:ext>
                  </a:extLst>
                </a:gridCol>
                <a:gridCol w="495707">
                  <a:extLst>
                    <a:ext uri="{9D8B030D-6E8A-4147-A177-3AD203B41FA5}">
                      <a16:colId xmlns:a16="http://schemas.microsoft.com/office/drawing/2014/main" val="20001"/>
                    </a:ext>
                  </a:extLst>
                </a:gridCol>
                <a:gridCol w="1199173">
                  <a:extLst>
                    <a:ext uri="{9D8B030D-6E8A-4147-A177-3AD203B41FA5}">
                      <a16:colId xmlns:a16="http://schemas.microsoft.com/office/drawing/2014/main" val="20002"/>
                    </a:ext>
                  </a:extLst>
                </a:gridCol>
                <a:gridCol w="1230840">
                  <a:extLst>
                    <a:ext uri="{9D8B030D-6E8A-4147-A177-3AD203B41FA5}">
                      <a16:colId xmlns:a16="http://schemas.microsoft.com/office/drawing/2014/main" val="20003"/>
                    </a:ext>
                  </a:extLst>
                </a:gridCol>
                <a:gridCol w="1230840">
                  <a:extLst>
                    <a:ext uri="{9D8B030D-6E8A-4147-A177-3AD203B41FA5}">
                      <a16:colId xmlns:a16="http://schemas.microsoft.com/office/drawing/2014/main" val="20004"/>
                    </a:ext>
                  </a:extLst>
                </a:gridCol>
                <a:gridCol w="1230840">
                  <a:extLst>
                    <a:ext uri="{9D8B030D-6E8A-4147-A177-3AD203B41FA5}">
                      <a16:colId xmlns:a16="http://schemas.microsoft.com/office/drawing/2014/main" val="20005"/>
                    </a:ext>
                  </a:extLst>
                </a:gridCol>
                <a:gridCol w="1230840">
                  <a:extLst>
                    <a:ext uri="{9D8B030D-6E8A-4147-A177-3AD203B41FA5}">
                      <a16:colId xmlns:a16="http://schemas.microsoft.com/office/drawing/2014/main" val="20006"/>
                    </a:ext>
                  </a:extLst>
                </a:gridCol>
                <a:gridCol w="1230840">
                  <a:extLst>
                    <a:ext uri="{9D8B030D-6E8A-4147-A177-3AD203B41FA5}">
                      <a16:colId xmlns:a16="http://schemas.microsoft.com/office/drawing/2014/main" val="20007"/>
                    </a:ext>
                  </a:extLst>
                </a:gridCol>
                <a:gridCol w="1230840">
                  <a:extLst>
                    <a:ext uri="{9D8B030D-6E8A-4147-A177-3AD203B41FA5}">
                      <a16:colId xmlns:a16="http://schemas.microsoft.com/office/drawing/2014/main" val="20008"/>
                    </a:ext>
                  </a:extLst>
                </a:gridCol>
                <a:gridCol w="700560">
                  <a:extLst>
                    <a:ext uri="{9D8B030D-6E8A-4147-A177-3AD203B41FA5}">
                      <a16:colId xmlns:a16="http://schemas.microsoft.com/office/drawing/2014/main" val="20010"/>
                    </a:ext>
                  </a:extLst>
                </a:gridCol>
                <a:gridCol w="494319">
                  <a:extLst>
                    <a:ext uri="{9D8B030D-6E8A-4147-A177-3AD203B41FA5}">
                      <a16:colId xmlns:a16="http://schemas.microsoft.com/office/drawing/2014/main" val="20011"/>
                    </a:ext>
                  </a:extLst>
                </a:gridCol>
                <a:gridCol w="878361">
                  <a:extLst>
                    <a:ext uri="{9D8B030D-6E8A-4147-A177-3AD203B41FA5}">
                      <a16:colId xmlns:a16="http://schemas.microsoft.com/office/drawing/2014/main" val="20012"/>
                    </a:ext>
                  </a:extLst>
                </a:gridCol>
                <a:gridCol w="908640">
                  <a:extLst>
                    <a:ext uri="{9D8B030D-6E8A-4147-A177-3AD203B41FA5}">
                      <a16:colId xmlns:a16="http://schemas.microsoft.com/office/drawing/2014/main" val="20013"/>
                    </a:ext>
                  </a:extLst>
                </a:gridCol>
                <a:gridCol w="908640">
                  <a:extLst>
                    <a:ext uri="{9D8B030D-6E8A-4147-A177-3AD203B41FA5}">
                      <a16:colId xmlns:a16="http://schemas.microsoft.com/office/drawing/2014/main" val="20014"/>
                    </a:ext>
                  </a:extLst>
                </a:gridCol>
                <a:gridCol w="908640">
                  <a:extLst>
                    <a:ext uri="{9D8B030D-6E8A-4147-A177-3AD203B41FA5}">
                      <a16:colId xmlns:a16="http://schemas.microsoft.com/office/drawing/2014/main" val="20015"/>
                    </a:ext>
                  </a:extLst>
                </a:gridCol>
                <a:gridCol w="908640">
                  <a:extLst>
                    <a:ext uri="{9D8B030D-6E8A-4147-A177-3AD203B41FA5}">
                      <a16:colId xmlns:a16="http://schemas.microsoft.com/office/drawing/2014/main" val="20016"/>
                    </a:ext>
                  </a:extLst>
                </a:gridCol>
                <a:gridCol w="908640">
                  <a:extLst>
                    <a:ext uri="{9D8B030D-6E8A-4147-A177-3AD203B41FA5}">
                      <a16:colId xmlns:a16="http://schemas.microsoft.com/office/drawing/2014/main" val="20017"/>
                    </a:ext>
                  </a:extLst>
                </a:gridCol>
                <a:gridCol w="905759">
                  <a:extLst>
                    <a:ext uri="{9D8B030D-6E8A-4147-A177-3AD203B41FA5}">
                      <a16:colId xmlns:a16="http://schemas.microsoft.com/office/drawing/2014/main" val="20018"/>
                    </a:ext>
                  </a:extLst>
                </a:gridCol>
              </a:tblGrid>
              <a:tr h="219960">
                <a:tc gridSpan="2">
                  <a:txBody>
                    <a:bodyPr/>
                    <a:lstStyle/>
                    <a:p>
                      <a:pPr>
                        <a:lnSpc>
                          <a:spcPct val="100000"/>
                        </a:lnSpc>
                        <a:tabLst>
                          <a:tab pos="0" algn="l"/>
                        </a:tabLst>
                      </a:pPr>
                      <a:r>
                        <a:rPr lang="en-US" sz="900" b="1" u="none" strike="noStrike" dirty="0">
                          <a:solidFill>
                            <a:srgbClr val="000000"/>
                          </a:solidFill>
                          <a:uFillTx/>
                          <a:latin typeface="Arial"/>
                          <a:ea typeface="Arial"/>
                        </a:rPr>
                        <a:t>g</a:t>
                      </a:r>
                      <a:endParaRPr lang="en-US" sz="900" b="0" u="none" strike="noStrike" dirty="0">
                        <a:solidFill>
                          <a:srgbClr val="000000"/>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D21034"/>
                      </a:solidFill>
                      <a:prstDash val="solid"/>
                    </a:lnB>
                    <a:noFill/>
                  </a:tcPr>
                </a:tc>
                <a:tc hMerge="1">
                  <a:txBody>
                    <a:bodyPr/>
                    <a:lstStyle/>
                    <a:p>
                      <a:endParaRPr lang="en-US" sz="1800" b="0" u="none" strike="noStrike">
                        <a:solidFill>
                          <a:srgbClr val="000000"/>
                        </a:solidFill>
                        <a:uFillTx/>
                        <a:latin typeface="Arial"/>
                      </a:endParaRPr>
                    </a:p>
                  </a:txBody>
                  <a:tcPr marL="90000" marR="90000">
                    <a:lnL>
                      <a:noFill/>
                    </a:lnL>
                    <a:lnR>
                      <a:noFill/>
                    </a:lnR>
                    <a:lnT>
                      <a:noFill/>
                    </a:lnT>
                    <a:lnB>
                      <a:noFill/>
                    </a:lnB>
                    <a:solidFill>
                      <a:srgbClr val="729FCF"/>
                    </a:solidFill>
                  </a:tcPr>
                </a:tc>
                <a:tc>
                  <a:txBody>
                    <a:bodyPr/>
                    <a:lstStyle/>
                    <a:p>
                      <a:endParaRPr lang="en-US" sz="900" b="0" u="none" strike="noStrike">
                        <a:solidFill>
                          <a:srgbClr val="000000"/>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D21034"/>
                      </a:solidFill>
                      <a:prstDash val="solid"/>
                    </a:lnB>
                    <a:noFill/>
                  </a:tcPr>
                </a:tc>
                <a:tc>
                  <a:txBody>
                    <a:bodyPr/>
                    <a:lstStyle/>
                    <a:p>
                      <a:endParaRPr lang="en-US" sz="900" b="0" u="none" strike="noStrike">
                        <a:solidFill>
                          <a:srgbClr val="000000"/>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D21034"/>
                      </a:solidFill>
                      <a:prstDash val="solid"/>
                    </a:lnB>
                    <a:noFill/>
                  </a:tcPr>
                </a:tc>
                <a:tc>
                  <a:txBody>
                    <a:bodyPr/>
                    <a:lstStyle/>
                    <a:p>
                      <a:endParaRPr lang="en-US" sz="900" b="0" u="none" strike="noStrike">
                        <a:solidFill>
                          <a:srgbClr val="000000"/>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D21034"/>
                      </a:solidFill>
                      <a:prstDash val="solid"/>
                    </a:lnB>
                    <a:noFill/>
                  </a:tcPr>
                </a:tc>
                <a:tc>
                  <a:txBody>
                    <a:bodyPr/>
                    <a:lstStyle/>
                    <a:p>
                      <a:endParaRPr lang="en-US" sz="900" b="0" u="none" strike="noStrike">
                        <a:solidFill>
                          <a:srgbClr val="000000"/>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D21034"/>
                      </a:solidFill>
                      <a:prstDash val="solid"/>
                    </a:lnB>
                    <a:noFill/>
                  </a:tcPr>
                </a:tc>
                <a:tc>
                  <a:txBody>
                    <a:bodyPr/>
                    <a:lstStyle/>
                    <a:p>
                      <a:endParaRPr lang="en-US" sz="900" b="0" u="none" strike="noStrike">
                        <a:solidFill>
                          <a:srgbClr val="000000"/>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D21034"/>
                      </a:solidFill>
                      <a:prstDash val="solid"/>
                    </a:lnB>
                    <a:noFill/>
                  </a:tcPr>
                </a:tc>
                <a:tc>
                  <a:txBody>
                    <a:bodyPr/>
                    <a:lstStyle/>
                    <a:p>
                      <a:endParaRPr lang="en-US" sz="900" b="0" u="none" strike="noStrike">
                        <a:solidFill>
                          <a:srgbClr val="000000"/>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D21034"/>
                      </a:solidFill>
                      <a:prstDash val="solid"/>
                    </a:lnB>
                    <a:noFill/>
                  </a:tcPr>
                </a:tc>
                <a:tc>
                  <a:txBody>
                    <a:bodyPr/>
                    <a:lstStyle/>
                    <a:p>
                      <a:endParaRPr lang="en-US" sz="900" b="0" u="none" strike="noStrike" dirty="0">
                        <a:solidFill>
                          <a:srgbClr val="000000"/>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D21034"/>
                      </a:solidFill>
                      <a:prstDash val="solid"/>
                    </a:lnB>
                    <a:noFill/>
                  </a:tcPr>
                </a:tc>
                <a:tc gridSpan="2">
                  <a:txBody>
                    <a:bodyPr/>
                    <a:lstStyle/>
                    <a:p>
                      <a:pPr>
                        <a:lnSpc>
                          <a:spcPct val="100000"/>
                        </a:lnSpc>
                        <a:tabLst>
                          <a:tab pos="0" algn="l"/>
                        </a:tabLst>
                      </a:pPr>
                      <a:r>
                        <a:rPr lang="en-US" sz="900" b="1" u="none" strike="noStrike" dirty="0" err="1">
                          <a:solidFill>
                            <a:srgbClr val="000000"/>
                          </a:solidFill>
                          <a:uFillTx/>
                          <a:latin typeface="Arial"/>
                          <a:ea typeface="Arial"/>
                        </a:rPr>
                        <a:t>fcdrtugy</a:t>
                      </a:r>
                      <a:endParaRPr lang="en-US" sz="900" b="0" u="none" strike="noStrike" dirty="0">
                        <a:solidFill>
                          <a:srgbClr val="000000"/>
                        </a:solidFill>
                        <a:uFillTx/>
                        <a:latin typeface="Arial"/>
                      </a:endParaRPr>
                    </a:p>
                  </a:txBody>
                  <a:tcPr anchor="ctr">
                    <a:lnL w="9360" cap="flat" cmpd="sng" algn="ctr">
                      <a:solidFill>
                        <a:srgbClr val="000000"/>
                      </a:solidFill>
                      <a:prstDash val="solid"/>
                      <a:round/>
                      <a:headEnd type="none" w="med" len="med"/>
                      <a:tailEnd type="none" w="med" len="med"/>
                    </a:lnL>
                    <a:lnR w="9360">
                      <a:solidFill>
                        <a:srgbClr val="000000"/>
                      </a:solidFill>
                      <a:prstDash val="solid"/>
                    </a:lnR>
                    <a:lnT w="9360">
                      <a:solidFill>
                        <a:srgbClr val="000000"/>
                      </a:solidFill>
                      <a:prstDash val="solid"/>
                    </a:lnT>
                    <a:lnB w="12700" cap="flat" cmpd="sng" algn="ctr">
                      <a:solidFill>
                        <a:schemeClr val="tx1"/>
                      </a:solidFill>
                      <a:prstDash val="solid"/>
                      <a:round/>
                      <a:headEnd type="none" w="med" len="med"/>
                      <a:tailEnd type="none" w="med" len="med"/>
                    </a:lnB>
                    <a:noFill/>
                  </a:tcPr>
                </a:tc>
                <a:tc hMerge="1">
                  <a:txBody>
                    <a:bodyPr/>
                    <a:lstStyle/>
                    <a:p>
                      <a:endParaRPr lang="en-US" sz="1800" b="0" u="none" strike="noStrike">
                        <a:solidFill>
                          <a:srgbClr val="000000"/>
                        </a:solidFill>
                        <a:uFillTx/>
                        <a:latin typeface="Arial"/>
                      </a:endParaRPr>
                    </a:p>
                  </a:txBody>
                  <a:tcPr marL="90000" marR="90000">
                    <a:lnL w="9360" cap="flat" cmpd="sng" algn="ctr">
                      <a:solidFill>
                        <a:srgbClr val="000000"/>
                      </a:solidFill>
                      <a:prstDash val="solid"/>
                      <a:round/>
                      <a:headEnd type="none" w="med" len="med"/>
                      <a:tailEnd type="none" w="med" len="med"/>
                    </a:lnL>
                    <a:lnR>
                      <a:noFill/>
                    </a:lnR>
                    <a:lnT>
                      <a:noFill/>
                    </a:lnT>
                    <a:lnB>
                      <a:noFill/>
                    </a:lnB>
                    <a:solidFill>
                      <a:srgbClr val="729FCF"/>
                    </a:solidFill>
                  </a:tcPr>
                </a:tc>
                <a:tc>
                  <a:txBody>
                    <a:bodyPr/>
                    <a:lstStyle/>
                    <a:p>
                      <a:endParaRPr lang="en-US" sz="900" b="0" u="none" strike="noStrike" dirty="0">
                        <a:solidFill>
                          <a:srgbClr val="000000"/>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D21034"/>
                      </a:solidFill>
                      <a:prstDash val="solid"/>
                    </a:lnB>
                    <a:noFill/>
                  </a:tcPr>
                </a:tc>
                <a:tc>
                  <a:txBody>
                    <a:bodyPr/>
                    <a:lstStyle/>
                    <a:p>
                      <a:endParaRPr lang="en-US" sz="900" b="0" u="none" strike="noStrike">
                        <a:solidFill>
                          <a:srgbClr val="000000"/>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D21034"/>
                      </a:solidFill>
                      <a:prstDash val="solid"/>
                    </a:lnB>
                    <a:noFill/>
                  </a:tcPr>
                </a:tc>
                <a:tc>
                  <a:txBody>
                    <a:bodyPr/>
                    <a:lstStyle/>
                    <a:p>
                      <a:endParaRPr lang="en-US" sz="900" b="0" u="none" strike="noStrike">
                        <a:solidFill>
                          <a:srgbClr val="000000"/>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D21034"/>
                      </a:solidFill>
                      <a:prstDash val="solid"/>
                    </a:lnB>
                    <a:noFill/>
                  </a:tcPr>
                </a:tc>
                <a:tc>
                  <a:txBody>
                    <a:bodyPr/>
                    <a:lstStyle/>
                    <a:p>
                      <a:endParaRPr lang="en-US" sz="900" b="0" u="none" strike="noStrike">
                        <a:solidFill>
                          <a:srgbClr val="000000"/>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D21034"/>
                      </a:solidFill>
                      <a:prstDash val="solid"/>
                    </a:lnB>
                    <a:noFill/>
                  </a:tcPr>
                </a:tc>
                <a:tc>
                  <a:txBody>
                    <a:bodyPr/>
                    <a:lstStyle/>
                    <a:p>
                      <a:endParaRPr lang="en-US" sz="900" b="0" u="none" strike="noStrike">
                        <a:solidFill>
                          <a:srgbClr val="000000"/>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D21034"/>
                      </a:solidFill>
                      <a:prstDash val="solid"/>
                    </a:lnB>
                    <a:noFill/>
                  </a:tcPr>
                </a:tc>
                <a:tc>
                  <a:txBody>
                    <a:bodyPr/>
                    <a:lstStyle/>
                    <a:p>
                      <a:endParaRPr lang="en-US" sz="900" b="0" u="none" strike="noStrike">
                        <a:solidFill>
                          <a:srgbClr val="000000"/>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D21034"/>
                      </a:solidFill>
                      <a:prstDash val="solid"/>
                    </a:lnB>
                    <a:noFill/>
                  </a:tcPr>
                </a:tc>
                <a:tc>
                  <a:txBody>
                    <a:bodyPr/>
                    <a:lstStyle/>
                    <a:p>
                      <a:endParaRPr lang="en-US" sz="900" b="0" u="none" strike="noStrike">
                        <a:solidFill>
                          <a:srgbClr val="000000"/>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D21034"/>
                      </a:solidFill>
                      <a:prstDash val="solid"/>
                    </a:lnB>
                    <a:noFill/>
                  </a:tcPr>
                </a:tc>
                <a:extLst>
                  <a:ext uri="{0D108BD9-81ED-4DB2-BD59-A6C34878D82A}">
                    <a16:rowId xmlns:a16="http://schemas.microsoft.com/office/drawing/2014/main" val="10000"/>
                  </a:ext>
                </a:extLst>
              </a:tr>
              <a:tr h="219960">
                <a:tc>
                  <a:txBody>
                    <a:bodyPr/>
                    <a:lstStyle/>
                    <a:p>
                      <a:pPr>
                        <a:lnSpc>
                          <a:spcPct val="100000"/>
                        </a:lnSpc>
                        <a:tabLst>
                          <a:tab pos="0" algn="l"/>
                        </a:tabLst>
                      </a:pPr>
                      <a:r>
                        <a:rPr lang="en-US" sz="900" b="0" u="none" strike="noStrike">
                          <a:solidFill>
                            <a:srgbClr val="000000"/>
                          </a:solidFill>
                          <a:uFillTx/>
                          <a:latin typeface="Arial"/>
                          <a:ea typeface="Arial"/>
                        </a:rPr>
                        <a:t> </a:t>
                      </a:r>
                      <a:endParaRPr lang="en-US" sz="900" b="0" u="none" strike="noStrike">
                        <a:solidFill>
                          <a:srgbClr val="000000"/>
                        </a:solidFill>
                        <a:uFillTx/>
                        <a:latin typeface="Arial"/>
                      </a:endParaRPr>
                    </a:p>
                  </a:txBody>
                  <a:tcPr anchor="ctr">
                    <a:lnL w="9360">
                      <a:solidFill>
                        <a:srgbClr val="D21034"/>
                      </a:solidFill>
                      <a:prstDash val="solid"/>
                    </a:lnL>
                    <a:lnR w="9360">
                      <a:solidFill>
                        <a:srgbClr val="000000"/>
                      </a:solidFill>
                      <a:prstDash val="solid"/>
                    </a:lnR>
                    <a:lnT w="9360">
                      <a:solidFill>
                        <a:srgbClr val="D21034"/>
                      </a:solidFill>
                      <a:prstDash val="solid"/>
                    </a:lnT>
                    <a:lnB w="9360">
                      <a:solidFill>
                        <a:srgbClr val="000000"/>
                      </a:solidFill>
                      <a:prstDash val="solid"/>
                    </a:lnB>
                    <a:noFill/>
                  </a:tcPr>
                </a:tc>
                <a:tc>
                  <a:txBody>
                    <a:bodyPr/>
                    <a:lstStyle/>
                    <a:p>
                      <a:pPr>
                        <a:lnSpc>
                          <a:spcPct val="100000"/>
                        </a:lnSpc>
                        <a:tabLst>
                          <a:tab pos="0" algn="l"/>
                        </a:tabLst>
                      </a:pPr>
                      <a:r>
                        <a:rPr lang="en-US" sz="900" b="0" u="none" strike="noStrike">
                          <a:solidFill>
                            <a:srgbClr val="000000"/>
                          </a:solidFill>
                          <a:uFillTx/>
                          <a:latin typeface="Arial"/>
                          <a:ea typeface="Arial"/>
                        </a:rPr>
                        <a:t> </a:t>
                      </a:r>
                      <a:endParaRPr lang="en-US" sz="900" b="0" u="none" strike="noStrike">
                        <a:solidFill>
                          <a:srgbClr val="000000"/>
                        </a:solidFill>
                        <a:uFillTx/>
                        <a:latin typeface="Arial"/>
                      </a:endParaRPr>
                    </a:p>
                  </a:txBody>
                  <a:tcPr anchor="ctr">
                    <a:lnL w="9360">
                      <a:solidFill>
                        <a:srgbClr val="000000"/>
                      </a:solidFill>
                      <a:prstDash val="solid"/>
                    </a:lnL>
                    <a:lnR w="9360">
                      <a:solidFill>
                        <a:srgbClr val="000000"/>
                      </a:solidFill>
                      <a:prstDash val="solid"/>
                    </a:lnR>
                    <a:lnT w="9360">
                      <a:solidFill>
                        <a:srgbClr val="D21034"/>
                      </a:solidFill>
                      <a:prstDash val="solid"/>
                    </a:lnT>
                    <a:lnB w="9360">
                      <a:solidFill>
                        <a:srgbClr val="D21034"/>
                      </a:solidFill>
                      <a:prstDash val="solid"/>
                    </a:lnB>
                    <a:noFill/>
                  </a:tcPr>
                </a:tc>
                <a:tc gridSpan="7">
                  <a:txBody>
                    <a:bodyPr/>
                    <a:lstStyle/>
                    <a:p>
                      <a:pPr algn="ctr">
                        <a:lnSpc>
                          <a:spcPct val="100000"/>
                        </a:lnSpc>
                        <a:tabLst>
                          <a:tab pos="0" algn="l"/>
                        </a:tabLst>
                      </a:pPr>
                      <a:r>
                        <a:rPr lang="en-US" sz="900" b="1" u="none" strike="noStrike" dirty="0">
                          <a:solidFill>
                            <a:srgbClr val="000000"/>
                          </a:solidFill>
                          <a:uFillTx/>
                          <a:latin typeface="Arial"/>
                          <a:ea typeface="Arial"/>
                        </a:rPr>
                        <a:t>Construction Cost</a:t>
                      </a:r>
                      <a:endParaRPr lang="en-US" sz="900" b="0" u="none" strike="noStrike" dirty="0">
                        <a:solidFill>
                          <a:srgbClr val="000000"/>
                        </a:solidFill>
                        <a:uFillTx/>
                        <a:latin typeface="Arial"/>
                      </a:endParaRPr>
                    </a:p>
                  </a:txBody>
                  <a:tcPr anchor="ctr">
                    <a:lnL w="9360">
                      <a:solidFill>
                        <a:srgbClr val="000000"/>
                      </a:solidFill>
                      <a:prstDash val="solid"/>
                    </a:lnL>
                    <a:lnR w="9360">
                      <a:solidFill>
                        <a:srgbClr val="D21034"/>
                      </a:solidFill>
                      <a:prstDash val="solid"/>
                    </a:lnR>
                    <a:lnT w="9360">
                      <a:solidFill>
                        <a:srgbClr val="D21034"/>
                      </a:solidFill>
                      <a:prstDash val="solid"/>
                    </a:lnT>
                    <a:lnB w="9360">
                      <a:solidFill>
                        <a:srgbClr val="D21034"/>
                      </a:solidFill>
                      <a:prstDash val="solid"/>
                    </a:lnB>
                    <a:noFill/>
                  </a:tcPr>
                </a:tc>
                <a:tc hMerge="1">
                  <a:txBody>
                    <a:bodyPr/>
                    <a:lstStyle/>
                    <a:p>
                      <a:endParaRPr lang="en-US" sz="1800" b="0" u="none" strike="noStrike">
                        <a:solidFill>
                          <a:srgbClr val="000000"/>
                        </a:solidFill>
                        <a:uFillTx/>
                        <a:latin typeface="Arial"/>
                      </a:endParaRPr>
                    </a:p>
                  </a:txBody>
                  <a:tcPr marL="90000" marR="90000">
                    <a:lnL>
                      <a:noFill/>
                    </a:lnL>
                    <a:lnR>
                      <a:noFill/>
                    </a:lnR>
                    <a:lnT>
                      <a:noFill/>
                    </a:lnT>
                    <a:lnB>
                      <a:noFill/>
                    </a:lnB>
                    <a:solidFill>
                      <a:srgbClr val="729FCF"/>
                    </a:solidFill>
                  </a:tcPr>
                </a:tc>
                <a:tc hMerge="1">
                  <a:txBody>
                    <a:bodyPr/>
                    <a:lstStyle/>
                    <a:p>
                      <a:endParaRPr lang="en-US" sz="1800" b="0" u="none" strike="noStrike">
                        <a:solidFill>
                          <a:srgbClr val="000000"/>
                        </a:solidFill>
                        <a:uFillTx/>
                        <a:latin typeface="Arial"/>
                      </a:endParaRPr>
                    </a:p>
                  </a:txBody>
                  <a:tcPr marL="90000" marR="90000">
                    <a:lnL>
                      <a:noFill/>
                    </a:lnL>
                    <a:lnR>
                      <a:noFill/>
                    </a:lnR>
                    <a:lnT>
                      <a:noFill/>
                    </a:lnT>
                    <a:lnB>
                      <a:noFill/>
                    </a:lnB>
                    <a:solidFill>
                      <a:srgbClr val="729FCF"/>
                    </a:solidFill>
                  </a:tcPr>
                </a:tc>
                <a:tc hMerge="1">
                  <a:txBody>
                    <a:bodyPr/>
                    <a:lstStyle/>
                    <a:p>
                      <a:endParaRPr lang="en-US" sz="1800" b="0" u="none" strike="noStrike">
                        <a:solidFill>
                          <a:srgbClr val="000000"/>
                        </a:solidFill>
                        <a:uFillTx/>
                        <a:latin typeface="Arial"/>
                      </a:endParaRPr>
                    </a:p>
                  </a:txBody>
                  <a:tcPr marL="90000" marR="90000">
                    <a:lnL>
                      <a:noFill/>
                    </a:lnL>
                    <a:lnR>
                      <a:noFill/>
                    </a:lnR>
                    <a:lnT>
                      <a:noFill/>
                    </a:lnT>
                    <a:lnB>
                      <a:noFill/>
                    </a:lnB>
                    <a:solidFill>
                      <a:srgbClr val="729FCF"/>
                    </a:solidFill>
                  </a:tcPr>
                </a:tc>
                <a:tc hMerge="1">
                  <a:txBody>
                    <a:bodyPr/>
                    <a:lstStyle/>
                    <a:p>
                      <a:endParaRPr lang="en-US" sz="1800" b="0" u="none" strike="noStrike">
                        <a:solidFill>
                          <a:srgbClr val="000000"/>
                        </a:solidFill>
                        <a:uFillTx/>
                        <a:latin typeface="Arial"/>
                      </a:endParaRPr>
                    </a:p>
                  </a:txBody>
                  <a:tcPr marL="90000" marR="90000">
                    <a:lnL>
                      <a:noFill/>
                    </a:lnL>
                    <a:lnR>
                      <a:noFill/>
                    </a:lnR>
                    <a:lnT>
                      <a:noFill/>
                    </a:lnT>
                    <a:lnB>
                      <a:noFill/>
                    </a:lnB>
                    <a:solidFill>
                      <a:srgbClr val="729FCF"/>
                    </a:solidFill>
                  </a:tcPr>
                </a:tc>
                <a:tc hMerge="1">
                  <a:txBody>
                    <a:bodyPr/>
                    <a:lstStyle/>
                    <a:p>
                      <a:endParaRPr lang="en-US" sz="1800" b="0" u="none" strike="noStrike">
                        <a:solidFill>
                          <a:srgbClr val="000000"/>
                        </a:solidFill>
                        <a:uFillTx/>
                        <a:latin typeface="Arial"/>
                      </a:endParaRPr>
                    </a:p>
                  </a:txBody>
                  <a:tcPr marL="90000" marR="90000">
                    <a:lnL>
                      <a:noFill/>
                    </a:lnL>
                    <a:lnR>
                      <a:noFill/>
                    </a:lnR>
                    <a:lnT>
                      <a:noFill/>
                    </a:lnT>
                    <a:lnB>
                      <a:noFill/>
                    </a:lnB>
                    <a:solidFill>
                      <a:srgbClr val="729FCF"/>
                    </a:solidFill>
                  </a:tcPr>
                </a:tc>
                <a:tc hMerge="1">
                  <a:txBody>
                    <a:bodyPr/>
                    <a:lstStyle/>
                    <a:p>
                      <a:endParaRPr lang="en-US" sz="1800" b="0" u="none" strike="noStrike">
                        <a:solidFill>
                          <a:srgbClr val="000000"/>
                        </a:solidFill>
                        <a:uFillTx/>
                        <a:latin typeface="Arial"/>
                      </a:endParaRPr>
                    </a:p>
                  </a:txBody>
                  <a:tcPr marL="90000" marR="90000">
                    <a:lnL>
                      <a:noFill/>
                    </a:lnL>
                    <a:lnR>
                      <a:noFill/>
                    </a:lnR>
                    <a:lnT>
                      <a:noFill/>
                    </a:lnT>
                    <a:lnB>
                      <a:noFill/>
                    </a:lnB>
                    <a:solidFill>
                      <a:srgbClr val="729FCF"/>
                    </a:solidFill>
                  </a:tcPr>
                </a:tc>
                <a:tc>
                  <a:txBody>
                    <a:bodyPr/>
                    <a:lstStyle/>
                    <a:p>
                      <a:pPr>
                        <a:lnSpc>
                          <a:spcPct val="100000"/>
                        </a:lnSpc>
                        <a:tabLst>
                          <a:tab pos="0" algn="l"/>
                        </a:tabLst>
                      </a:pPr>
                      <a:r>
                        <a:rPr lang="en-US" sz="900" b="0" u="none" strike="noStrike">
                          <a:solidFill>
                            <a:srgbClr val="000000"/>
                          </a:solidFill>
                          <a:uFillTx/>
                          <a:latin typeface="Arial"/>
                          <a:ea typeface="Arial"/>
                        </a:rPr>
                        <a:t> </a:t>
                      </a:r>
                      <a:endParaRPr lang="en-US" sz="900" b="0" u="none" strike="noStrike">
                        <a:solidFill>
                          <a:srgbClr val="000000"/>
                        </a:solidFill>
                        <a:uFillTx/>
                        <a:latin typeface="Arial"/>
                      </a:endParaRPr>
                    </a:p>
                  </a:txBody>
                  <a:tcPr anchor="ctr">
                    <a:lnL w="9360" cap="flat" cmpd="sng" algn="ctr">
                      <a:solidFill>
                        <a:srgbClr val="D21034"/>
                      </a:solidFill>
                      <a:prstDash val="solid"/>
                      <a:round/>
                      <a:headEnd type="none" w="med" len="med"/>
                      <a:tailEnd type="none" w="med" len="med"/>
                    </a:lnL>
                    <a:lnR w="9360">
                      <a:solidFill>
                        <a:srgbClr val="000000"/>
                      </a:solidFill>
                      <a:prstDash val="solid"/>
                    </a:lnR>
                    <a:lnT w="12700" cap="flat" cmpd="sng" algn="ctr">
                      <a:solidFill>
                        <a:schemeClr val="tx1"/>
                      </a:solidFill>
                      <a:prstDash val="solid"/>
                      <a:round/>
                      <a:headEnd type="none" w="med" len="med"/>
                      <a:tailEnd type="none" w="med" len="med"/>
                    </a:lnT>
                    <a:lnB w="9360" cap="flat" cmpd="sng" algn="ctr">
                      <a:solidFill>
                        <a:srgbClr val="000000"/>
                      </a:solidFill>
                      <a:prstDash val="solid"/>
                      <a:round/>
                      <a:headEnd type="none" w="med" len="med"/>
                      <a:tailEnd type="none" w="med" len="med"/>
                    </a:lnB>
                    <a:noFill/>
                  </a:tcPr>
                </a:tc>
                <a:tc>
                  <a:txBody>
                    <a:bodyPr/>
                    <a:lstStyle/>
                    <a:p>
                      <a:pPr>
                        <a:lnSpc>
                          <a:spcPct val="100000"/>
                        </a:lnSpc>
                        <a:tabLst>
                          <a:tab pos="0" algn="l"/>
                        </a:tabLst>
                      </a:pPr>
                      <a:r>
                        <a:rPr lang="en-US" sz="900" b="0" u="none" strike="noStrike">
                          <a:solidFill>
                            <a:srgbClr val="000000"/>
                          </a:solidFill>
                          <a:uFillTx/>
                          <a:latin typeface="Arial"/>
                          <a:ea typeface="Arial"/>
                        </a:rPr>
                        <a:t> </a:t>
                      </a:r>
                      <a:endParaRPr lang="en-US" sz="900" b="0" u="none" strike="noStrike">
                        <a:solidFill>
                          <a:srgbClr val="000000"/>
                        </a:solidFill>
                        <a:uFillTx/>
                        <a:latin typeface="Arial"/>
                      </a:endParaRPr>
                    </a:p>
                  </a:txBody>
                  <a:tcPr anchor="ctr">
                    <a:lnL w="9360" cap="flat" cmpd="sng" algn="ctr">
                      <a:solidFill>
                        <a:srgbClr val="000000"/>
                      </a:solidFill>
                      <a:prstDash val="solid"/>
                      <a:round/>
                      <a:headEnd type="none" w="med" len="med"/>
                      <a:tailEnd type="none" w="med" len="med"/>
                    </a:lnL>
                    <a:lnR w="9360">
                      <a:solidFill>
                        <a:srgbClr val="000000"/>
                      </a:solidFill>
                      <a:prstDash val="solid"/>
                    </a:lnR>
                    <a:lnT w="12700" cap="flat" cmpd="sng" algn="ctr">
                      <a:solidFill>
                        <a:schemeClr val="tx1"/>
                      </a:solidFill>
                      <a:prstDash val="solid"/>
                      <a:round/>
                      <a:headEnd type="none" w="med" len="med"/>
                      <a:tailEnd type="none" w="med" len="med"/>
                    </a:lnT>
                    <a:lnB w="9360" cap="flat" cmpd="sng" algn="ctr">
                      <a:solidFill>
                        <a:srgbClr val="D21034"/>
                      </a:solidFill>
                      <a:prstDash val="solid"/>
                      <a:round/>
                      <a:headEnd type="none" w="med" len="med"/>
                      <a:tailEnd type="none" w="med" len="med"/>
                    </a:lnB>
                    <a:noFill/>
                  </a:tcPr>
                </a:tc>
                <a:tc gridSpan="7">
                  <a:txBody>
                    <a:bodyPr/>
                    <a:lstStyle/>
                    <a:p>
                      <a:pPr algn="ctr">
                        <a:lnSpc>
                          <a:spcPct val="100000"/>
                        </a:lnSpc>
                        <a:tabLst>
                          <a:tab pos="0" algn="l"/>
                        </a:tabLst>
                      </a:pPr>
                      <a:r>
                        <a:rPr lang="en-US" sz="900" b="1" u="none" strike="noStrike" dirty="0" err="1">
                          <a:solidFill>
                            <a:srgbClr val="000000"/>
                          </a:solidFill>
                          <a:uFillTx/>
                          <a:latin typeface="Arial"/>
                          <a:ea typeface="Arial"/>
                        </a:rPr>
                        <a:t>vfgt</a:t>
                      </a:r>
                      <a:endParaRPr lang="en-US" sz="900" b="0" u="none" strike="noStrike" dirty="0">
                        <a:solidFill>
                          <a:srgbClr val="000000"/>
                        </a:solidFill>
                        <a:uFillTx/>
                        <a:latin typeface="Arial"/>
                      </a:endParaRPr>
                    </a:p>
                  </a:txBody>
                  <a:tcPr anchor="ctr">
                    <a:lnL w="9360">
                      <a:solidFill>
                        <a:srgbClr val="000000"/>
                      </a:solidFill>
                      <a:prstDash val="solid"/>
                    </a:lnL>
                    <a:lnR w="9360">
                      <a:solidFill>
                        <a:srgbClr val="D21034"/>
                      </a:solidFill>
                      <a:prstDash val="solid"/>
                    </a:lnR>
                    <a:lnT w="9360">
                      <a:solidFill>
                        <a:srgbClr val="D21034"/>
                      </a:solidFill>
                      <a:prstDash val="solid"/>
                    </a:lnT>
                    <a:lnB w="9360">
                      <a:solidFill>
                        <a:srgbClr val="D21034"/>
                      </a:solidFill>
                      <a:prstDash val="solid"/>
                    </a:lnB>
                    <a:noFill/>
                  </a:tcPr>
                </a:tc>
                <a:tc hMerge="1">
                  <a:txBody>
                    <a:bodyPr/>
                    <a:lstStyle/>
                    <a:p>
                      <a:endParaRPr lang="en-US" sz="1800" b="0" u="none" strike="noStrike">
                        <a:solidFill>
                          <a:srgbClr val="000000"/>
                        </a:solidFill>
                        <a:uFillTx/>
                        <a:latin typeface="Arial"/>
                      </a:endParaRPr>
                    </a:p>
                  </a:txBody>
                  <a:tcPr marL="90000" marR="90000">
                    <a:lnL>
                      <a:noFill/>
                    </a:lnL>
                    <a:lnR>
                      <a:noFill/>
                    </a:lnR>
                    <a:lnT>
                      <a:noFill/>
                    </a:lnT>
                    <a:lnB>
                      <a:noFill/>
                    </a:lnB>
                    <a:solidFill>
                      <a:srgbClr val="729FCF"/>
                    </a:solidFill>
                  </a:tcPr>
                </a:tc>
                <a:tc hMerge="1">
                  <a:txBody>
                    <a:bodyPr/>
                    <a:lstStyle/>
                    <a:p>
                      <a:endParaRPr lang="en-US" sz="1800" b="0" u="none" strike="noStrike">
                        <a:solidFill>
                          <a:srgbClr val="000000"/>
                        </a:solidFill>
                        <a:uFillTx/>
                        <a:latin typeface="Arial"/>
                      </a:endParaRPr>
                    </a:p>
                  </a:txBody>
                  <a:tcPr marL="90000" marR="90000">
                    <a:lnL>
                      <a:noFill/>
                    </a:lnL>
                    <a:lnR>
                      <a:noFill/>
                    </a:lnR>
                    <a:lnT>
                      <a:noFill/>
                    </a:lnT>
                    <a:lnB>
                      <a:noFill/>
                    </a:lnB>
                    <a:solidFill>
                      <a:srgbClr val="729FCF"/>
                    </a:solidFill>
                  </a:tcPr>
                </a:tc>
                <a:tc hMerge="1">
                  <a:txBody>
                    <a:bodyPr/>
                    <a:lstStyle/>
                    <a:p>
                      <a:endParaRPr lang="en-US" sz="1800" b="0" u="none" strike="noStrike">
                        <a:solidFill>
                          <a:srgbClr val="000000"/>
                        </a:solidFill>
                        <a:uFillTx/>
                        <a:latin typeface="Arial"/>
                      </a:endParaRPr>
                    </a:p>
                  </a:txBody>
                  <a:tcPr marL="90000" marR="90000">
                    <a:lnL>
                      <a:noFill/>
                    </a:lnL>
                    <a:lnR>
                      <a:noFill/>
                    </a:lnR>
                    <a:lnT>
                      <a:noFill/>
                    </a:lnT>
                    <a:lnB>
                      <a:noFill/>
                    </a:lnB>
                    <a:solidFill>
                      <a:srgbClr val="729FCF"/>
                    </a:solidFill>
                  </a:tcPr>
                </a:tc>
                <a:tc hMerge="1">
                  <a:txBody>
                    <a:bodyPr/>
                    <a:lstStyle/>
                    <a:p>
                      <a:endParaRPr lang="en-US" sz="1800" b="0" u="none" strike="noStrike">
                        <a:solidFill>
                          <a:srgbClr val="000000"/>
                        </a:solidFill>
                        <a:uFillTx/>
                        <a:latin typeface="Arial"/>
                      </a:endParaRPr>
                    </a:p>
                  </a:txBody>
                  <a:tcPr marL="90000" marR="90000">
                    <a:lnL>
                      <a:noFill/>
                    </a:lnL>
                    <a:lnR>
                      <a:noFill/>
                    </a:lnR>
                    <a:lnT>
                      <a:noFill/>
                    </a:lnT>
                    <a:lnB>
                      <a:noFill/>
                    </a:lnB>
                    <a:solidFill>
                      <a:srgbClr val="729FCF"/>
                    </a:solidFill>
                  </a:tcPr>
                </a:tc>
                <a:tc hMerge="1">
                  <a:txBody>
                    <a:bodyPr/>
                    <a:lstStyle/>
                    <a:p>
                      <a:endParaRPr lang="en-US" sz="1800" b="0" u="none" strike="noStrike">
                        <a:solidFill>
                          <a:srgbClr val="000000"/>
                        </a:solidFill>
                        <a:uFillTx/>
                        <a:latin typeface="Arial"/>
                      </a:endParaRPr>
                    </a:p>
                  </a:txBody>
                  <a:tcPr marL="90000" marR="90000">
                    <a:lnL>
                      <a:noFill/>
                    </a:lnL>
                    <a:lnR>
                      <a:noFill/>
                    </a:lnR>
                    <a:lnT>
                      <a:noFill/>
                    </a:lnT>
                    <a:lnB>
                      <a:noFill/>
                    </a:lnB>
                    <a:solidFill>
                      <a:srgbClr val="729FCF"/>
                    </a:solidFill>
                  </a:tcPr>
                </a:tc>
                <a:tc hMerge="1">
                  <a:txBody>
                    <a:bodyPr/>
                    <a:lstStyle/>
                    <a:p>
                      <a:endParaRPr lang="en-US" sz="1800" b="0" u="none" strike="noStrike">
                        <a:solidFill>
                          <a:srgbClr val="000000"/>
                        </a:solidFill>
                        <a:uFillTx/>
                        <a:latin typeface="Arial"/>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1"/>
                  </a:ext>
                </a:extLst>
              </a:tr>
              <a:tr h="348120">
                <a:tc>
                  <a:txBody>
                    <a:bodyPr/>
                    <a:lstStyle/>
                    <a:p>
                      <a:pPr>
                        <a:lnSpc>
                          <a:spcPct val="100000"/>
                        </a:lnSpc>
                        <a:tabLst>
                          <a:tab pos="0" algn="l"/>
                        </a:tabLst>
                      </a:pPr>
                      <a:r>
                        <a:rPr lang="en-US" sz="900" b="0" u="none" strike="noStrike">
                          <a:solidFill>
                            <a:srgbClr val="000000"/>
                          </a:solidFill>
                          <a:uFillTx/>
                          <a:latin typeface="Arial"/>
                          <a:ea typeface="Arial"/>
                        </a:rPr>
                        <a:t> </a:t>
                      </a:r>
                      <a:endParaRPr lang="en-US" sz="900" b="0" u="none" strike="noStrike">
                        <a:solidFill>
                          <a:srgbClr val="000000"/>
                        </a:solidFill>
                        <a:uFillTx/>
                        <a:latin typeface="Arial"/>
                      </a:endParaRPr>
                    </a:p>
                  </a:txBody>
                  <a:tcPr anchor="ctr">
                    <a:lnL w="9360">
                      <a:solidFill>
                        <a:srgbClr val="D21034"/>
                      </a:solidFill>
                      <a:prstDash val="solid"/>
                    </a:lnL>
                    <a:lnR w="9360">
                      <a:solidFill>
                        <a:srgbClr val="D21034"/>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r>
                        <a:rPr lang="en-US" sz="900" b="0" u="none" strike="noStrike">
                          <a:solidFill>
                            <a:srgbClr val="FFFFFF"/>
                          </a:solidFill>
                          <a:uFillTx/>
                          <a:latin typeface="Arial"/>
                          <a:ea typeface="Arial"/>
                        </a:rPr>
                        <a:t>#######</a:t>
                      </a:r>
                      <a:endParaRPr lang="en-US" sz="900" b="0" u="none" strike="noStrike">
                        <a:solidFill>
                          <a:srgbClr val="000000"/>
                        </a:solidFill>
                        <a:uFillTx/>
                        <a:latin typeface="Arial"/>
                      </a:endParaRPr>
                    </a:p>
                  </a:txBody>
                  <a:tcPr anchor="ctr">
                    <a:lnL w="9360">
                      <a:solidFill>
                        <a:srgbClr val="D21034"/>
                      </a:solidFill>
                      <a:prstDash val="solid"/>
                    </a:lnL>
                    <a:lnR w="9360">
                      <a:solidFill>
                        <a:srgbClr val="000000"/>
                      </a:solidFill>
                      <a:prstDash val="solid"/>
                    </a:lnR>
                    <a:lnT w="9360">
                      <a:solidFill>
                        <a:srgbClr val="D21034"/>
                      </a:solidFill>
                      <a:prstDash val="solid"/>
                    </a:lnT>
                    <a:lnB w="9360">
                      <a:solidFill>
                        <a:srgbClr val="000000"/>
                      </a:solidFill>
                      <a:prstDash val="solid"/>
                    </a:lnB>
                    <a:noFill/>
                  </a:tcPr>
                </a:tc>
                <a:tc>
                  <a:txBody>
                    <a:bodyPr/>
                    <a:lstStyle/>
                    <a:p>
                      <a:pPr algn="ctr">
                        <a:lnSpc>
                          <a:spcPct val="100000"/>
                        </a:lnSpc>
                        <a:tabLst>
                          <a:tab pos="0" algn="l"/>
                        </a:tabLst>
                      </a:pPr>
                      <a:r>
                        <a:rPr lang="en-US" sz="900" b="0" u="none" strike="noStrike">
                          <a:solidFill>
                            <a:srgbClr val="000000"/>
                          </a:solidFill>
                          <a:uFillTx/>
                          <a:latin typeface="Arial"/>
                          <a:ea typeface="Arial"/>
                        </a:rPr>
                        <a:t>130%</a:t>
                      </a:r>
                      <a:endParaRPr lang="en-US" sz="900" b="0" u="none" strike="noStrike">
                        <a:solidFill>
                          <a:srgbClr val="000000"/>
                        </a:solidFill>
                        <a:uFillTx/>
                        <a:latin typeface="Arial"/>
                      </a:endParaRPr>
                    </a:p>
                  </a:txBody>
                  <a:tcPr anchor="ctr">
                    <a:lnL w="9360">
                      <a:solidFill>
                        <a:srgbClr val="000000"/>
                      </a:solidFill>
                      <a:prstDash val="solid"/>
                    </a:lnL>
                    <a:lnR w="9360">
                      <a:solidFill>
                        <a:srgbClr val="000000"/>
                      </a:solidFill>
                      <a:prstDash val="solid"/>
                    </a:lnR>
                    <a:lnT w="9360">
                      <a:solidFill>
                        <a:srgbClr val="D21034"/>
                      </a:solidFill>
                      <a:prstDash val="solid"/>
                    </a:lnT>
                    <a:lnB w="9360">
                      <a:solidFill>
                        <a:srgbClr val="000000"/>
                      </a:solidFill>
                      <a:prstDash val="solid"/>
                    </a:lnB>
                    <a:noFill/>
                  </a:tcPr>
                </a:tc>
                <a:tc>
                  <a:txBody>
                    <a:bodyPr/>
                    <a:lstStyle/>
                    <a:p>
                      <a:pPr algn="ctr">
                        <a:lnSpc>
                          <a:spcPct val="100000"/>
                        </a:lnSpc>
                        <a:tabLst>
                          <a:tab pos="0" algn="l"/>
                        </a:tabLst>
                      </a:pPr>
                      <a:r>
                        <a:rPr lang="en-US" sz="900" b="0" u="none" strike="noStrike">
                          <a:solidFill>
                            <a:srgbClr val="000000"/>
                          </a:solidFill>
                          <a:uFillTx/>
                          <a:latin typeface="Arial"/>
                          <a:ea typeface="Arial"/>
                        </a:rPr>
                        <a:t>120%</a:t>
                      </a:r>
                      <a:endParaRPr lang="en-US" sz="900" b="0" u="none" strike="noStrike">
                        <a:solidFill>
                          <a:srgbClr val="000000"/>
                        </a:solidFill>
                        <a:uFillTx/>
                        <a:latin typeface="Arial"/>
                      </a:endParaRPr>
                    </a:p>
                  </a:txBody>
                  <a:tcPr anchor="ctr">
                    <a:lnL w="9360">
                      <a:solidFill>
                        <a:srgbClr val="000000"/>
                      </a:solidFill>
                      <a:prstDash val="solid"/>
                    </a:lnL>
                    <a:lnR w="9360">
                      <a:solidFill>
                        <a:srgbClr val="000000"/>
                      </a:solidFill>
                      <a:prstDash val="solid"/>
                    </a:lnR>
                    <a:lnT w="9360">
                      <a:solidFill>
                        <a:srgbClr val="D21034"/>
                      </a:solidFill>
                      <a:prstDash val="solid"/>
                    </a:lnT>
                    <a:lnB w="9360">
                      <a:solidFill>
                        <a:srgbClr val="000000"/>
                      </a:solidFill>
                      <a:prstDash val="solid"/>
                    </a:lnB>
                    <a:noFill/>
                  </a:tcPr>
                </a:tc>
                <a:tc>
                  <a:txBody>
                    <a:bodyPr/>
                    <a:lstStyle/>
                    <a:p>
                      <a:pPr algn="ctr">
                        <a:lnSpc>
                          <a:spcPct val="100000"/>
                        </a:lnSpc>
                        <a:tabLst>
                          <a:tab pos="0" algn="l"/>
                        </a:tabLst>
                      </a:pPr>
                      <a:r>
                        <a:rPr lang="en-US" sz="900" b="0" u="none" strike="noStrike">
                          <a:solidFill>
                            <a:srgbClr val="000000"/>
                          </a:solidFill>
                          <a:uFillTx/>
                          <a:latin typeface="Arial"/>
                          <a:ea typeface="Arial"/>
                        </a:rPr>
                        <a:t>110%</a:t>
                      </a:r>
                      <a:endParaRPr lang="en-US" sz="900" b="0" u="none" strike="noStrike">
                        <a:solidFill>
                          <a:srgbClr val="000000"/>
                        </a:solidFill>
                        <a:uFillTx/>
                        <a:latin typeface="Arial"/>
                      </a:endParaRPr>
                    </a:p>
                  </a:txBody>
                  <a:tcPr anchor="ctr">
                    <a:lnL w="9360">
                      <a:solidFill>
                        <a:srgbClr val="000000"/>
                      </a:solidFill>
                      <a:prstDash val="solid"/>
                    </a:lnL>
                    <a:lnR w="9360">
                      <a:solidFill>
                        <a:srgbClr val="000000"/>
                      </a:solidFill>
                      <a:prstDash val="solid"/>
                    </a:lnR>
                    <a:lnT w="9360">
                      <a:solidFill>
                        <a:srgbClr val="D21034"/>
                      </a:solidFill>
                      <a:prstDash val="solid"/>
                    </a:lnT>
                    <a:lnB w="9360">
                      <a:solidFill>
                        <a:srgbClr val="000000"/>
                      </a:solidFill>
                      <a:prstDash val="solid"/>
                    </a:lnB>
                    <a:noFill/>
                  </a:tcPr>
                </a:tc>
                <a:tc>
                  <a:txBody>
                    <a:bodyPr/>
                    <a:lstStyle/>
                    <a:p>
                      <a:pPr algn="ctr">
                        <a:lnSpc>
                          <a:spcPct val="100000"/>
                        </a:lnSpc>
                        <a:tabLst>
                          <a:tab pos="0" algn="l"/>
                        </a:tabLst>
                      </a:pPr>
                      <a:r>
                        <a:rPr lang="en-US" sz="900" b="0" u="none" strike="noStrike">
                          <a:solidFill>
                            <a:srgbClr val="000000"/>
                          </a:solidFill>
                          <a:uFillTx/>
                          <a:latin typeface="Arial"/>
                          <a:ea typeface="Arial"/>
                        </a:rPr>
                        <a:t>100%</a:t>
                      </a:r>
                      <a:endParaRPr lang="en-US" sz="900" b="0" u="none" strike="noStrike">
                        <a:solidFill>
                          <a:srgbClr val="000000"/>
                        </a:solidFill>
                        <a:uFillTx/>
                        <a:latin typeface="Arial"/>
                      </a:endParaRPr>
                    </a:p>
                  </a:txBody>
                  <a:tcPr anchor="ctr">
                    <a:lnL w="9360">
                      <a:solidFill>
                        <a:srgbClr val="000000"/>
                      </a:solidFill>
                      <a:prstDash val="solid"/>
                    </a:lnL>
                    <a:lnR w="9360">
                      <a:solidFill>
                        <a:srgbClr val="000000"/>
                      </a:solidFill>
                      <a:prstDash val="solid"/>
                    </a:lnR>
                    <a:lnT w="9360">
                      <a:solidFill>
                        <a:srgbClr val="D21034"/>
                      </a:solidFill>
                      <a:prstDash val="solid"/>
                    </a:lnT>
                    <a:lnB w="9360">
                      <a:solidFill>
                        <a:srgbClr val="000000"/>
                      </a:solidFill>
                      <a:prstDash val="solid"/>
                    </a:lnB>
                    <a:noFill/>
                  </a:tcPr>
                </a:tc>
                <a:tc>
                  <a:txBody>
                    <a:bodyPr/>
                    <a:lstStyle/>
                    <a:p>
                      <a:pPr algn="ctr">
                        <a:lnSpc>
                          <a:spcPct val="100000"/>
                        </a:lnSpc>
                        <a:tabLst>
                          <a:tab pos="0" algn="l"/>
                        </a:tabLst>
                      </a:pPr>
                      <a:r>
                        <a:rPr lang="en-US" sz="900" b="0" u="none" strike="noStrike">
                          <a:solidFill>
                            <a:srgbClr val="000000"/>
                          </a:solidFill>
                          <a:uFillTx/>
                          <a:latin typeface="Arial"/>
                          <a:ea typeface="Arial"/>
                        </a:rPr>
                        <a:t>90%</a:t>
                      </a:r>
                      <a:endParaRPr lang="en-US" sz="900" b="0" u="none" strike="noStrike">
                        <a:solidFill>
                          <a:srgbClr val="000000"/>
                        </a:solidFill>
                        <a:uFillTx/>
                        <a:latin typeface="Arial"/>
                      </a:endParaRPr>
                    </a:p>
                  </a:txBody>
                  <a:tcPr anchor="ctr">
                    <a:lnL w="9360">
                      <a:solidFill>
                        <a:srgbClr val="000000"/>
                      </a:solidFill>
                      <a:prstDash val="solid"/>
                    </a:lnL>
                    <a:lnR w="9360">
                      <a:solidFill>
                        <a:srgbClr val="000000"/>
                      </a:solidFill>
                      <a:prstDash val="solid"/>
                    </a:lnR>
                    <a:lnT w="9360">
                      <a:solidFill>
                        <a:srgbClr val="D21034"/>
                      </a:solidFill>
                      <a:prstDash val="solid"/>
                    </a:lnT>
                    <a:lnB w="9360">
                      <a:solidFill>
                        <a:srgbClr val="000000"/>
                      </a:solidFill>
                      <a:prstDash val="solid"/>
                    </a:lnB>
                    <a:noFill/>
                  </a:tcPr>
                </a:tc>
                <a:tc>
                  <a:txBody>
                    <a:bodyPr/>
                    <a:lstStyle/>
                    <a:p>
                      <a:pPr algn="ctr">
                        <a:lnSpc>
                          <a:spcPct val="100000"/>
                        </a:lnSpc>
                        <a:tabLst>
                          <a:tab pos="0" algn="l"/>
                        </a:tabLst>
                      </a:pPr>
                      <a:r>
                        <a:rPr lang="en-US" sz="900" b="0" u="none" strike="noStrike">
                          <a:solidFill>
                            <a:srgbClr val="000000"/>
                          </a:solidFill>
                          <a:uFillTx/>
                          <a:latin typeface="Arial"/>
                          <a:ea typeface="Arial"/>
                        </a:rPr>
                        <a:t>80%</a:t>
                      </a:r>
                      <a:endParaRPr lang="en-US" sz="900" b="0" u="none" strike="noStrike">
                        <a:solidFill>
                          <a:srgbClr val="000000"/>
                        </a:solidFill>
                        <a:uFillTx/>
                        <a:latin typeface="Arial"/>
                      </a:endParaRPr>
                    </a:p>
                  </a:txBody>
                  <a:tcPr anchor="ctr">
                    <a:lnL w="9360">
                      <a:solidFill>
                        <a:srgbClr val="000000"/>
                      </a:solidFill>
                      <a:prstDash val="solid"/>
                    </a:lnL>
                    <a:lnR w="9360">
                      <a:solidFill>
                        <a:srgbClr val="000000"/>
                      </a:solidFill>
                      <a:prstDash val="solid"/>
                    </a:lnR>
                    <a:lnT w="9360">
                      <a:solidFill>
                        <a:srgbClr val="D21034"/>
                      </a:solidFill>
                      <a:prstDash val="solid"/>
                    </a:lnT>
                    <a:lnB w="9360">
                      <a:solidFill>
                        <a:srgbClr val="000000"/>
                      </a:solidFill>
                      <a:prstDash val="solid"/>
                    </a:lnB>
                    <a:noFill/>
                  </a:tcPr>
                </a:tc>
                <a:tc>
                  <a:txBody>
                    <a:bodyPr/>
                    <a:lstStyle/>
                    <a:p>
                      <a:pPr algn="ctr">
                        <a:lnSpc>
                          <a:spcPct val="100000"/>
                        </a:lnSpc>
                        <a:tabLst>
                          <a:tab pos="0" algn="l"/>
                        </a:tabLst>
                      </a:pPr>
                      <a:r>
                        <a:rPr lang="en-US" sz="900" b="0" u="none" strike="noStrike">
                          <a:solidFill>
                            <a:srgbClr val="000000"/>
                          </a:solidFill>
                          <a:uFillTx/>
                          <a:latin typeface="Arial"/>
                          <a:ea typeface="Arial"/>
                        </a:rPr>
                        <a:t>70%</a:t>
                      </a:r>
                      <a:endParaRPr lang="en-US" sz="900" b="0" u="none" strike="noStrike">
                        <a:solidFill>
                          <a:srgbClr val="000000"/>
                        </a:solidFill>
                        <a:uFillTx/>
                        <a:latin typeface="Arial"/>
                      </a:endParaRPr>
                    </a:p>
                  </a:txBody>
                  <a:tcPr anchor="ctr">
                    <a:lnL w="9360">
                      <a:solidFill>
                        <a:srgbClr val="000000"/>
                      </a:solidFill>
                      <a:prstDash val="solid"/>
                    </a:lnL>
                    <a:lnR w="9360">
                      <a:solidFill>
                        <a:srgbClr val="000000"/>
                      </a:solidFill>
                      <a:prstDash val="solid"/>
                    </a:lnR>
                    <a:lnT w="9360">
                      <a:solidFill>
                        <a:srgbClr val="D21034"/>
                      </a:solidFill>
                      <a:prstDash val="solid"/>
                    </a:lnT>
                    <a:lnB w="9360">
                      <a:solidFill>
                        <a:srgbClr val="000000"/>
                      </a:solidFill>
                      <a:prstDash val="solid"/>
                    </a:lnB>
                    <a:noFill/>
                  </a:tcPr>
                </a:tc>
                <a:tc>
                  <a:txBody>
                    <a:bodyPr/>
                    <a:lstStyle/>
                    <a:p>
                      <a:pPr>
                        <a:lnSpc>
                          <a:spcPct val="100000"/>
                        </a:lnSpc>
                        <a:tabLst>
                          <a:tab pos="0" algn="l"/>
                        </a:tabLst>
                      </a:pPr>
                      <a:r>
                        <a:rPr lang="en-US" sz="900" b="0" u="none" strike="noStrike">
                          <a:solidFill>
                            <a:srgbClr val="000000"/>
                          </a:solidFill>
                          <a:uFillTx/>
                          <a:latin typeface="Arial"/>
                          <a:ea typeface="Arial"/>
                        </a:rPr>
                        <a:t> </a:t>
                      </a:r>
                      <a:endParaRPr lang="en-US" sz="900" b="0" u="none" strike="noStrike">
                        <a:solidFill>
                          <a:srgbClr val="000000"/>
                        </a:solidFill>
                        <a:uFillTx/>
                        <a:latin typeface="Arial"/>
                      </a:endParaRPr>
                    </a:p>
                  </a:txBody>
                  <a:tcPr anchor="ctr">
                    <a:lnL w="9360" cap="flat" cmpd="sng" algn="ctr">
                      <a:solidFill>
                        <a:srgbClr val="000000"/>
                      </a:solidFill>
                      <a:prstDash val="solid"/>
                      <a:round/>
                      <a:headEnd type="none" w="med" len="med"/>
                      <a:tailEnd type="none" w="med" len="med"/>
                    </a:lnL>
                    <a:lnR w="9360">
                      <a:solidFill>
                        <a:srgbClr val="D21034"/>
                      </a:solidFill>
                      <a:prstDash val="solid"/>
                    </a:lnR>
                    <a:lnT w="9360" cap="flat" cmpd="sng" algn="ctr">
                      <a:solidFill>
                        <a:srgbClr val="000000"/>
                      </a:solidFill>
                      <a:prstDash val="solid"/>
                      <a:round/>
                      <a:headEnd type="none" w="med" len="med"/>
                      <a:tailEnd type="none" w="med" len="med"/>
                    </a:lnT>
                    <a:lnB w="9360" cap="flat" cmpd="sng" algn="ctr">
                      <a:solidFill>
                        <a:srgbClr val="000000"/>
                      </a:solidFill>
                      <a:prstDash val="solid"/>
                      <a:round/>
                      <a:headEnd type="none" w="med" len="med"/>
                      <a:tailEnd type="none" w="med" len="med"/>
                    </a:lnB>
                    <a:noFill/>
                  </a:tcPr>
                </a:tc>
                <a:tc>
                  <a:txBody>
                    <a:bodyPr/>
                    <a:lstStyle/>
                    <a:p>
                      <a:pPr algn="ctr">
                        <a:lnSpc>
                          <a:spcPct val="100000"/>
                        </a:lnSpc>
                        <a:tabLst>
                          <a:tab pos="0" algn="l"/>
                        </a:tabLst>
                      </a:pPr>
                      <a:r>
                        <a:rPr lang="en-US" sz="900" b="0" u="none" strike="noStrike">
                          <a:solidFill>
                            <a:srgbClr val="FFFFFF"/>
                          </a:solidFill>
                          <a:uFillTx/>
                          <a:latin typeface="Arial"/>
                          <a:ea typeface="Arial"/>
                        </a:rPr>
                        <a:t>41%</a:t>
                      </a:r>
                      <a:endParaRPr lang="en-US" sz="900" b="0" u="none" strike="noStrike">
                        <a:solidFill>
                          <a:srgbClr val="000000"/>
                        </a:solidFill>
                        <a:uFillTx/>
                        <a:latin typeface="Arial"/>
                      </a:endParaRPr>
                    </a:p>
                  </a:txBody>
                  <a:tcPr anchor="ctr">
                    <a:lnL w="9360" cap="flat" cmpd="sng" algn="ctr">
                      <a:solidFill>
                        <a:srgbClr val="D21034"/>
                      </a:solidFill>
                      <a:prstDash val="solid"/>
                      <a:round/>
                      <a:headEnd type="none" w="med" len="med"/>
                      <a:tailEnd type="none" w="med" len="med"/>
                    </a:lnL>
                    <a:lnR w="9360">
                      <a:solidFill>
                        <a:srgbClr val="000000"/>
                      </a:solidFill>
                      <a:prstDash val="solid"/>
                    </a:lnR>
                    <a:lnT w="9360" cap="flat" cmpd="sng" algn="ctr">
                      <a:solidFill>
                        <a:srgbClr val="D21034"/>
                      </a:solidFill>
                      <a:prstDash val="solid"/>
                      <a:round/>
                      <a:headEnd type="none" w="med" len="med"/>
                      <a:tailEnd type="none" w="med" len="med"/>
                    </a:lnT>
                    <a:lnB w="9360" cap="flat" cmpd="sng" algn="ctr">
                      <a:solidFill>
                        <a:srgbClr val="000000"/>
                      </a:solidFill>
                      <a:prstDash val="solid"/>
                      <a:round/>
                      <a:headEnd type="none" w="med" len="med"/>
                      <a:tailEnd type="none" w="med" len="med"/>
                    </a:lnB>
                    <a:noFill/>
                  </a:tcPr>
                </a:tc>
                <a:tc>
                  <a:txBody>
                    <a:bodyPr/>
                    <a:lstStyle/>
                    <a:p>
                      <a:pPr algn="ctr">
                        <a:lnSpc>
                          <a:spcPct val="100000"/>
                        </a:lnSpc>
                        <a:tabLst>
                          <a:tab pos="0" algn="l"/>
                        </a:tabLst>
                      </a:pPr>
                      <a:r>
                        <a:rPr lang="en-US" sz="900" b="0" u="none" strike="noStrike">
                          <a:solidFill>
                            <a:srgbClr val="000000"/>
                          </a:solidFill>
                          <a:uFillTx/>
                          <a:latin typeface="Arial"/>
                          <a:ea typeface="Arial"/>
                        </a:rPr>
                        <a:t>130%</a:t>
                      </a:r>
                      <a:endParaRPr lang="en-US" sz="900" b="0" u="none" strike="noStrike">
                        <a:solidFill>
                          <a:srgbClr val="000000"/>
                        </a:solidFill>
                        <a:uFillTx/>
                        <a:latin typeface="Arial"/>
                      </a:endParaRPr>
                    </a:p>
                  </a:txBody>
                  <a:tcPr anchor="ctr">
                    <a:lnL w="9360">
                      <a:solidFill>
                        <a:srgbClr val="000000"/>
                      </a:solidFill>
                      <a:prstDash val="solid"/>
                    </a:lnL>
                    <a:lnR w="9360">
                      <a:solidFill>
                        <a:srgbClr val="000000"/>
                      </a:solidFill>
                      <a:prstDash val="solid"/>
                    </a:lnR>
                    <a:lnT w="9360">
                      <a:solidFill>
                        <a:srgbClr val="D21034"/>
                      </a:solidFill>
                      <a:prstDash val="solid"/>
                    </a:lnT>
                    <a:lnB w="9360">
                      <a:solidFill>
                        <a:srgbClr val="000000"/>
                      </a:solidFill>
                      <a:prstDash val="solid"/>
                    </a:lnB>
                    <a:noFill/>
                  </a:tcPr>
                </a:tc>
                <a:tc>
                  <a:txBody>
                    <a:bodyPr/>
                    <a:lstStyle/>
                    <a:p>
                      <a:pPr algn="ctr">
                        <a:lnSpc>
                          <a:spcPct val="100000"/>
                        </a:lnSpc>
                        <a:tabLst>
                          <a:tab pos="0" algn="l"/>
                        </a:tabLst>
                      </a:pPr>
                      <a:r>
                        <a:rPr lang="en-US" sz="900" b="0" u="none" strike="noStrike">
                          <a:solidFill>
                            <a:srgbClr val="000000"/>
                          </a:solidFill>
                          <a:uFillTx/>
                          <a:latin typeface="Arial"/>
                          <a:ea typeface="Arial"/>
                        </a:rPr>
                        <a:t>120%</a:t>
                      </a:r>
                      <a:endParaRPr lang="en-US" sz="900" b="0" u="none" strike="noStrike">
                        <a:solidFill>
                          <a:srgbClr val="000000"/>
                        </a:solidFill>
                        <a:uFillTx/>
                        <a:latin typeface="Arial"/>
                      </a:endParaRPr>
                    </a:p>
                  </a:txBody>
                  <a:tcPr anchor="ctr">
                    <a:lnL w="9360">
                      <a:solidFill>
                        <a:srgbClr val="000000"/>
                      </a:solidFill>
                      <a:prstDash val="solid"/>
                    </a:lnL>
                    <a:lnR w="9360">
                      <a:solidFill>
                        <a:srgbClr val="000000"/>
                      </a:solidFill>
                      <a:prstDash val="solid"/>
                    </a:lnR>
                    <a:lnT w="9360">
                      <a:solidFill>
                        <a:srgbClr val="D21034"/>
                      </a:solidFill>
                      <a:prstDash val="solid"/>
                    </a:lnT>
                    <a:lnB w="9360">
                      <a:solidFill>
                        <a:srgbClr val="000000"/>
                      </a:solidFill>
                      <a:prstDash val="solid"/>
                    </a:lnB>
                    <a:noFill/>
                  </a:tcPr>
                </a:tc>
                <a:tc>
                  <a:txBody>
                    <a:bodyPr/>
                    <a:lstStyle/>
                    <a:p>
                      <a:pPr algn="ctr">
                        <a:lnSpc>
                          <a:spcPct val="100000"/>
                        </a:lnSpc>
                        <a:tabLst>
                          <a:tab pos="0" algn="l"/>
                        </a:tabLst>
                      </a:pPr>
                      <a:r>
                        <a:rPr lang="en-US" sz="900" b="0" u="none" strike="noStrike">
                          <a:solidFill>
                            <a:srgbClr val="000000"/>
                          </a:solidFill>
                          <a:uFillTx/>
                          <a:latin typeface="Arial"/>
                          <a:ea typeface="Arial"/>
                        </a:rPr>
                        <a:t>110%</a:t>
                      </a:r>
                      <a:endParaRPr lang="en-US" sz="900" b="0" u="none" strike="noStrike">
                        <a:solidFill>
                          <a:srgbClr val="000000"/>
                        </a:solidFill>
                        <a:uFillTx/>
                        <a:latin typeface="Arial"/>
                      </a:endParaRPr>
                    </a:p>
                  </a:txBody>
                  <a:tcPr anchor="ctr">
                    <a:lnL w="9360">
                      <a:solidFill>
                        <a:srgbClr val="000000"/>
                      </a:solidFill>
                      <a:prstDash val="solid"/>
                    </a:lnL>
                    <a:lnR w="9360">
                      <a:solidFill>
                        <a:srgbClr val="000000"/>
                      </a:solidFill>
                      <a:prstDash val="solid"/>
                    </a:lnR>
                    <a:lnT w="9360">
                      <a:solidFill>
                        <a:srgbClr val="D21034"/>
                      </a:solidFill>
                      <a:prstDash val="solid"/>
                    </a:lnT>
                    <a:lnB w="9360">
                      <a:solidFill>
                        <a:srgbClr val="000000"/>
                      </a:solidFill>
                      <a:prstDash val="solid"/>
                    </a:lnB>
                    <a:noFill/>
                  </a:tcPr>
                </a:tc>
                <a:tc>
                  <a:txBody>
                    <a:bodyPr/>
                    <a:lstStyle/>
                    <a:p>
                      <a:pPr algn="ctr">
                        <a:lnSpc>
                          <a:spcPct val="100000"/>
                        </a:lnSpc>
                        <a:tabLst>
                          <a:tab pos="0" algn="l"/>
                        </a:tabLst>
                      </a:pPr>
                      <a:r>
                        <a:rPr lang="en-US" sz="900" b="0" u="none" strike="noStrike">
                          <a:solidFill>
                            <a:srgbClr val="000000"/>
                          </a:solidFill>
                          <a:uFillTx/>
                          <a:latin typeface="Arial"/>
                          <a:ea typeface="Arial"/>
                        </a:rPr>
                        <a:t>100%</a:t>
                      </a:r>
                      <a:endParaRPr lang="en-US" sz="900" b="0" u="none" strike="noStrike">
                        <a:solidFill>
                          <a:srgbClr val="000000"/>
                        </a:solidFill>
                        <a:uFillTx/>
                        <a:latin typeface="Arial"/>
                      </a:endParaRPr>
                    </a:p>
                  </a:txBody>
                  <a:tcPr anchor="ctr">
                    <a:lnL w="9360">
                      <a:solidFill>
                        <a:srgbClr val="000000"/>
                      </a:solidFill>
                      <a:prstDash val="solid"/>
                    </a:lnL>
                    <a:lnR w="9360">
                      <a:solidFill>
                        <a:srgbClr val="000000"/>
                      </a:solidFill>
                      <a:prstDash val="solid"/>
                    </a:lnR>
                    <a:lnT w="9360">
                      <a:solidFill>
                        <a:srgbClr val="D21034"/>
                      </a:solidFill>
                      <a:prstDash val="solid"/>
                    </a:lnT>
                    <a:lnB w="9360">
                      <a:solidFill>
                        <a:srgbClr val="000000"/>
                      </a:solidFill>
                      <a:prstDash val="solid"/>
                    </a:lnB>
                    <a:noFill/>
                  </a:tcPr>
                </a:tc>
                <a:tc>
                  <a:txBody>
                    <a:bodyPr/>
                    <a:lstStyle/>
                    <a:p>
                      <a:pPr algn="ctr">
                        <a:lnSpc>
                          <a:spcPct val="100000"/>
                        </a:lnSpc>
                        <a:tabLst>
                          <a:tab pos="0" algn="l"/>
                        </a:tabLst>
                      </a:pPr>
                      <a:r>
                        <a:rPr lang="en-US" sz="900" b="0" u="none" strike="noStrike">
                          <a:solidFill>
                            <a:srgbClr val="000000"/>
                          </a:solidFill>
                          <a:uFillTx/>
                          <a:latin typeface="Arial"/>
                          <a:ea typeface="Arial"/>
                        </a:rPr>
                        <a:t>90%</a:t>
                      </a:r>
                      <a:endParaRPr lang="en-US" sz="900" b="0" u="none" strike="noStrike">
                        <a:solidFill>
                          <a:srgbClr val="000000"/>
                        </a:solidFill>
                        <a:uFillTx/>
                        <a:latin typeface="Arial"/>
                      </a:endParaRPr>
                    </a:p>
                  </a:txBody>
                  <a:tcPr anchor="ctr">
                    <a:lnL w="9360">
                      <a:solidFill>
                        <a:srgbClr val="000000"/>
                      </a:solidFill>
                      <a:prstDash val="solid"/>
                    </a:lnL>
                    <a:lnR w="9360">
                      <a:solidFill>
                        <a:srgbClr val="000000"/>
                      </a:solidFill>
                      <a:prstDash val="solid"/>
                    </a:lnR>
                    <a:lnT w="9360">
                      <a:solidFill>
                        <a:srgbClr val="D21034"/>
                      </a:solidFill>
                      <a:prstDash val="solid"/>
                    </a:lnT>
                    <a:lnB w="9360">
                      <a:solidFill>
                        <a:srgbClr val="000000"/>
                      </a:solidFill>
                      <a:prstDash val="solid"/>
                    </a:lnB>
                    <a:noFill/>
                  </a:tcPr>
                </a:tc>
                <a:tc>
                  <a:txBody>
                    <a:bodyPr/>
                    <a:lstStyle/>
                    <a:p>
                      <a:pPr algn="ctr">
                        <a:lnSpc>
                          <a:spcPct val="100000"/>
                        </a:lnSpc>
                        <a:tabLst>
                          <a:tab pos="0" algn="l"/>
                        </a:tabLst>
                      </a:pPr>
                      <a:r>
                        <a:rPr lang="en-US" sz="900" b="0" u="none" strike="noStrike">
                          <a:solidFill>
                            <a:srgbClr val="000000"/>
                          </a:solidFill>
                          <a:uFillTx/>
                          <a:latin typeface="Arial"/>
                          <a:ea typeface="Arial"/>
                        </a:rPr>
                        <a:t>80%</a:t>
                      </a:r>
                      <a:endParaRPr lang="en-US" sz="900" b="0" u="none" strike="noStrike">
                        <a:solidFill>
                          <a:srgbClr val="000000"/>
                        </a:solidFill>
                        <a:uFillTx/>
                        <a:latin typeface="Arial"/>
                      </a:endParaRPr>
                    </a:p>
                  </a:txBody>
                  <a:tcPr anchor="ctr">
                    <a:lnL w="9360">
                      <a:solidFill>
                        <a:srgbClr val="000000"/>
                      </a:solidFill>
                      <a:prstDash val="solid"/>
                    </a:lnL>
                    <a:lnR w="9360">
                      <a:solidFill>
                        <a:srgbClr val="000000"/>
                      </a:solidFill>
                      <a:prstDash val="solid"/>
                    </a:lnR>
                    <a:lnT w="9360">
                      <a:solidFill>
                        <a:srgbClr val="D21034"/>
                      </a:solidFill>
                      <a:prstDash val="solid"/>
                    </a:lnT>
                    <a:lnB w="9360">
                      <a:solidFill>
                        <a:srgbClr val="000000"/>
                      </a:solidFill>
                      <a:prstDash val="solid"/>
                    </a:lnB>
                    <a:noFill/>
                  </a:tcPr>
                </a:tc>
                <a:tc>
                  <a:txBody>
                    <a:bodyPr/>
                    <a:lstStyle/>
                    <a:p>
                      <a:pPr algn="ctr">
                        <a:lnSpc>
                          <a:spcPct val="100000"/>
                        </a:lnSpc>
                        <a:tabLst>
                          <a:tab pos="0" algn="l"/>
                        </a:tabLst>
                      </a:pPr>
                      <a:r>
                        <a:rPr lang="en-US" sz="900" b="0" u="none" strike="noStrike">
                          <a:solidFill>
                            <a:srgbClr val="000000"/>
                          </a:solidFill>
                          <a:uFillTx/>
                          <a:latin typeface="Arial"/>
                          <a:ea typeface="Arial"/>
                        </a:rPr>
                        <a:t>70%</a:t>
                      </a:r>
                      <a:endParaRPr lang="en-US" sz="900" b="0" u="none" strike="noStrike">
                        <a:solidFill>
                          <a:srgbClr val="000000"/>
                        </a:solidFill>
                        <a:uFillTx/>
                        <a:latin typeface="Arial"/>
                      </a:endParaRPr>
                    </a:p>
                  </a:txBody>
                  <a:tcPr anchor="ctr">
                    <a:lnL w="9360">
                      <a:solidFill>
                        <a:srgbClr val="000000"/>
                      </a:solidFill>
                      <a:prstDash val="solid"/>
                    </a:lnL>
                    <a:lnR w="9360">
                      <a:solidFill>
                        <a:srgbClr val="000000"/>
                      </a:solidFill>
                      <a:prstDash val="solid"/>
                    </a:lnR>
                    <a:lnT w="9360">
                      <a:solidFill>
                        <a:srgbClr val="D21034"/>
                      </a:solidFill>
                      <a:prstDash val="solid"/>
                    </a:lnT>
                    <a:lnB w="9360">
                      <a:solidFill>
                        <a:srgbClr val="000000"/>
                      </a:solidFill>
                      <a:prstDash val="solid"/>
                    </a:lnB>
                    <a:noFill/>
                  </a:tcPr>
                </a:tc>
                <a:extLst>
                  <a:ext uri="{0D108BD9-81ED-4DB2-BD59-A6C34878D82A}">
                    <a16:rowId xmlns:a16="http://schemas.microsoft.com/office/drawing/2014/main" val="10002"/>
                  </a:ext>
                </a:extLst>
              </a:tr>
              <a:tr h="348120">
                <a:tc rowSpan="7">
                  <a:txBody>
                    <a:bodyPr/>
                    <a:lstStyle/>
                    <a:p>
                      <a:pPr algn="ctr">
                        <a:lnSpc>
                          <a:spcPct val="100000"/>
                        </a:lnSpc>
                        <a:tabLst>
                          <a:tab pos="0" algn="l"/>
                        </a:tabLst>
                      </a:pPr>
                      <a:r>
                        <a:rPr lang="en-US" sz="900" b="1" u="none" strike="noStrike" dirty="0" err="1">
                          <a:solidFill>
                            <a:srgbClr val="000000"/>
                          </a:solidFill>
                          <a:uFillTx/>
                          <a:latin typeface="Arial"/>
                          <a:ea typeface="Arial"/>
                        </a:rPr>
                        <a:t>bhjgvfrtd</a:t>
                      </a:r>
                      <a:endParaRPr lang="en-US" sz="900" b="0" u="none" strike="noStrike" dirty="0">
                        <a:solidFill>
                          <a:srgbClr val="000000"/>
                        </a:solidFill>
                        <a:uFillTx/>
                        <a:latin typeface="Arial"/>
                      </a:endParaRPr>
                    </a:p>
                  </a:txBody>
                  <a:tcPr anchor="ctr">
                    <a:lnL w="9360">
                      <a:solidFill>
                        <a:srgbClr val="D21034"/>
                      </a:solidFill>
                      <a:prstDash val="solid"/>
                    </a:lnL>
                    <a:lnR w="9360">
                      <a:solidFill>
                        <a:srgbClr val="D21034"/>
                      </a:solidFill>
                      <a:prstDash val="solid"/>
                    </a:lnR>
                    <a:lnT w="9360">
                      <a:solidFill>
                        <a:srgbClr val="000000"/>
                      </a:solidFill>
                      <a:prstDash val="solid"/>
                    </a:lnT>
                    <a:lnB w="9360">
                      <a:solidFill>
                        <a:srgbClr val="D21034"/>
                      </a:solidFill>
                      <a:prstDash val="solid"/>
                    </a:lnB>
                    <a:noFill/>
                  </a:tcPr>
                </a:tc>
                <a:tc>
                  <a:txBody>
                    <a:bodyPr/>
                    <a:lstStyle/>
                    <a:p>
                      <a:pPr algn="ctr">
                        <a:lnSpc>
                          <a:spcPct val="100000"/>
                        </a:lnSpc>
                        <a:tabLst>
                          <a:tab pos="0" algn="l"/>
                        </a:tabLst>
                      </a:pPr>
                      <a:r>
                        <a:rPr lang="en-US" sz="900" b="0" u="none" strike="noStrike">
                          <a:solidFill>
                            <a:srgbClr val="000000"/>
                          </a:solidFill>
                          <a:uFillTx/>
                          <a:latin typeface="Arial"/>
                          <a:ea typeface="Arial"/>
                        </a:rPr>
                        <a:t>130%</a:t>
                      </a:r>
                      <a:endParaRPr lang="en-US" sz="900" b="0" u="none" strike="noStrike">
                        <a:solidFill>
                          <a:srgbClr val="000000"/>
                        </a:solidFill>
                        <a:uFillTx/>
                        <a:latin typeface="Arial"/>
                      </a:endParaRPr>
                    </a:p>
                  </a:txBody>
                  <a:tcPr anchor="ctr">
                    <a:lnL w="9360">
                      <a:solidFill>
                        <a:srgbClr val="D21034"/>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rowSpan="7">
                  <a:txBody>
                    <a:bodyPr/>
                    <a:lstStyle/>
                    <a:p>
                      <a:pPr algn="ctr">
                        <a:lnSpc>
                          <a:spcPct val="100000"/>
                        </a:lnSpc>
                        <a:tabLst>
                          <a:tab pos="0" algn="l"/>
                        </a:tabLst>
                      </a:pPr>
                      <a:endParaRPr lang="en-US" sz="900" b="0" u="none" strike="noStrike" dirty="0">
                        <a:solidFill>
                          <a:schemeClr val="tx1"/>
                        </a:solidFill>
                        <a:uFillTx/>
                        <a:latin typeface="Arial"/>
                      </a:endParaRPr>
                    </a:p>
                  </a:txBody>
                  <a:tcPr anchor="ctr">
                    <a:lnL w="9360" cap="flat" cmpd="sng" algn="ctr">
                      <a:solidFill>
                        <a:srgbClr val="000000"/>
                      </a:solidFill>
                      <a:prstDash val="solid"/>
                      <a:round/>
                      <a:headEnd type="none" w="med" len="med"/>
                      <a:tailEnd type="none" w="med" len="med"/>
                    </a:lnL>
                    <a:lnR w="9360">
                      <a:solidFill>
                        <a:srgbClr val="D21034"/>
                      </a:solidFill>
                      <a:prstDash val="solid"/>
                    </a:lnR>
                    <a:lnT w="9360" cap="flat" cmpd="sng" algn="ctr">
                      <a:solidFill>
                        <a:srgbClr val="000000"/>
                      </a:solidFill>
                      <a:prstDash val="solid"/>
                      <a:round/>
                      <a:headEnd type="none" w="med" len="med"/>
                      <a:tailEnd type="none" w="med" len="med"/>
                    </a:lnT>
                    <a:lnB w="9360" cap="flat" cmpd="sng" algn="ctr">
                      <a:solidFill>
                        <a:srgbClr val="D21034"/>
                      </a:solidFill>
                      <a:prstDash val="solid"/>
                      <a:round/>
                      <a:headEnd type="none" w="med" len="med"/>
                      <a:tailEnd type="none" w="med" len="me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cap="flat" cmpd="sng" algn="ctr">
                      <a:solidFill>
                        <a:srgbClr val="D21034"/>
                      </a:solidFill>
                      <a:prstDash val="solid"/>
                      <a:round/>
                      <a:headEnd type="none" w="med" len="med"/>
                      <a:tailEnd type="none" w="med" len="med"/>
                    </a:lnL>
                    <a:lnR w="9360">
                      <a:solidFill>
                        <a:srgbClr val="000000"/>
                      </a:solidFill>
                      <a:prstDash val="solid"/>
                    </a:lnR>
                    <a:lnT w="9360" cap="flat" cmpd="sng" algn="ctr">
                      <a:solidFill>
                        <a:srgbClr val="000000"/>
                      </a:solidFill>
                      <a:prstDash val="solid"/>
                      <a:round/>
                      <a:headEnd type="none" w="med" len="med"/>
                      <a:tailEnd type="none" w="med" len="med"/>
                    </a:lnT>
                    <a:lnB w="9360" cap="flat" cmpd="sng" algn="ctr">
                      <a:solidFill>
                        <a:srgbClr val="000000"/>
                      </a:solidFill>
                      <a:prstDash val="solid"/>
                      <a:round/>
                      <a:headEnd type="none" w="med" len="med"/>
                      <a:tailEnd type="none" w="med" len="me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extLst>
                  <a:ext uri="{0D108BD9-81ED-4DB2-BD59-A6C34878D82A}">
                    <a16:rowId xmlns:a16="http://schemas.microsoft.com/office/drawing/2014/main" val="10003"/>
                  </a:ext>
                </a:extLst>
              </a:tr>
              <a:tr h="348120">
                <a:tc vMerge="1">
                  <a:txBody>
                    <a:bodyPr/>
                    <a:lstStyle/>
                    <a:p>
                      <a:endParaRPr lang="en-US" sz="1800" b="0" u="none" strike="noStrike">
                        <a:solidFill>
                          <a:srgbClr val="000000"/>
                        </a:solidFill>
                        <a:uFillTx/>
                        <a:latin typeface="Arial"/>
                      </a:endParaRPr>
                    </a:p>
                  </a:txBody>
                  <a:tcPr marL="90000" marR="90000">
                    <a:lnL>
                      <a:noFill/>
                    </a:lnL>
                    <a:lnR>
                      <a:noFill/>
                    </a:lnR>
                    <a:lnT>
                      <a:noFill/>
                    </a:lnT>
                    <a:lnB>
                      <a:noFill/>
                    </a:lnB>
                    <a:solidFill>
                      <a:srgbClr val="729FCF"/>
                    </a:solidFill>
                  </a:tcPr>
                </a:tc>
                <a:tc>
                  <a:txBody>
                    <a:bodyPr/>
                    <a:lstStyle/>
                    <a:p>
                      <a:pPr algn="ctr">
                        <a:lnSpc>
                          <a:spcPct val="100000"/>
                        </a:lnSpc>
                        <a:tabLst>
                          <a:tab pos="0" algn="l"/>
                        </a:tabLst>
                      </a:pPr>
                      <a:r>
                        <a:rPr lang="en-US" sz="900" b="0" u="none" strike="noStrike">
                          <a:solidFill>
                            <a:srgbClr val="000000"/>
                          </a:solidFill>
                          <a:uFillTx/>
                          <a:latin typeface="Arial"/>
                          <a:ea typeface="Arial"/>
                        </a:rPr>
                        <a:t>120%</a:t>
                      </a:r>
                      <a:endParaRPr lang="en-US" sz="900" b="0" u="none" strike="noStrike">
                        <a:solidFill>
                          <a:srgbClr val="000000"/>
                        </a:solidFill>
                        <a:uFillTx/>
                        <a:latin typeface="Arial"/>
                      </a:endParaRPr>
                    </a:p>
                  </a:txBody>
                  <a:tcPr anchor="ctr">
                    <a:lnL w="9360">
                      <a:solidFill>
                        <a:srgbClr val="D21034"/>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vMerge="1">
                  <a:txBody>
                    <a:bodyPr/>
                    <a:lstStyle/>
                    <a:p>
                      <a:endParaRPr lang="en-US" sz="1800" b="0" u="none" strike="noStrike">
                        <a:solidFill>
                          <a:srgbClr val="000000"/>
                        </a:solidFill>
                        <a:uFillTx/>
                        <a:latin typeface="Arial"/>
                      </a:endParaRPr>
                    </a:p>
                  </a:txBody>
                  <a:tcPr marL="90000" marR="90000">
                    <a:lnL>
                      <a:noFill/>
                    </a:lnL>
                    <a:lnR>
                      <a:noFill/>
                    </a:lnR>
                    <a:lnT>
                      <a:noFill/>
                    </a:lnT>
                    <a:lnB>
                      <a:noFill/>
                    </a:lnB>
                    <a:solidFill>
                      <a:srgbClr val="729FCF"/>
                    </a:solid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D21034"/>
                      </a:solidFill>
                      <a:prstDash val="solid"/>
                    </a:lnL>
                    <a:lnR w="9360">
                      <a:solidFill>
                        <a:srgbClr val="000000"/>
                      </a:solidFill>
                      <a:prstDash val="solid"/>
                    </a:lnR>
                    <a:lnT w="9360" cap="flat" cmpd="sng" algn="ctr">
                      <a:solidFill>
                        <a:srgbClr val="000000"/>
                      </a:solidFill>
                      <a:prstDash val="solid"/>
                      <a:round/>
                      <a:headEnd type="none" w="med" len="med"/>
                      <a:tailEnd type="none" w="med" len="med"/>
                    </a:lnT>
                    <a:lnB w="9360" cap="flat" cmpd="sng" algn="ctr">
                      <a:solidFill>
                        <a:srgbClr val="000000"/>
                      </a:solidFill>
                      <a:prstDash val="solid"/>
                      <a:round/>
                      <a:headEnd type="none" w="med" len="med"/>
                      <a:tailEnd type="none" w="med" len="me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r>
                        <a:rPr lang="en-US" sz="900" b="0" u="none" strike="noStrike" dirty="0">
                          <a:solidFill>
                            <a:schemeClr val="tx1"/>
                          </a:solidFill>
                          <a:uFillTx/>
                          <a:latin typeface="Arial"/>
                        </a:rPr>
                        <a:t> </a:t>
                      </a:r>
                      <a:r>
                        <a:rPr lang="en-US" sz="900" b="0" u="none" strike="noStrike" dirty="0" err="1">
                          <a:solidFill>
                            <a:schemeClr val="tx1"/>
                          </a:solidFill>
                          <a:uFillTx/>
                          <a:latin typeface="Arial"/>
                        </a:rPr>
                        <a:t>vfcdtrfkuygjh</a:t>
                      </a:r>
                      <a:endParaRPr lang="en-US" sz="900" b="0" u="none" strike="noStrike" dirty="0">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extLst>
                  <a:ext uri="{0D108BD9-81ED-4DB2-BD59-A6C34878D82A}">
                    <a16:rowId xmlns:a16="http://schemas.microsoft.com/office/drawing/2014/main" val="10004"/>
                  </a:ext>
                </a:extLst>
              </a:tr>
              <a:tr h="348120">
                <a:tc vMerge="1">
                  <a:txBody>
                    <a:bodyPr/>
                    <a:lstStyle/>
                    <a:p>
                      <a:endParaRPr lang="en-US" sz="1800" b="0" u="none" strike="noStrike">
                        <a:solidFill>
                          <a:srgbClr val="000000"/>
                        </a:solidFill>
                        <a:uFillTx/>
                        <a:latin typeface="Arial"/>
                      </a:endParaRPr>
                    </a:p>
                  </a:txBody>
                  <a:tcPr marL="90000" marR="90000">
                    <a:lnL>
                      <a:noFill/>
                    </a:lnL>
                    <a:lnR>
                      <a:noFill/>
                    </a:lnR>
                    <a:lnT>
                      <a:noFill/>
                    </a:lnT>
                    <a:lnB>
                      <a:noFill/>
                    </a:lnB>
                    <a:solidFill>
                      <a:srgbClr val="729FCF"/>
                    </a:solidFill>
                  </a:tcPr>
                </a:tc>
                <a:tc>
                  <a:txBody>
                    <a:bodyPr/>
                    <a:lstStyle/>
                    <a:p>
                      <a:pPr algn="ctr">
                        <a:lnSpc>
                          <a:spcPct val="100000"/>
                        </a:lnSpc>
                        <a:tabLst>
                          <a:tab pos="0" algn="l"/>
                        </a:tabLst>
                      </a:pPr>
                      <a:r>
                        <a:rPr lang="en-US" sz="900" b="0" u="none" strike="noStrike">
                          <a:solidFill>
                            <a:srgbClr val="000000"/>
                          </a:solidFill>
                          <a:uFillTx/>
                          <a:latin typeface="Arial"/>
                          <a:ea typeface="Arial"/>
                        </a:rPr>
                        <a:t>110%</a:t>
                      </a:r>
                      <a:endParaRPr lang="en-US" sz="900" b="0" u="none" strike="noStrike">
                        <a:solidFill>
                          <a:srgbClr val="000000"/>
                        </a:solidFill>
                        <a:uFillTx/>
                        <a:latin typeface="Arial"/>
                      </a:endParaRPr>
                    </a:p>
                  </a:txBody>
                  <a:tcPr anchor="ctr">
                    <a:lnL w="9360">
                      <a:solidFill>
                        <a:srgbClr val="D21034"/>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vMerge="1">
                  <a:txBody>
                    <a:bodyPr/>
                    <a:lstStyle/>
                    <a:p>
                      <a:endParaRPr lang="en-US" sz="1800" b="0" u="none" strike="noStrike">
                        <a:solidFill>
                          <a:srgbClr val="000000"/>
                        </a:solidFill>
                        <a:uFillTx/>
                        <a:latin typeface="Arial"/>
                      </a:endParaRPr>
                    </a:p>
                  </a:txBody>
                  <a:tcPr marL="90000" marR="90000">
                    <a:lnL>
                      <a:noFill/>
                    </a:lnL>
                    <a:lnR>
                      <a:noFill/>
                    </a:lnR>
                    <a:lnT>
                      <a:noFill/>
                    </a:lnT>
                    <a:lnB>
                      <a:noFill/>
                    </a:lnB>
                    <a:solidFill>
                      <a:srgbClr val="729FCF"/>
                    </a:solid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D21034"/>
                      </a:solidFill>
                      <a:prstDash val="solid"/>
                    </a:lnL>
                    <a:lnR w="9360">
                      <a:solidFill>
                        <a:srgbClr val="000000"/>
                      </a:solidFill>
                      <a:prstDash val="solid"/>
                    </a:lnR>
                    <a:lnT w="9360" cap="flat" cmpd="sng" algn="ctr">
                      <a:solidFill>
                        <a:srgbClr val="000000"/>
                      </a:solidFill>
                      <a:prstDash val="solid"/>
                      <a:round/>
                      <a:headEnd type="none" w="med" len="med"/>
                      <a:tailEnd type="none" w="med" len="med"/>
                    </a:lnT>
                    <a:lnB w="9360" cap="flat" cmpd="sng" algn="ctr">
                      <a:solidFill>
                        <a:srgbClr val="000000"/>
                      </a:solidFill>
                      <a:prstDash val="solid"/>
                      <a:round/>
                      <a:headEnd type="none" w="med" len="med"/>
                      <a:tailEnd type="none" w="med" len="me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extLst>
                  <a:ext uri="{0D108BD9-81ED-4DB2-BD59-A6C34878D82A}">
                    <a16:rowId xmlns:a16="http://schemas.microsoft.com/office/drawing/2014/main" val="10005"/>
                  </a:ext>
                </a:extLst>
              </a:tr>
              <a:tr h="348120">
                <a:tc vMerge="1">
                  <a:txBody>
                    <a:bodyPr/>
                    <a:lstStyle/>
                    <a:p>
                      <a:endParaRPr lang="en-US" sz="1800" b="0" u="none" strike="noStrike">
                        <a:solidFill>
                          <a:srgbClr val="000000"/>
                        </a:solidFill>
                        <a:uFillTx/>
                        <a:latin typeface="Arial"/>
                      </a:endParaRPr>
                    </a:p>
                  </a:txBody>
                  <a:tcPr marL="90000" marR="90000">
                    <a:lnL>
                      <a:noFill/>
                    </a:lnL>
                    <a:lnR>
                      <a:noFill/>
                    </a:lnR>
                    <a:lnT>
                      <a:noFill/>
                    </a:lnT>
                    <a:lnB>
                      <a:noFill/>
                    </a:lnB>
                    <a:solidFill>
                      <a:srgbClr val="729FCF"/>
                    </a:solidFill>
                  </a:tcPr>
                </a:tc>
                <a:tc>
                  <a:txBody>
                    <a:bodyPr/>
                    <a:lstStyle/>
                    <a:p>
                      <a:pPr algn="ctr">
                        <a:lnSpc>
                          <a:spcPct val="100000"/>
                        </a:lnSpc>
                        <a:tabLst>
                          <a:tab pos="0" algn="l"/>
                        </a:tabLst>
                      </a:pPr>
                      <a:r>
                        <a:rPr lang="en-US" sz="900" b="0" u="none" strike="noStrike">
                          <a:solidFill>
                            <a:srgbClr val="000000"/>
                          </a:solidFill>
                          <a:uFillTx/>
                          <a:latin typeface="Arial"/>
                          <a:ea typeface="Arial"/>
                        </a:rPr>
                        <a:t>100%</a:t>
                      </a:r>
                      <a:endParaRPr lang="en-US" sz="900" b="0" u="none" strike="noStrike">
                        <a:solidFill>
                          <a:srgbClr val="000000"/>
                        </a:solidFill>
                        <a:uFillTx/>
                        <a:latin typeface="Arial"/>
                      </a:endParaRPr>
                    </a:p>
                  </a:txBody>
                  <a:tcPr anchor="ctr">
                    <a:lnL w="9360">
                      <a:solidFill>
                        <a:srgbClr val="D21034"/>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r>
                        <a:rPr lang="en-US" sz="900" b="0" u="none" strike="noStrike" dirty="0" err="1">
                          <a:solidFill>
                            <a:schemeClr val="tx1"/>
                          </a:solidFill>
                          <a:uFillTx/>
                          <a:latin typeface="Arial"/>
                        </a:rPr>
                        <a:t>vftiègoyuihl</a:t>
                      </a:r>
                      <a:endParaRPr lang="en-US" sz="900" b="0" u="none" strike="noStrike" dirty="0">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vMerge="1">
                  <a:txBody>
                    <a:bodyPr/>
                    <a:lstStyle/>
                    <a:p>
                      <a:endParaRPr lang="en-US" sz="1800" b="0" u="none" strike="noStrike">
                        <a:solidFill>
                          <a:srgbClr val="000000"/>
                        </a:solidFill>
                        <a:uFillTx/>
                        <a:latin typeface="Arial"/>
                      </a:endParaRPr>
                    </a:p>
                  </a:txBody>
                  <a:tcPr marL="90000" marR="90000">
                    <a:lnL>
                      <a:noFill/>
                    </a:lnL>
                    <a:lnR>
                      <a:noFill/>
                    </a:lnR>
                    <a:lnT>
                      <a:noFill/>
                    </a:lnT>
                    <a:lnB>
                      <a:noFill/>
                    </a:lnB>
                    <a:solidFill>
                      <a:srgbClr val="729FCF"/>
                    </a:solid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D21034"/>
                      </a:solidFill>
                      <a:prstDash val="solid"/>
                    </a:lnL>
                    <a:lnR w="9360">
                      <a:solidFill>
                        <a:srgbClr val="000000"/>
                      </a:solidFill>
                      <a:prstDash val="solid"/>
                    </a:lnR>
                    <a:lnT w="9360" cap="flat" cmpd="sng" algn="ctr">
                      <a:solidFill>
                        <a:srgbClr val="000000"/>
                      </a:solidFill>
                      <a:prstDash val="solid"/>
                      <a:round/>
                      <a:headEnd type="none" w="med" len="med"/>
                      <a:tailEnd type="none" w="med" len="med"/>
                    </a:lnT>
                    <a:lnB w="9360" cap="flat" cmpd="sng" algn="ctr">
                      <a:solidFill>
                        <a:srgbClr val="000000"/>
                      </a:solidFill>
                      <a:prstDash val="solid"/>
                      <a:round/>
                      <a:headEnd type="none" w="med" len="med"/>
                      <a:tailEnd type="none" w="med" len="me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extLst>
                  <a:ext uri="{0D108BD9-81ED-4DB2-BD59-A6C34878D82A}">
                    <a16:rowId xmlns:a16="http://schemas.microsoft.com/office/drawing/2014/main" val="10006"/>
                  </a:ext>
                </a:extLst>
              </a:tr>
              <a:tr h="348120">
                <a:tc vMerge="1">
                  <a:txBody>
                    <a:bodyPr/>
                    <a:lstStyle/>
                    <a:p>
                      <a:endParaRPr lang="en-US" sz="1800" b="0" u="none" strike="noStrike">
                        <a:solidFill>
                          <a:srgbClr val="000000"/>
                        </a:solidFill>
                        <a:uFillTx/>
                        <a:latin typeface="Arial"/>
                      </a:endParaRPr>
                    </a:p>
                  </a:txBody>
                  <a:tcPr marL="90000" marR="90000">
                    <a:lnL>
                      <a:noFill/>
                    </a:lnL>
                    <a:lnR>
                      <a:noFill/>
                    </a:lnR>
                    <a:lnT>
                      <a:noFill/>
                    </a:lnT>
                    <a:lnB>
                      <a:noFill/>
                    </a:lnB>
                    <a:solidFill>
                      <a:srgbClr val="729FCF"/>
                    </a:solidFill>
                  </a:tcPr>
                </a:tc>
                <a:tc>
                  <a:txBody>
                    <a:bodyPr/>
                    <a:lstStyle/>
                    <a:p>
                      <a:pPr algn="ctr">
                        <a:lnSpc>
                          <a:spcPct val="100000"/>
                        </a:lnSpc>
                        <a:tabLst>
                          <a:tab pos="0" algn="l"/>
                        </a:tabLst>
                      </a:pPr>
                      <a:r>
                        <a:rPr lang="en-US" sz="900" b="0" u="none" strike="noStrike">
                          <a:solidFill>
                            <a:srgbClr val="000000"/>
                          </a:solidFill>
                          <a:uFillTx/>
                          <a:latin typeface="Arial"/>
                          <a:ea typeface="Arial"/>
                        </a:rPr>
                        <a:t>90%</a:t>
                      </a:r>
                      <a:endParaRPr lang="en-US" sz="900" b="0" u="none" strike="noStrike">
                        <a:solidFill>
                          <a:srgbClr val="000000"/>
                        </a:solidFill>
                        <a:uFillTx/>
                        <a:latin typeface="Arial"/>
                      </a:endParaRPr>
                    </a:p>
                  </a:txBody>
                  <a:tcPr anchor="ctr">
                    <a:lnL w="9360">
                      <a:solidFill>
                        <a:srgbClr val="D21034"/>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vMerge="1">
                  <a:txBody>
                    <a:bodyPr/>
                    <a:lstStyle/>
                    <a:p>
                      <a:endParaRPr lang="en-US" sz="1800" b="0" u="none" strike="noStrike">
                        <a:solidFill>
                          <a:srgbClr val="000000"/>
                        </a:solidFill>
                        <a:uFillTx/>
                        <a:latin typeface="Arial"/>
                      </a:endParaRPr>
                    </a:p>
                  </a:txBody>
                  <a:tcPr marL="90000" marR="90000">
                    <a:lnL>
                      <a:noFill/>
                    </a:lnL>
                    <a:lnR>
                      <a:noFill/>
                    </a:lnR>
                    <a:lnT>
                      <a:noFill/>
                    </a:lnT>
                    <a:lnB>
                      <a:noFill/>
                    </a:lnB>
                    <a:solidFill>
                      <a:srgbClr val="729FCF"/>
                    </a:solid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D21034"/>
                      </a:solidFill>
                      <a:prstDash val="solid"/>
                    </a:lnL>
                    <a:lnR w="9360">
                      <a:solidFill>
                        <a:srgbClr val="000000"/>
                      </a:solidFill>
                      <a:prstDash val="solid"/>
                    </a:lnR>
                    <a:lnT w="9360" cap="flat" cmpd="sng" algn="ctr">
                      <a:solidFill>
                        <a:srgbClr val="000000"/>
                      </a:solidFill>
                      <a:prstDash val="solid"/>
                      <a:round/>
                      <a:headEnd type="none" w="med" len="med"/>
                      <a:tailEnd type="none" w="med" len="med"/>
                    </a:lnT>
                    <a:lnB w="9360" cap="flat" cmpd="sng" algn="ctr">
                      <a:solidFill>
                        <a:srgbClr val="000000"/>
                      </a:solidFill>
                      <a:prstDash val="solid"/>
                      <a:round/>
                      <a:headEnd type="none" w="med" len="med"/>
                      <a:tailEnd type="none" w="med" len="me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extLst>
                  <a:ext uri="{0D108BD9-81ED-4DB2-BD59-A6C34878D82A}">
                    <a16:rowId xmlns:a16="http://schemas.microsoft.com/office/drawing/2014/main" val="10007"/>
                  </a:ext>
                </a:extLst>
              </a:tr>
              <a:tr h="348120">
                <a:tc vMerge="1">
                  <a:txBody>
                    <a:bodyPr/>
                    <a:lstStyle/>
                    <a:p>
                      <a:endParaRPr lang="en-US" sz="1800" b="0" u="none" strike="noStrike">
                        <a:solidFill>
                          <a:srgbClr val="000000"/>
                        </a:solidFill>
                        <a:uFillTx/>
                        <a:latin typeface="Arial"/>
                      </a:endParaRPr>
                    </a:p>
                  </a:txBody>
                  <a:tcPr marL="90000" marR="90000">
                    <a:lnL>
                      <a:noFill/>
                    </a:lnL>
                    <a:lnR>
                      <a:noFill/>
                    </a:lnR>
                    <a:lnT>
                      <a:noFill/>
                    </a:lnT>
                    <a:lnB>
                      <a:noFill/>
                    </a:lnB>
                    <a:solidFill>
                      <a:srgbClr val="729FCF"/>
                    </a:solidFill>
                  </a:tcPr>
                </a:tc>
                <a:tc>
                  <a:txBody>
                    <a:bodyPr/>
                    <a:lstStyle/>
                    <a:p>
                      <a:pPr algn="ctr">
                        <a:lnSpc>
                          <a:spcPct val="100000"/>
                        </a:lnSpc>
                        <a:tabLst>
                          <a:tab pos="0" algn="l"/>
                        </a:tabLst>
                      </a:pPr>
                      <a:r>
                        <a:rPr lang="en-US" sz="900" b="0" u="none" strike="noStrike">
                          <a:solidFill>
                            <a:srgbClr val="000000"/>
                          </a:solidFill>
                          <a:uFillTx/>
                          <a:latin typeface="Arial"/>
                          <a:ea typeface="Arial"/>
                        </a:rPr>
                        <a:t>80%</a:t>
                      </a:r>
                      <a:endParaRPr lang="en-US" sz="900" b="0" u="none" strike="noStrike">
                        <a:solidFill>
                          <a:srgbClr val="000000"/>
                        </a:solidFill>
                        <a:uFillTx/>
                        <a:latin typeface="Arial"/>
                      </a:endParaRPr>
                    </a:p>
                  </a:txBody>
                  <a:tcPr anchor="ctr">
                    <a:lnL w="9360">
                      <a:solidFill>
                        <a:srgbClr val="D21034"/>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vMerge="1">
                  <a:txBody>
                    <a:bodyPr/>
                    <a:lstStyle/>
                    <a:p>
                      <a:endParaRPr lang="en-US" sz="1800" b="0" u="none" strike="noStrike">
                        <a:solidFill>
                          <a:srgbClr val="000000"/>
                        </a:solidFill>
                        <a:uFillTx/>
                        <a:latin typeface="Arial"/>
                      </a:endParaRPr>
                    </a:p>
                  </a:txBody>
                  <a:tcPr marL="90000" marR="90000">
                    <a:lnL>
                      <a:noFill/>
                    </a:lnL>
                    <a:lnR>
                      <a:noFill/>
                    </a:lnR>
                    <a:lnT>
                      <a:noFill/>
                    </a:lnT>
                    <a:lnB>
                      <a:noFill/>
                    </a:lnB>
                    <a:solidFill>
                      <a:srgbClr val="729FCF"/>
                    </a:solid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D21034"/>
                      </a:solidFill>
                      <a:prstDash val="solid"/>
                    </a:lnL>
                    <a:lnR w="9360">
                      <a:solidFill>
                        <a:srgbClr val="000000"/>
                      </a:solidFill>
                      <a:prstDash val="solid"/>
                    </a:lnR>
                    <a:lnT w="9360" cap="flat" cmpd="sng" algn="ctr">
                      <a:solidFill>
                        <a:srgbClr val="000000"/>
                      </a:solidFill>
                      <a:prstDash val="solid"/>
                      <a:round/>
                      <a:headEnd type="none" w="med" len="med"/>
                      <a:tailEnd type="none" w="med" len="med"/>
                    </a:lnT>
                    <a:lnB w="9360" cap="flat" cmpd="sng" algn="ctr">
                      <a:solidFill>
                        <a:srgbClr val="000000"/>
                      </a:solidFill>
                      <a:prstDash val="solid"/>
                      <a:round/>
                      <a:headEnd type="none" w="med" len="med"/>
                      <a:tailEnd type="none" w="med" len="me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extLst>
                  <a:ext uri="{0D108BD9-81ED-4DB2-BD59-A6C34878D82A}">
                    <a16:rowId xmlns:a16="http://schemas.microsoft.com/office/drawing/2014/main" val="10008"/>
                  </a:ext>
                </a:extLst>
              </a:tr>
              <a:tr h="348120">
                <a:tc vMerge="1">
                  <a:txBody>
                    <a:bodyPr/>
                    <a:lstStyle/>
                    <a:p>
                      <a:endParaRPr lang="en-US" sz="1800" b="0" u="none" strike="noStrike">
                        <a:solidFill>
                          <a:srgbClr val="000000"/>
                        </a:solidFill>
                        <a:uFillTx/>
                        <a:latin typeface="Arial"/>
                      </a:endParaRPr>
                    </a:p>
                  </a:txBody>
                  <a:tcPr marL="90000" marR="90000">
                    <a:lnL>
                      <a:noFill/>
                    </a:lnL>
                    <a:lnR>
                      <a:noFill/>
                    </a:lnR>
                    <a:lnT>
                      <a:noFill/>
                    </a:lnT>
                    <a:lnB>
                      <a:noFill/>
                    </a:lnB>
                    <a:solidFill>
                      <a:srgbClr val="729FCF"/>
                    </a:solidFill>
                  </a:tcPr>
                </a:tc>
                <a:tc>
                  <a:txBody>
                    <a:bodyPr/>
                    <a:lstStyle/>
                    <a:p>
                      <a:pPr algn="ctr">
                        <a:lnSpc>
                          <a:spcPct val="100000"/>
                        </a:lnSpc>
                        <a:tabLst>
                          <a:tab pos="0" algn="l"/>
                        </a:tabLst>
                      </a:pPr>
                      <a:r>
                        <a:rPr lang="en-US" sz="900" b="0" u="none" strike="noStrike">
                          <a:solidFill>
                            <a:srgbClr val="000000"/>
                          </a:solidFill>
                          <a:uFillTx/>
                          <a:latin typeface="Arial"/>
                          <a:ea typeface="Arial"/>
                        </a:rPr>
                        <a:t>70%</a:t>
                      </a:r>
                      <a:endParaRPr lang="en-US" sz="900" b="0" u="none" strike="noStrike">
                        <a:solidFill>
                          <a:srgbClr val="000000"/>
                        </a:solidFill>
                        <a:uFillTx/>
                        <a:latin typeface="Arial"/>
                      </a:endParaRPr>
                    </a:p>
                  </a:txBody>
                  <a:tcPr anchor="ctr">
                    <a:lnL w="9360">
                      <a:solidFill>
                        <a:srgbClr val="D21034"/>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vMerge="1">
                  <a:txBody>
                    <a:bodyPr/>
                    <a:lstStyle/>
                    <a:p>
                      <a:endParaRPr lang="en-US" sz="1800" b="0" u="none" strike="noStrike">
                        <a:solidFill>
                          <a:srgbClr val="000000"/>
                        </a:solidFill>
                        <a:uFillTx/>
                        <a:latin typeface="Arial"/>
                      </a:endParaRPr>
                    </a:p>
                  </a:txBody>
                  <a:tcPr marL="90000" marR="90000">
                    <a:lnL>
                      <a:noFill/>
                    </a:lnL>
                    <a:lnR>
                      <a:noFill/>
                    </a:lnR>
                    <a:lnT>
                      <a:noFill/>
                    </a:lnT>
                    <a:lnB>
                      <a:noFill/>
                    </a:lnB>
                    <a:solidFill>
                      <a:srgbClr val="729FCF"/>
                    </a:solid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D21034"/>
                      </a:solidFill>
                      <a:prstDash val="solid"/>
                    </a:lnL>
                    <a:lnR w="9360">
                      <a:solidFill>
                        <a:srgbClr val="000000"/>
                      </a:solidFill>
                      <a:prstDash val="solid"/>
                    </a:lnR>
                    <a:lnT w="9360" cap="flat" cmpd="sng" algn="ctr">
                      <a:solidFill>
                        <a:srgbClr val="000000"/>
                      </a:solidFill>
                      <a:prstDash val="solid"/>
                      <a:round/>
                      <a:headEnd type="none" w="med" len="med"/>
                      <a:tailEnd type="none" w="med" len="med"/>
                    </a:lnT>
                    <a:lnB w="9360" cap="flat" cmpd="sng" algn="ctr">
                      <a:solidFill>
                        <a:srgbClr val="000000"/>
                      </a:solidFill>
                      <a:prstDash val="solid"/>
                      <a:round/>
                      <a:headEnd type="none" w="med" len="med"/>
                      <a:tailEnd type="none" w="med" len="me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extLst>
                  <a:ext uri="{0D108BD9-81ED-4DB2-BD59-A6C34878D82A}">
                    <a16:rowId xmlns:a16="http://schemas.microsoft.com/office/drawing/2014/main" val="10009"/>
                  </a:ext>
                </a:extLst>
              </a:tr>
              <a:tr h="219960">
                <a:tc>
                  <a:txBody>
                    <a:bodyPr/>
                    <a:lstStyle/>
                    <a:p>
                      <a:endParaRPr lang="en-US" sz="900" b="0" u="none" strike="noStrike">
                        <a:solidFill>
                          <a:srgbClr val="000000"/>
                        </a:solidFill>
                        <a:uFillTx/>
                        <a:latin typeface="Arial"/>
                      </a:endParaRPr>
                    </a:p>
                  </a:txBody>
                  <a:tcPr anchor="ctr">
                    <a:lnL w="9360">
                      <a:solidFill>
                        <a:srgbClr val="000000"/>
                      </a:solidFill>
                      <a:prstDash val="solid"/>
                    </a:lnL>
                    <a:lnR w="9360">
                      <a:solidFill>
                        <a:srgbClr val="000000"/>
                      </a:solidFill>
                      <a:prstDash val="solid"/>
                    </a:lnR>
                    <a:lnT w="9360">
                      <a:solidFill>
                        <a:srgbClr val="D21034"/>
                      </a:solidFill>
                      <a:prstDash val="solid"/>
                    </a:lnT>
                    <a:lnB w="9360">
                      <a:solidFill>
                        <a:srgbClr val="000000"/>
                      </a:solidFill>
                      <a:prstDash val="solid"/>
                    </a:lnB>
                    <a:noFill/>
                  </a:tcPr>
                </a:tc>
                <a:tc>
                  <a:txBody>
                    <a:bodyPr/>
                    <a:lstStyle/>
                    <a:p>
                      <a:endParaRPr lang="en-US" sz="900" b="0" u="none" strike="noStrike">
                        <a:solidFill>
                          <a:srgbClr val="000000"/>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endParaRPr lang="en-US" sz="900" b="0" u="none" strike="noStrike" dirty="0">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endParaRPr lang="en-US" sz="900" b="0" u="none" strike="noStrike" dirty="0">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endParaRPr lang="en-US" sz="900" b="0" u="none" strike="noStrike">
                        <a:solidFill>
                          <a:schemeClr val="tx1"/>
                        </a:solidFill>
                        <a:uFillTx/>
                        <a:latin typeface="Arial"/>
                      </a:endParaRPr>
                    </a:p>
                  </a:txBody>
                  <a:tcPr anchor="ctr">
                    <a:lnL w="9360" cap="flat" cmpd="sng" algn="ctr">
                      <a:solidFill>
                        <a:srgbClr val="000000"/>
                      </a:solidFill>
                      <a:prstDash val="solid"/>
                      <a:round/>
                      <a:headEnd type="none" w="med" len="med"/>
                      <a:tailEnd type="none" w="med" len="med"/>
                    </a:lnL>
                    <a:lnR w="9360">
                      <a:solidFill>
                        <a:srgbClr val="000000"/>
                      </a:solidFill>
                      <a:prstDash val="solid"/>
                    </a:lnR>
                    <a:lnT w="9360" cap="flat" cmpd="sng" algn="ctr">
                      <a:solidFill>
                        <a:srgbClr val="D21034"/>
                      </a:solidFill>
                      <a:prstDash val="solid"/>
                      <a:round/>
                      <a:headEnd type="none" w="med" len="med"/>
                      <a:tailEnd type="none" w="med" len="med"/>
                    </a:lnT>
                    <a:lnB w="9360" cap="flat" cmpd="sng" algn="ctr">
                      <a:solidFill>
                        <a:srgbClr val="000000"/>
                      </a:solidFill>
                      <a:prstDash val="solid"/>
                      <a:round/>
                      <a:headEnd type="none" w="med" len="med"/>
                      <a:tailEnd type="none" w="med" len="med"/>
                    </a:lnB>
                    <a:noFill/>
                  </a:tcPr>
                </a:tc>
                <a:tc>
                  <a:txBody>
                    <a:bodyPr/>
                    <a:lstStyle/>
                    <a:p>
                      <a:endParaRPr lang="en-US" sz="900" b="0" u="none" strike="noStrike" dirty="0">
                        <a:solidFill>
                          <a:schemeClr val="tx1"/>
                        </a:solidFill>
                        <a:uFillTx/>
                        <a:latin typeface="Arial"/>
                      </a:endParaRPr>
                    </a:p>
                  </a:txBody>
                  <a:tcPr anchor="ctr">
                    <a:lnL w="9360" cap="flat" cmpd="sng" algn="ctr">
                      <a:solidFill>
                        <a:srgbClr val="000000"/>
                      </a:solidFill>
                      <a:prstDash val="solid"/>
                      <a:round/>
                      <a:headEnd type="none" w="med" len="med"/>
                      <a:tailEnd type="none" w="med" len="med"/>
                    </a:lnL>
                    <a:lnR w="9360">
                      <a:solidFill>
                        <a:srgbClr val="000000"/>
                      </a:solidFill>
                      <a:prstDash val="solid"/>
                    </a:lnR>
                    <a:lnT w="9360" cap="flat" cmpd="sng" algn="ctr">
                      <a:solidFill>
                        <a:srgbClr val="000000"/>
                      </a:solidFill>
                      <a:prstDash val="solid"/>
                      <a:round/>
                      <a:headEnd type="none" w="med" len="med"/>
                      <a:tailEnd type="none" w="med" len="med"/>
                    </a:lnT>
                    <a:lnB w="9360" cap="flat" cmpd="sng" algn="ctr">
                      <a:solidFill>
                        <a:srgbClr val="000000"/>
                      </a:solidFill>
                      <a:prstDash val="solid"/>
                      <a:round/>
                      <a:headEnd type="none" w="med" len="med"/>
                      <a:tailEnd type="none" w="med" len="med"/>
                    </a:lnB>
                    <a:noFill/>
                  </a:tcPr>
                </a:tc>
                <a:tc>
                  <a:txBody>
                    <a:bodyPr/>
                    <a:lstStyle/>
                    <a:p>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extLst>
                  <a:ext uri="{0D108BD9-81ED-4DB2-BD59-A6C34878D82A}">
                    <a16:rowId xmlns:a16="http://schemas.microsoft.com/office/drawing/2014/main" val="10010"/>
                  </a:ext>
                </a:extLst>
              </a:tr>
              <a:tr h="219960">
                <a:tc gridSpan="2">
                  <a:txBody>
                    <a:bodyPr/>
                    <a:lstStyle/>
                    <a:p>
                      <a:pPr>
                        <a:lnSpc>
                          <a:spcPct val="100000"/>
                        </a:lnSpc>
                        <a:tabLst>
                          <a:tab pos="0" algn="l"/>
                        </a:tabLst>
                      </a:pPr>
                      <a:r>
                        <a:rPr lang="en-US" sz="900" b="1" u="none" strike="noStrike" dirty="0" err="1">
                          <a:solidFill>
                            <a:srgbClr val="000000"/>
                          </a:solidFill>
                          <a:uFillTx/>
                          <a:latin typeface="Arial"/>
                          <a:ea typeface="Arial"/>
                        </a:rPr>
                        <a:t>vgtfuyihijkn</a:t>
                      </a:r>
                      <a:endParaRPr lang="en-US" sz="900" b="0" u="none" strike="noStrike" dirty="0">
                        <a:solidFill>
                          <a:srgbClr val="000000"/>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D21034"/>
                      </a:solidFill>
                      <a:prstDash val="solid"/>
                    </a:lnB>
                    <a:noFill/>
                  </a:tcPr>
                </a:tc>
                <a:tc hMerge="1">
                  <a:txBody>
                    <a:bodyPr/>
                    <a:lstStyle/>
                    <a:p>
                      <a:endParaRPr lang="en-US" sz="1800" b="0" u="none" strike="noStrike">
                        <a:solidFill>
                          <a:srgbClr val="000000"/>
                        </a:solidFill>
                        <a:uFillTx/>
                        <a:latin typeface="Arial"/>
                      </a:endParaRPr>
                    </a:p>
                  </a:txBody>
                  <a:tcPr marL="90000" marR="90000">
                    <a:lnL>
                      <a:noFill/>
                    </a:lnL>
                    <a:lnR>
                      <a:noFill/>
                    </a:lnR>
                    <a:lnT>
                      <a:noFill/>
                    </a:lnT>
                    <a:lnB>
                      <a:noFill/>
                    </a:lnB>
                    <a:solidFill>
                      <a:srgbClr val="729FCF"/>
                    </a:solidFill>
                  </a:tcPr>
                </a:tc>
                <a:tc>
                  <a:txBody>
                    <a:bodyPr/>
                    <a:lstStyle/>
                    <a:p>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D21034"/>
                      </a:solidFill>
                      <a:prstDash val="solid"/>
                    </a:lnB>
                    <a:noFill/>
                  </a:tcPr>
                </a:tc>
                <a:tc>
                  <a:txBody>
                    <a:bodyPr/>
                    <a:lstStyle/>
                    <a:p>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D21034"/>
                      </a:solidFill>
                      <a:prstDash val="solid"/>
                    </a:lnB>
                    <a:noFill/>
                  </a:tcPr>
                </a:tc>
                <a:tc>
                  <a:txBody>
                    <a:bodyPr/>
                    <a:lstStyle/>
                    <a:p>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D21034"/>
                      </a:solidFill>
                      <a:prstDash val="solid"/>
                    </a:lnB>
                    <a:noFill/>
                  </a:tcPr>
                </a:tc>
                <a:tc>
                  <a:txBody>
                    <a:bodyPr/>
                    <a:lstStyle/>
                    <a:p>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D21034"/>
                      </a:solidFill>
                      <a:prstDash val="solid"/>
                    </a:lnB>
                    <a:noFill/>
                  </a:tcPr>
                </a:tc>
                <a:tc>
                  <a:txBody>
                    <a:bodyPr/>
                    <a:lstStyle/>
                    <a:p>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D21034"/>
                      </a:solidFill>
                      <a:prstDash val="solid"/>
                    </a:lnB>
                    <a:noFill/>
                  </a:tcPr>
                </a:tc>
                <a:tc>
                  <a:txBody>
                    <a:bodyPr/>
                    <a:lstStyle/>
                    <a:p>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D21034"/>
                      </a:solidFill>
                      <a:prstDash val="solid"/>
                    </a:lnB>
                    <a:noFill/>
                  </a:tcPr>
                </a:tc>
                <a:tc>
                  <a:txBody>
                    <a:bodyPr/>
                    <a:lstStyle/>
                    <a:p>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D21034"/>
                      </a:solidFill>
                      <a:prstDash val="solid"/>
                    </a:lnB>
                    <a:noFill/>
                  </a:tcPr>
                </a:tc>
                <a:tc gridSpan="2">
                  <a:txBody>
                    <a:bodyPr/>
                    <a:lstStyle/>
                    <a:p>
                      <a:pPr>
                        <a:lnSpc>
                          <a:spcPct val="100000"/>
                        </a:lnSpc>
                        <a:tabLst>
                          <a:tab pos="0" algn="l"/>
                        </a:tabLst>
                      </a:pPr>
                      <a:endParaRPr lang="en-US" sz="900" b="0" u="none" strike="noStrike" dirty="0">
                        <a:solidFill>
                          <a:schemeClr val="tx1"/>
                        </a:solidFill>
                        <a:uFillTx/>
                        <a:latin typeface="Arial"/>
                      </a:endParaRPr>
                    </a:p>
                  </a:txBody>
                  <a:tcPr anchor="ctr">
                    <a:lnL w="9360" cap="flat" cmpd="sng" algn="ctr">
                      <a:solidFill>
                        <a:srgbClr val="000000"/>
                      </a:solidFill>
                      <a:prstDash val="solid"/>
                      <a:round/>
                      <a:headEnd type="none" w="med" len="med"/>
                      <a:tailEnd type="none" w="med" len="med"/>
                    </a:lnL>
                    <a:lnR w="9360">
                      <a:solidFill>
                        <a:srgbClr val="000000"/>
                      </a:solidFill>
                      <a:prstDash val="solid"/>
                    </a:lnR>
                    <a:lnT w="9360" cap="flat" cmpd="sng" algn="ctr">
                      <a:solidFill>
                        <a:srgbClr val="000000"/>
                      </a:solidFill>
                      <a:prstDash val="solid"/>
                      <a:round/>
                      <a:headEnd type="none" w="med" len="med"/>
                      <a:tailEnd type="none" w="med" len="med"/>
                    </a:lnT>
                    <a:lnB w="9360" cap="flat" cmpd="sng" algn="ctr">
                      <a:solidFill>
                        <a:srgbClr val="D21034"/>
                      </a:solidFill>
                      <a:prstDash val="solid"/>
                      <a:round/>
                      <a:headEnd type="none" w="med" len="med"/>
                      <a:tailEnd type="none" w="med" len="med"/>
                    </a:lnB>
                    <a:noFill/>
                  </a:tcPr>
                </a:tc>
                <a:tc hMerge="1">
                  <a:txBody>
                    <a:bodyPr/>
                    <a:lstStyle/>
                    <a:p>
                      <a:endParaRPr lang="en-US" sz="1800" b="0" u="none" strike="noStrike">
                        <a:solidFill>
                          <a:srgbClr val="000000"/>
                        </a:solidFill>
                        <a:uFillTx/>
                        <a:latin typeface="Arial"/>
                      </a:endParaRPr>
                    </a:p>
                  </a:txBody>
                  <a:tcPr marL="90000" marR="90000">
                    <a:lnL w="9360" cap="flat" cmpd="sng" algn="ctr">
                      <a:solidFill>
                        <a:srgbClr val="000000"/>
                      </a:solidFill>
                      <a:prstDash val="solid"/>
                      <a:round/>
                      <a:headEnd type="none" w="med" len="med"/>
                      <a:tailEnd type="none" w="med" len="med"/>
                    </a:lnL>
                    <a:lnR>
                      <a:noFill/>
                    </a:lnR>
                    <a:lnT w="9360" cap="flat" cmpd="sng" algn="ctr">
                      <a:solidFill>
                        <a:srgbClr val="000000"/>
                      </a:solidFill>
                      <a:prstDash val="solid"/>
                      <a:round/>
                      <a:headEnd type="none" w="med" len="med"/>
                      <a:tailEnd type="none" w="med" len="med"/>
                    </a:lnT>
                    <a:lnB>
                      <a:noFill/>
                    </a:lnB>
                    <a:solidFill>
                      <a:srgbClr val="729FCF"/>
                    </a:solidFill>
                  </a:tcPr>
                </a:tc>
                <a:tc>
                  <a:txBody>
                    <a:bodyPr/>
                    <a:lstStyle/>
                    <a:p>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D21034"/>
                      </a:solidFill>
                      <a:prstDash val="solid"/>
                    </a:lnB>
                    <a:noFill/>
                  </a:tcPr>
                </a:tc>
                <a:tc>
                  <a:txBody>
                    <a:bodyPr/>
                    <a:lstStyle/>
                    <a:p>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D21034"/>
                      </a:solidFill>
                      <a:prstDash val="solid"/>
                    </a:lnB>
                    <a:noFill/>
                  </a:tcPr>
                </a:tc>
                <a:tc>
                  <a:txBody>
                    <a:bodyPr/>
                    <a:lstStyle/>
                    <a:p>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D21034"/>
                      </a:solidFill>
                      <a:prstDash val="solid"/>
                    </a:lnB>
                    <a:noFill/>
                  </a:tcPr>
                </a:tc>
                <a:tc>
                  <a:txBody>
                    <a:bodyPr/>
                    <a:lstStyle/>
                    <a:p>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D21034"/>
                      </a:solidFill>
                      <a:prstDash val="solid"/>
                    </a:lnB>
                    <a:noFill/>
                  </a:tcPr>
                </a:tc>
                <a:tc>
                  <a:txBody>
                    <a:bodyPr/>
                    <a:lstStyle/>
                    <a:p>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D21034"/>
                      </a:solidFill>
                      <a:prstDash val="solid"/>
                    </a:lnB>
                    <a:noFill/>
                  </a:tcPr>
                </a:tc>
                <a:tc>
                  <a:txBody>
                    <a:bodyPr/>
                    <a:lstStyle/>
                    <a:p>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D21034"/>
                      </a:solidFill>
                      <a:prstDash val="solid"/>
                    </a:lnB>
                    <a:noFill/>
                  </a:tcPr>
                </a:tc>
                <a:tc>
                  <a:txBody>
                    <a:bodyPr/>
                    <a:lstStyle/>
                    <a:p>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D21034"/>
                      </a:solidFill>
                      <a:prstDash val="solid"/>
                    </a:lnB>
                    <a:noFill/>
                  </a:tcPr>
                </a:tc>
                <a:extLst>
                  <a:ext uri="{0D108BD9-81ED-4DB2-BD59-A6C34878D82A}">
                    <a16:rowId xmlns:a16="http://schemas.microsoft.com/office/drawing/2014/main" val="10011"/>
                  </a:ext>
                </a:extLst>
              </a:tr>
              <a:tr h="219960">
                <a:tc>
                  <a:txBody>
                    <a:bodyPr/>
                    <a:lstStyle/>
                    <a:p>
                      <a:pPr>
                        <a:lnSpc>
                          <a:spcPct val="100000"/>
                        </a:lnSpc>
                        <a:tabLst>
                          <a:tab pos="0" algn="l"/>
                        </a:tabLst>
                      </a:pPr>
                      <a:r>
                        <a:rPr lang="en-US" sz="900" b="0" u="none" strike="noStrike">
                          <a:solidFill>
                            <a:srgbClr val="000000"/>
                          </a:solidFill>
                          <a:uFillTx/>
                          <a:latin typeface="Arial"/>
                          <a:ea typeface="Arial"/>
                        </a:rPr>
                        <a:t> </a:t>
                      </a:r>
                      <a:endParaRPr lang="en-US" sz="900" b="0" u="none" strike="noStrike">
                        <a:solidFill>
                          <a:srgbClr val="000000"/>
                        </a:solidFill>
                        <a:uFillTx/>
                        <a:latin typeface="Arial"/>
                      </a:endParaRPr>
                    </a:p>
                  </a:txBody>
                  <a:tcPr anchor="ctr">
                    <a:lnL w="9360">
                      <a:solidFill>
                        <a:srgbClr val="D21034"/>
                      </a:solidFill>
                      <a:prstDash val="solid"/>
                    </a:lnL>
                    <a:lnR w="9360">
                      <a:solidFill>
                        <a:srgbClr val="000000"/>
                      </a:solidFill>
                      <a:prstDash val="solid"/>
                    </a:lnR>
                    <a:lnT w="9360">
                      <a:solidFill>
                        <a:srgbClr val="D21034"/>
                      </a:solidFill>
                      <a:prstDash val="solid"/>
                    </a:lnT>
                    <a:lnB w="9360">
                      <a:solidFill>
                        <a:srgbClr val="000000"/>
                      </a:solidFill>
                      <a:prstDash val="solid"/>
                    </a:lnB>
                    <a:noFill/>
                  </a:tcPr>
                </a:tc>
                <a:tc>
                  <a:txBody>
                    <a:bodyPr/>
                    <a:lstStyle/>
                    <a:p>
                      <a:pPr>
                        <a:lnSpc>
                          <a:spcPct val="100000"/>
                        </a:lnSpc>
                        <a:tabLst>
                          <a:tab pos="0" algn="l"/>
                        </a:tabLst>
                      </a:pPr>
                      <a:r>
                        <a:rPr lang="en-US" sz="900" b="0" u="none" strike="noStrike">
                          <a:solidFill>
                            <a:srgbClr val="000000"/>
                          </a:solidFill>
                          <a:uFillTx/>
                          <a:latin typeface="Arial"/>
                          <a:ea typeface="Arial"/>
                        </a:rPr>
                        <a:t> </a:t>
                      </a:r>
                      <a:endParaRPr lang="en-US" sz="900" b="0" u="none" strike="noStrike">
                        <a:solidFill>
                          <a:srgbClr val="000000"/>
                        </a:solidFill>
                        <a:uFillTx/>
                        <a:latin typeface="Arial"/>
                      </a:endParaRPr>
                    </a:p>
                  </a:txBody>
                  <a:tcPr anchor="ctr">
                    <a:lnL w="9360">
                      <a:solidFill>
                        <a:srgbClr val="000000"/>
                      </a:solidFill>
                      <a:prstDash val="solid"/>
                    </a:lnL>
                    <a:lnR w="9360">
                      <a:solidFill>
                        <a:srgbClr val="000000"/>
                      </a:solidFill>
                      <a:prstDash val="solid"/>
                    </a:lnR>
                    <a:lnT w="9360">
                      <a:solidFill>
                        <a:srgbClr val="D21034"/>
                      </a:solidFill>
                      <a:prstDash val="solid"/>
                    </a:lnT>
                    <a:lnB w="9360">
                      <a:solidFill>
                        <a:srgbClr val="D21034"/>
                      </a:solidFill>
                      <a:prstDash val="solid"/>
                    </a:lnB>
                    <a:noFill/>
                  </a:tcPr>
                </a:tc>
                <a:tc gridSpan="7">
                  <a:txBody>
                    <a:bodyPr/>
                    <a:lstStyle/>
                    <a:p>
                      <a:pPr algn="ctr">
                        <a:lnSpc>
                          <a:spcPct val="100000"/>
                        </a:lnSpc>
                        <a:tabLst>
                          <a:tab pos="0" algn="l"/>
                        </a:tabLst>
                      </a:pPr>
                      <a:endParaRPr lang="en-US" sz="900" b="0" u="none" strike="noStrike" dirty="0">
                        <a:solidFill>
                          <a:schemeClr val="tx1"/>
                        </a:solidFill>
                        <a:uFillTx/>
                        <a:latin typeface="Arial"/>
                      </a:endParaRPr>
                    </a:p>
                  </a:txBody>
                  <a:tcPr anchor="ctr">
                    <a:lnL w="9360">
                      <a:solidFill>
                        <a:srgbClr val="000000"/>
                      </a:solidFill>
                      <a:prstDash val="solid"/>
                    </a:lnL>
                    <a:lnR w="9360">
                      <a:solidFill>
                        <a:srgbClr val="D21034"/>
                      </a:solidFill>
                      <a:prstDash val="solid"/>
                    </a:lnR>
                    <a:lnT w="9360">
                      <a:solidFill>
                        <a:srgbClr val="D21034"/>
                      </a:solidFill>
                      <a:prstDash val="solid"/>
                    </a:lnT>
                    <a:lnB w="9360">
                      <a:solidFill>
                        <a:srgbClr val="D21034"/>
                      </a:solidFill>
                      <a:prstDash val="solid"/>
                    </a:lnB>
                    <a:noFill/>
                  </a:tcPr>
                </a:tc>
                <a:tc hMerge="1">
                  <a:txBody>
                    <a:bodyPr/>
                    <a:lstStyle/>
                    <a:p>
                      <a:endParaRPr lang="en-US" sz="1800" b="0" u="none" strike="noStrike">
                        <a:solidFill>
                          <a:srgbClr val="000000"/>
                        </a:solidFill>
                        <a:uFillTx/>
                        <a:latin typeface="Arial"/>
                      </a:endParaRPr>
                    </a:p>
                  </a:txBody>
                  <a:tcPr marL="90000" marR="90000">
                    <a:lnL>
                      <a:noFill/>
                    </a:lnL>
                    <a:lnR>
                      <a:noFill/>
                    </a:lnR>
                    <a:lnT>
                      <a:noFill/>
                    </a:lnT>
                    <a:lnB>
                      <a:noFill/>
                    </a:lnB>
                    <a:solidFill>
                      <a:srgbClr val="729FCF"/>
                    </a:solidFill>
                  </a:tcPr>
                </a:tc>
                <a:tc hMerge="1">
                  <a:txBody>
                    <a:bodyPr/>
                    <a:lstStyle/>
                    <a:p>
                      <a:endParaRPr lang="en-US" sz="1800" b="0" u="none" strike="noStrike">
                        <a:solidFill>
                          <a:srgbClr val="000000"/>
                        </a:solidFill>
                        <a:uFillTx/>
                        <a:latin typeface="Arial"/>
                      </a:endParaRPr>
                    </a:p>
                  </a:txBody>
                  <a:tcPr marL="90000" marR="90000">
                    <a:lnL>
                      <a:noFill/>
                    </a:lnL>
                    <a:lnR>
                      <a:noFill/>
                    </a:lnR>
                    <a:lnT>
                      <a:noFill/>
                    </a:lnT>
                    <a:lnB>
                      <a:noFill/>
                    </a:lnB>
                    <a:solidFill>
                      <a:srgbClr val="729FCF"/>
                    </a:solidFill>
                  </a:tcPr>
                </a:tc>
                <a:tc hMerge="1">
                  <a:txBody>
                    <a:bodyPr/>
                    <a:lstStyle/>
                    <a:p>
                      <a:endParaRPr lang="en-US" sz="1800" b="0" u="none" strike="noStrike">
                        <a:solidFill>
                          <a:srgbClr val="000000"/>
                        </a:solidFill>
                        <a:uFillTx/>
                        <a:latin typeface="Arial"/>
                      </a:endParaRPr>
                    </a:p>
                  </a:txBody>
                  <a:tcPr marL="90000" marR="90000">
                    <a:lnL>
                      <a:noFill/>
                    </a:lnL>
                    <a:lnR>
                      <a:noFill/>
                    </a:lnR>
                    <a:lnT>
                      <a:noFill/>
                    </a:lnT>
                    <a:lnB>
                      <a:noFill/>
                    </a:lnB>
                    <a:solidFill>
                      <a:srgbClr val="729FCF"/>
                    </a:solidFill>
                  </a:tcPr>
                </a:tc>
                <a:tc hMerge="1">
                  <a:txBody>
                    <a:bodyPr/>
                    <a:lstStyle/>
                    <a:p>
                      <a:endParaRPr lang="en-US" sz="1800" b="0" u="none" strike="noStrike">
                        <a:solidFill>
                          <a:srgbClr val="000000"/>
                        </a:solidFill>
                        <a:uFillTx/>
                        <a:latin typeface="Arial"/>
                      </a:endParaRPr>
                    </a:p>
                  </a:txBody>
                  <a:tcPr marL="90000" marR="90000">
                    <a:lnL>
                      <a:noFill/>
                    </a:lnL>
                    <a:lnR>
                      <a:noFill/>
                    </a:lnR>
                    <a:lnT>
                      <a:noFill/>
                    </a:lnT>
                    <a:lnB>
                      <a:noFill/>
                    </a:lnB>
                    <a:solidFill>
                      <a:srgbClr val="729FCF"/>
                    </a:solidFill>
                  </a:tcPr>
                </a:tc>
                <a:tc hMerge="1">
                  <a:txBody>
                    <a:bodyPr/>
                    <a:lstStyle/>
                    <a:p>
                      <a:endParaRPr lang="en-US" sz="1800" b="0" u="none" strike="noStrike">
                        <a:solidFill>
                          <a:srgbClr val="000000"/>
                        </a:solidFill>
                        <a:uFillTx/>
                        <a:latin typeface="Arial"/>
                      </a:endParaRPr>
                    </a:p>
                  </a:txBody>
                  <a:tcPr marL="90000" marR="90000">
                    <a:lnL>
                      <a:noFill/>
                    </a:lnL>
                    <a:lnR>
                      <a:noFill/>
                    </a:lnR>
                    <a:lnT>
                      <a:noFill/>
                    </a:lnT>
                    <a:lnB>
                      <a:noFill/>
                    </a:lnB>
                    <a:solidFill>
                      <a:srgbClr val="729FCF"/>
                    </a:solidFill>
                  </a:tcPr>
                </a:tc>
                <a:tc hMerge="1">
                  <a:txBody>
                    <a:bodyPr/>
                    <a:lstStyle/>
                    <a:p>
                      <a:endParaRPr lang="en-US" sz="1800" b="0" u="none" strike="noStrike">
                        <a:solidFill>
                          <a:srgbClr val="000000"/>
                        </a:solidFill>
                        <a:uFillTx/>
                        <a:latin typeface="Arial"/>
                      </a:endParaRPr>
                    </a:p>
                  </a:txBody>
                  <a:tcPr marL="90000" marR="90000">
                    <a:lnL>
                      <a:noFill/>
                    </a:lnL>
                    <a:lnR>
                      <a:noFill/>
                    </a:lnR>
                    <a:lnT>
                      <a:noFill/>
                    </a:lnT>
                    <a:lnB>
                      <a:noFill/>
                    </a:lnB>
                    <a:solidFill>
                      <a:srgbClr val="729FCF"/>
                    </a:solidFill>
                  </a:tcPr>
                </a:tc>
                <a:tc>
                  <a:txBody>
                    <a:bodyPr/>
                    <a:lstStyle/>
                    <a:p>
                      <a:pPr>
                        <a:lnSpc>
                          <a:spcPct val="100000"/>
                        </a:lnSpc>
                        <a:tabLst>
                          <a:tab pos="0" algn="l"/>
                        </a:tabLst>
                      </a:pPr>
                      <a:endParaRPr lang="en-US" sz="900" b="0" u="none" strike="noStrike">
                        <a:solidFill>
                          <a:schemeClr val="tx1"/>
                        </a:solidFill>
                        <a:uFillTx/>
                        <a:latin typeface="Arial"/>
                      </a:endParaRPr>
                    </a:p>
                  </a:txBody>
                  <a:tcPr anchor="ctr">
                    <a:lnL w="9360" cap="flat" cmpd="sng" algn="ctr">
                      <a:solidFill>
                        <a:srgbClr val="D21034"/>
                      </a:solidFill>
                      <a:prstDash val="solid"/>
                      <a:round/>
                      <a:headEnd type="none" w="med" len="med"/>
                      <a:tailEnd type="none" w="med" len="med"/>
                    </a:lnL>
                    <a:lnR w="9360">
                      <a:solidFill>
                        <a:srgbClr val="000000"/>
                      </a:solidFill>
                      <a:prstDash val="solid"/>
                    </a:lnR>
                    <a:lnT w="9360" cap="flat" cmpd="sng" algn="ctr">
                      <a:solidFill>
                        <a:srgbClr val="D21034"/>
                      </a:solidFill>
                      <a:prstDash val="solid"/>
                      <a:round/>
                      <a:headEnd type="none" w="med" len="med"/>
                      <a:tailEnd type="none" w="med" len="med"/>
                    </a:lnT>
                    <a:lnB w="9360" cap="flat" cmpd="sng" algn="ctr">
                      <a:solidFill>
                        <a:srgbClr val="000000"/>
                      </a:solidFill>
                      <a:prstDash val="solid"/>
                      <a:round/>
                      <a:headEnd type="none" w="med" len="med"/>
                      <a:tailEnd type="none" w="med" len="med"/>
                    </a:lnB>
                    <a:noFill/>
                  </a:tcPr>
                </a:tc>
                <a:tc>
                  <a:txBody>
                    <a:bodyPr/>
                    <a:lstStyle/>
                    <a:p>
                      <a:pPr>
                        <a:lnSpc>
                          <a:spcPct val="100000"/>
                        </a:lnSpc>
                        <a:tabLst>
                          <a:tab pos="0" algn="l"/>
                        </a:tabLst>
                      </a:pPr>
                      <a:endParaRPr lang="en-US" sz="900" b="0" u="none" strike="noStrike" dirty="0">
                        <a:solidFill>
                          <a:schemeClr val="tx1"/>
                        </a:solidFill>
                        <a:uFillTx/>
                        <a:latin typeface="Arial"/>
                      </a:endParaRPr>
                    </a:p>
                  </a:txBody>
                  <a:tcPr anchor="ctr">
                    <a:lnL w="9360" cap="flat" cmpd="sng" algn="ctr">
                      <a:solidFill>
                        <a:srgbClr val="000000"/>
                      </a:solidFill>
                      <a:prstDash val="solid"/>
                      <a:round/>
                      <a:headEnd type="none" w="med" len="med"/>
                      <a:tailEnd type="none" w="med" len="med"/>
                    </a:lnL>
                    <a:lnR w="9360">
                      <a:solidFill>
                        <a:srgbClr val="000000"/>
                      </a:solidFill>
                      <a:prstDash val="solid"/>
                    </a:lnR>
                    <a:lnT w="9360">
                      <a:noFill/>
                      <a:prstDash val="solid"/>
                    </a:lnT>
                    <a:lnB w="9360" cap="flat" cmpd="sng" algn="ctr">
                      <a:solidFill>
                        <a:srgbClr val="D21034"/>
                      </a:solidFill>
                      <a:prstDash val="solid"/>
                      <a:round/>
                      <a:headEnd type="none" w="med" len="med"/>
                      <a:tailEnd type="none" w="med" len="med"/>
                    </a:lnB>
                    <a:noFill/>
                  </a:tcPr>
                </a:tc>
                <a:tc gridSpan="7">
                  <a:txBody>
                    <a:bodyPr/>
                    <a:lstStyle/>
                    <a:p>
                      <a:pPr algn="ctr">
                        <a:lnSpc>
                          <a:spcPct val="100000"/>
                        </a:lnSpc>
                        <a:tabLst>
                          <a:tab pos="0" algn="l"/>
                        </a:tabLst>
                      </a:pPr>
                      <a:endParaRPr lang="en-US" sz="900" b="0" u="none" strike="noStrike" dirty="0">
                        <a:solidFill>
                          <a:schemeClr val="tx1"/>
                        </a:solidFill>
                        <a:uFillTx/>
                        <a:latin typeface="Arial"/>
                      </a:endParaRPr>
                    </a:p>
                  </a:txBody>
                  <a:tcPr anchor="ctr">
                    <a:lnL w="9360">
                      <a:solidFill>
                        <a:srgbClr val="000000"/>
                      </a:solidFill>
                      <a:prstDash val="solid"/>
                    </a:lnL>
                    <a:lnR w="9360">
                      <a:solidFill>
                        <a:srgbClr val="D21034"/>
                      </a:solidFill>
                      <a:prstDash val="solid"/>
                    </a:lnR>
                    <a:lnT w="9360">
                      <a:solidFill>
                        <a:srgbClr val="D21034"/>
                      </a:solidFill>
                      <a:prstDash val="solid"/>
                    </a:lnT>
                    <a:lnB w="9360">
                      <a:solidFill>
                        <a:srgbClr val="D21034"/>
                      </a:solidFill>
                      <a:prstDash val="solid"/>
                    </a:lnB>
                    <a:noFill/>
                  </a:tcPr>
                </a:tc>
                <a:tc hMerge="1">
                  <a:txBody>
                    <a:bodyPr/>
                    <a:lstStyle/>
                    <a:p>
                      <a:endParaRPr lang="en-US" sz="1800" b="0" u="none" strike="noStrike">
                        <a:solidFill>
                          <a:srgbClr val="000000"/>
                        </a:solidFill>
                        <a:uFillTx/>
                        <a:latin typeface="Arial"/>
                      </a:endParaRPr>
                    </a:p>
                  </a:txBody>
                  <a:tcPr marL="90000" marR="90000">
                    <a:lnL>
                      <a:noFill/>
                    </a:lnL>
                    <a:lnR>
                      <a:noFill/>
                    </a:lnR>
                    <a:lnT>
                      <a:noFill/>
                    </a:lnT>
                    <a:lnB>
                      <a:noFill/>
                    </a:lnB>
                    <a:solidFill>
                      <a:srgbClr val="729FCF"/>
                    </a:solidFill>
                  </a:tcPr>
                </a:tc>
                <a:tc hMerge="1">
                  <a:txBody>
                    <a:bodyPr/>
                    <a:lstStyle/>
                    <a:p>
                      <a:endParaRPr lang="en-US" sz="1800" b="0" u="none" strike="noStrike">
                        <a:solidFill>
                          <a:srgbClr val="000000"/>
                        </a:solidFill>
                        <a:uFillTx/>
                        <a:latin typeface="Arial"/>
                      </a:endParaRPr>
                    </a:p>
                  </a:txBody>
                  <a:tcPr marL="90000" marR="90000">
                    <a:lnL>
                      <a:noFill/>
                    </a:lnL>
                    <a:lnR>
                      <a:noFill/>
                    </a:lnR>
                    <a:lnT>
                      <a:noFill/>
                    </a:lnT>
                    <a:lnB>
                      <a:noFill/>
                    </a:lnB>
                    <a:solidFill>
                      <a:srgbClr val="729FCF"/>
                    </a:solidFill>
                  </a:tcPr>
                </a:tc>
                <a:tc hMerge="1">
                  <a:txBody>
                    <a:bodyPr/>
                    <a:lstStyle/>
                    <a:p>
                      <a:endParaRPr lang="en-US" sz="1800" b="0" u="none" strike="noStrike">
                        <a:solidFill>
                          <a:srgbClr val="000000"/>
                        </a:solidFill>
                        <a:uFillTx/>
                        <a:latin typeface="Arial"/>
                      </a:endParaRPr>
                    </a:p>
                  </a:txBody>
                  <a:tcPr marL="90000" marR="90000">
                    <a:lnL>
                      <a:noFill/>
                    </a:lnL>
                    <a:lnR>
                      <a:noFill/>
                    </a:lnR>
                    <a:lnT>
                      <a:noFill/>
                    </a:lnT>
                    <a:lnB>
                      <a:noFill/>
                    </a:lnB>
                    <a:solidFill>
                      <a:srgbClr val="729FCF"/>
                    </a:solidFill>
                  </a:tcPr>
                </a:tc>
                <a:tc hMerge="1">
                  <a:txBody>
                    <a:bodyPr/>
                    <a:lstStyle/>
                    <a:p>
                      <a:endParaRPr lang="en-US" sz="1800" b="0" u="none" strike="noStrike">
                        <a:solidFill>
                          <a:srgbClr val="000000"/>
                        </a:solidFill>
                        <a:uFillTx/>
                        <a:latin typeface="Arial"/>
                      </a:endParaRPr>
                    </a:p>
                  </a:txBody>
                  <a:tcPr marL="90000" marR="90000">
                    <a:lnL>
                      <a:noFill/>
                    </a:lnL>
                    <a:lnR>
                      <a:noFill/>
                    </a:lnR>
                    <a:lnT>
                      <a:noFill/>
                    </a:lnT>
                    <a:lnB>
                      <a:noFill/>
                    </a:lnB>
                    <a:solidFill>
                      <a:srgbClr val="729FCF"/>
                    </a:solidFill>
                  </a:tcPr>
                </a:tc>
                <a:tc hMerge="1">
                  <a:txBody>
                    <a:bodyPr/>
                    <a:lstStyle/>
                    <a:p>
                      <a:endParaRPr lang="en-US" sz="1800" b="0" u="none" strike="noStrike">
                        <a:solidFill>
                          <a:srgbClr val="000000"/>
                        </a:solidFill>
                        <a:uFillTx/>
                        <a:latin typeface="Arial"/>
                      </a:endParaRPr>
                    </a:p>
                  </a:txBody>
                  <a:tcPr marL="90000" marR="90000">
                    <a:lnL>
                      <a:noFill/>
                    </a:lnL>
                    <a:lnR>
                      <a:noFill/>
                    </a:lnR>
                    <a:lnT>
                      <a:noFill/>
                    </a:lnT>
                    <a:lnB>
                      <a:noFill/>
                    </a:lnB>
                    <a:solidFill>
                      <a:srgbClr val="729FCF"/>
                    </a:solidFill>
                  </a:tcPr>
                </a:tc>
                <a:tc hMerge="1">
                  <a:txBody>
                    <a:bodyPr/>
                    <a:lstStyle/>
                    <a:p>
                      <a:endParaRPr lang="en-US" sz="1800" b="0" u="none" strike="noStrike">
                        <a:solidFill>
                          <a:srgbClr val="000000"/>
                        </a:solidFill>
                        <a:uFillTx/>
                        <a:latin typeface="Arial"/>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12"/>
                  </a:ext>
                </a:extLst>
              </a:tr>
              <a:tr h="348120">
                <a:tc>
                  <a:txBody>
                    <a:bodyPr/>
                    <a:lstStyle/>
                    <a:p>
                      <a:pPr>
                        <a:lnSpc>
                          <a:spcPct val="100000"/>
                        </a:lnSpc>
                        <a:tabLst>
                          <a:tab pos="0" algn="l"/>
                        </a:tabLst>
                      </a:pPr>
                      <a:r>
                        <a:rPr lang="en-US" sz="900" b="0" u="none" strike="noStrike">
                          <a:solidFill>
                            <a:srgbClr val="000000"/>
                          </a:solidFill>
                          <a:uFillTx/>
                          <a:latin typeface="Arial"/>
                          <a:ea typeface="Arial"/>
                        </a:rPr>
                        <a:t> </a:t>
                      </a:r>
                      <a:endParaRPr lang="en-US" sz="900" b="0" u="none" strike="noStrike">
                        <a:solidFill>
                          <a:srgbClr val="000000"/>
                        </a:solidFill>
                        <a:uFillTx/>
                        <a:latin typeface="Arial"/>
                      </a:endParaRPr>
                    </a:p>
                  </a:txBody>
                  <a:tcPr anchor="ctr">
                    <a:lnL w="9360">
                      <a:solidFill>
                        <a:srgbClr val="D21034"/>
                      </a:solidFill>
                      <a:prstDash val="solid"/>
                    </a:lnL>
                    <a:lnR w="9360">
                      <a:solidFill>
                        <a:srgbClr val="D21034"/>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r>
                        <a:rPr lang="en-US" sz="900" b="0" u="none" strike="noStrike">
                          <a:solidFill>
                            <a:srgbClr val="FFFFFF"/>
                          </a:solidFill>
                          <a:uFillTx/>
                          <a:latin typeface="Arial"/>
                          <a:ea typeface="Arial"/>
                        </a:rPr>
                        <a:t>#######</a:t>
                      </a:r>
                      <a:endParaRPr lang="en-US" sz="900" b="0" u="none" strike="noStrike">
                        <a:solidFill>
                          <a:srgbClr val="000000"/>
                        </a:solidFill>
                        <a:uFillTx/>
                        <a:latin typeface="Arial"/>
                      </a:endParaRPr>
                    </a:p>
                  </a:txBody>
                  <a:tcPr anchor="ctr">
                    <a:lnL w="9360">
                      <a:solidFill>
                        <a:srgbClr val="D21034"/>
                      </a:solidFill>
                      <a:prstDash val="solid"/>
                    </a:lnL>
                    <a:lnR w="9360">
                      <a:solidFill>
                        <a:srgbClr val="000000"/>
                      </a:solidFill>
                      <a:prstDash val="solid"/>
                    </a:lnR>
                    <a:lnT w="9360">
                      <a:solidFill>
                        <a:srgbClr val="D21034"/>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D21034"/>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D21034"/>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D21034"/>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D21034"/>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D21034"/>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D21034"/>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D21034"/>
                      </a:solidFill>
                      <a:prstDash val="solid"/>
                    </a:lnT>
                    <a:lnB w="9360">
                      <a:solidFill>
                        <a:srgbClr val="000000"/>
                      </a:solidFill>
                      <a:prstDash val="solid"/>
                    </a:lnB>
                    <a:noFill/>
                  </a:tcPr>
                </a:tc>
                <a:tc>
                  <a:txBody>
                    <a:bodyPr/>
                    <a:lstStyle/>
                    <a:p>
                      <a:pPr>
                        <a:lnSpc>
                          <a:spcPct val="100000"/>
                        </a:lnSpc>
                        <a:tabLst>
                          <a:tab pos="0" algn="l"/>
                        </a:tabLst>
                      </a:pPr>
                      <a:endParaRPr lang="en-US" sz="900" b="0" u="none" strike="noStrike">
                        <a:solidFill>
                          <a:schemeClr val="tx1"/>
                        </a:solidFill>
                        <a:uFillTx/>
                        <a:latin typeface="Arial"/>
                      </a:endParaRPr>
                    </a:p>
                  </a:txBody>
                  <a:tcPr anchor="ctr">
                    <a:lnL w="9360" cap="flat" cmpd="sng" algn="ctr">
                      <a:solidFill>
                        <a:srgbClr val="000000"/>
                      </a:solidFill>
                      <a:prstDash val="solid"/>
                      <a:round/>
                      <a:headEnd type="none" w="med" len="med"/>
                      <a:tailEnd type="none" w="med" len="med"/>
                    </a:lnL>
                    <a:lnR w="9360">
                      <a:solidFill>
                        <a:srgbClr val="D21034"/>
                      </a:solidFill>
                      <a:prstDash val="solid"/>
                    </a:lnR>
                    <a:lnT w="9360" cap="flat" cmpd="sng" algn="ctr">
                      <a:solidFill>
                        <a:srgbClr val="000000"/>
                      </a:solidFill>
                      <a:prstDash val="solid"/>
                      <a:round/>
                      <a:headEnd type="none" w="med" len="med"/>
                      <a:tailEnd type="none" w="med" len="med"/>
                    </a:lnT>
                    <a:lnB w="9360" cap="flat" cmpd="sng" algn="ctr">
                      <a:solidFill>
                        <a:srgbClr val="000000"/>
                      </a:solidFill>
                      <a:prstDash val="solid"/>
                      <a:round/>
                      <a:headEnd type="none" w="med" len="med"/>
                      <a:tailEnd type="none" w="med" len="med"/>
                    </a:lnB>
                    <a:noFill/>
                  </a:tcPr>
                </a:tc>
                <a:tc>
                  <a:txBody>
                    <a:bodyPr/>
                    <a:lstStyle/>
                    <a:p>
                      <a:pPr algn="ctr">
                        <a:lnSpc>
                          <a:spcPct val="100000"/>
                        </a:lnSpc>
                        <a:tabLst>
                          <a:tab pos="0" algn="l"/>
                        </a:tabLst>
                      </a:pPr>
                      <a:endParaRPr lang="en-US" sz="900" b="0" u="none" strike="noStrike" dirty="0">
                        <a:solidFill>
                          <a:schemeClr val="bg1"/>
                        </a:solidFill>
                        <a:uFillTx/>
                        <a:latin typeface="Arial"/>
                      </a:endParaRPr>
                    </a:p>
                  </a:txBody>
                  <a:tcPr anchor="ctr">
                    <a:lnL w="9360" cap="flat" cmpd="sng" algn="ctr">
                      <a:solidFill>
                        <a:srgbClr val="D21034"/>
                      </a:solidFill>
                      <a:prstDash val="solid"/>
                      <a:round/>
                      <a:headEnd type="none" w="med" len="med"/>
                      <a:tailEnd type="none" w="med" len="med"/>
                    </a:lnL>
                    <a:lnR w="9360">
                      <a:solidFill>
                        <a:srgbClr val="000000"/>
                      </a:solidFill>
                      <a:prstDash val="solid"/>
                    </a:lnR>
                    <a:lnT w="9360" cap="flat" cmpd="sng" algn="ctr">
                      <a:solidFill>
                        <a:srgbClr val="D21034"/>
                      </a:solidFill>
                      <a:prstDash val="solid"/>
                      <a:round/>
                      <a:headEnd type="none" w="med" len="med"/>
                      <a:tailEnd type="none" w="med" len="med"/>
                    </a:lnT>
                    <a:lnB w="9360" cap="flat" cmpd="sng" algn="ctr">
                      <a:solidFill>
                        <a:srgbClr val="000000"/>
                      </a:solidFill>
                      <a:prstDash val="solid"/>
                      <a:round/>
                      <a:headEnd type="none" w="med" len="med"/>
                      <a:tailEnd type="none" w="med" len="me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D21034"/>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D21034"/>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D21034"/>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D21034"/>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D21034"/>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D21034"/>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D21034"/>
                      </a:solidFill>
                      <a:prstDash val="solid"/>
                    </a:lnT>
                    <a:lnB w="9360">
                      <a:solidFill>
                        <a:srgbClr val="000000"/>
                      </a:solidFill>
                      <a:prstDash val="solid"/>
                    </a:lnB>
                    <a:noFill/>
                  </a:tcPr>
                </a:tc>
                <a:extLst>
                  <a:ext uri="{0D108BD9-81ED-4DB2-BD59-A6C34878D82A}">
                    <a16:rowId xmlns:a16="http://schemas.microsoft.com/office/drawing/2014/main" val="10013"/>
                  </a:ext>
                </a:extLst>
              </a:tr>
              <a:tr h="348120">
                <a:tc rowSpan="7">
                  <a:txBody>
                    <a:bodyPr/>
                    <a:lstStyle/>
                    <a:p>
                      <a:pPr algn="ctr">
                        <a:lnSpc>
                          <a:spcPct val="100000"/>
                        </a:lnSpc>
                        <a:tabLst>
                          <a:tab pos="0" algn="l"/>
                        </a:tabLst>
                      </a:pPr>
                      <a:r>
                        <a:rPr lang="en-US" sz="900" b="1" u="none" strike="noStrike" dirty="0" err="1">
                          <a:solidFill>
                            <a:srgbClr val="000000"/>
                          </a:solidFill>
                          <a:uFillTx/>
                          <a:latin typeface="Arial"/>
                          <a:ea typeface="Arial"/>
                        </a:rPr>
                        <a:t>vfytiguh</a:t>
                      </a:r>
                      <a:endParaRPr lang="en-US" sz="900" b="0" u="none" strike="noStrike" dirty="0">
                        <a:solidFill>
                          <a:srgbClr val="000000"/>
                        </a:solidFill>
                        <a:uFillTx/>
                        <a:latin typeface="Arial"/>
                      </a:endParaRPr>
                    </a:p>
                  </a:txBody>
                  <a:tcPr anchor="ctr">
                    <a:lnL w="9360">
                      <a:solidFill>
                        <a:srgbClr val="D21034"/>
                      </a:solidFill>
                      <a:prstDash val="solid"/>
                    </a:lnL>
                    <a:lnR w="9360">
                      <a:solidFill>
                        <a:srgbClr val="D21034"/>
                      </a:solidFill>
                      <a:prstDash val="solid"/>
                    </a:lnR>
                    <a:lnT w="9360">
                      <a:solidFill>
                        <a:srgbClr val="000000"/>
                      </a:solidFill>
                      <a:prstDash val="solid"/>
                    </a:lnT>
                    <a:lnB w="9360">
                      <a:solidFill>
                        <a:srgbClr val="D21034"/>
                      </a:solidFill>
                      <a:prstDash val="solid"/>
                    </a:lnB>
                    <a:noFill/>
                  </a:tcPr>
                </a:tc>
                <a:tc>
                  <a:txBody>
                    <a:bodyPr/>
                    <a:lstStyle/>
                    <a:p>
                      <a:pPr algn="ctr">
                        <a:lnSpc>
                          <a:spcPct val="100000"/>
                        </a:lnSpc>
                        <a:tabLst>
                          <a:tab pos="0" algn="l"/>
                        </a:tabLst>
                      </a:pPr>
                      <a:r>
                        <a:rPr lang="en-US" sz="900" b="0" u="none" strike="noStrike">
                          <a:solidFill>
                            <a:srgbClr val="000000"/>
                          </a:solidFill>
                          <a:uFillTx/>
                          <a:latin typeface="Arial"/>
                          <a:ea typeface="Arial"/>
                        </a:rPr>
                        <a:t>130%</a:t>
                      </a:r>
                      <a:endParaRPr lang="en-US" sz="900" b="0" u="none" strike="noStrike">
                        <a:solidFill>
                          <a:srgbClr val="000000"/>
                        </a:solidFill>
                        <a:uFillTx/>
                        <a:latin typeface="Arial"/>
                      </a:endParaRPr>
                    </a:p>
                  </a:txBody>
                  <a:tcPr anchor="ctr">
                    <a:lnL w="9360">
                      <a:solidFill>
                        <a:srgbClr val="D21034"/>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rowSpan="7">
                  <a:txBody>
                    <a:bodyPr/>
                    <a:lstStyle/>
                    <a:p>
                      <a:pPr algn="ctr">
                        <a:lnSpc>
                          <a:spcPct val="100000"/>
                        </a:lnSpc>
                        <a:tabLst>
                          <a:tab pos="0" algn="l"/>
                        </a:tabLst>
                      </a:pPr>
                      <a:endParaRPr lang="en-US" sz="900" b="0" u="none" strike="noStrike" dirty="0">
                        <a:solidFill>
                          <a:schemeClr val="tx1"/>
                        </a:solidFill>
                        <a:uFillTx/>
                        <a:latin typeface="Arial"/>
                      </a:endParaRPr>
                    </a:p>
                  </a:txBody>
                  <a:tcPr anchor="ctr">
                    <a:lnL w="9360" cap="flat" cmpd="sng" algn="ctr">
                      <a:solidFill>
                        <a:srgbClr val="000000"/>
                      </a:solidFill>
                      <a:prstDash val="solid"/>
                      <a:round/>
                      <a:headEnd type="none" w="med" len="med"/>
                      <a:tailEnd type="none" w="med" len="med"/>
                    </a:lnL>
                    <a:lnR w="9360">
                      <a:solidFill>
                        <a:srgbClr val="D21034"/>
                      </a:solidFill>
                      <a:prstDash val="solid"/>
                    </a:lnR>
                    <a:lnT w="9360" cap="flat" cmpd="sng" algn="ctr">
                      <a:solidFill>
                        <a:srgbClr val="000000"/>
                      </a:solidFill>
                      <a:prstDash val="solid"/>
                      <a:round/>
                      <a:headEnd type="none" w="med" len="med"/>
                      <a:tailEnd type="none" w="med" len="med"/>
                    </a:lnT>
                    <a:lnB w="9360">
                      <a:solidFill>
                        <a:srgbClr val="D21034"/>
                      </a:solidFill>
                      <a:prstDash val="solid"/>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anchor="ctr">
                    <a:lnL w="9360" cap="flat" cmpd="sng" algn="ctr">
                      <a:solidFill>
                        <a:srgbClr val="D21034"/>
                      </a:solidFill>
                      <a:prstDash val="solid"/>
                      <a:round/>
                      <a:headEnd type="none" w="med" len="med"/>
                      <a:tailEnd type="none" w="med" len="med"/>
                    </a:lnL>
                    <a:lnR w="9360">
                      <a:solidFill>
                        <a:srgbClr val="000000"/>
                      </a:solidFill>
                      <a:prstDash val="solid"/>
                    </a:lnR>
                    <a:lnT w="9360" cap="flat" cmpd="sng" algn="ctr">
                      <a:solidFill>
                        <a:srgbClr val="000000"/>
                      </a:solidFill>
                      <a:prstDash val="solid"/>
                      <a:round/>
                      <a:headEnd type="none" w="med" len="med"/>
                      <a:tailEnd type="none" w="med" len="med"/>
                    </a:lnT>
                    <a:lnB w="9360" cap="flat" cmpd="sng" algn="ctr">
                      <a:solidFill>
                        <a:srgbClr val="000000"/>
                      </a:solidFill>
                      <a:prstDash val="solid"/>
                      <a:round/>
                      <a:headEnd type="none" w="med" len="med"/>
                      <a:tailEnd type="none" w="med" len="me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extLst>
                  <a:ext uri="{0D108BD9-81ED-4DB2-BD59-A6C34878D82A}">
                    <a16:rowId xmlns:a16="http://schemas.microsoft.com/office/drawing/2014/main" val="10014"/>
                  </a:ext>
                </a:extLst>
              </a:tr>
              <a:tr h="348120">
                <a:tc vMerge="1">
                  <a:txBody>
                    <a:bodyPr/>
                    <a:lstStyle/>
                    <a:p>
                      <a:endParaRPr lang="en-US" sz="1800" b="0" u="none" strike="noStrike">
                        <a:solidFill>
                          <a:srgbClr val="000000"/>
                        </a:solidFill>
                        <a:uFillTx/>
                        <a:latin typeface="Arial"/>
                      </a:endParaRPr>
                    </a:p>
                  </a:txBody>
                  <a:tcPr marL="90000" marR="90000">
                    <a:lnL>
                      <a:noFill/>
                    </a:lnL>
                    <a:lnR>
                      <a:noFill/>
                    </a:lnR>
                    <a:lnT>
                      <a:noFill/>
                    </a:lnT>
                    <a:lnB>
                      <a:noFill/>
                    </a:lnB>
                    <a:solidFill>
                      <a:srgbClr val="729FCF"/>
                    </a:solidFill>
                  </a:tcPr>
                </a:tc>
                <a:tc>
                  <a:txBody>
                    <a:bodyPr/>
                    <a:lstStyle/>
                    <a:p>
                      <a:pPr algn="ctr">
                        <a:lnSpc>
                          <a:spcPct val="100000"/>
                        </a:lnSpc>
                        <a:tabLst>
                          <a:tab pos="0" algn="l"/>
                        </a:tabLst>
                      </a:pPr>
                      <a:r>
                        <a:rPr lang="en-US" sz="900" b="0" u="none" strike="noStrike">
                          <a:solidFill>
                            <a:srgbClr val="000000"/>
                          </a:solidFill>
                          <a:uFillTx/>
                          <a:latin typeface="Arial"/>
                          <a:ea typeface="Arial"/>
                        </a:rPr>
                        <a:t>120%</a:t>
                      </a:r>
                      <a:endParaRPr lang="en-US" sz="900" b="0" u="none" strike="noStrike">
                        <a:solidFill>
                          <a:srgbClr val="000000"/>
                        </a:solidFill>
                        <a:uFillTx/>
                        <a:latin typeface="Arial"/>
                      </a:endParaRPr>
                    </a:p>
                  </a:txBody>
                  <a:tcPr anchor="ctr">
                    <a:lnL w="9360">
                      <a:solidFill>
                        <a:srgbClr val="D21034"/>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vMerge="1">
                  <a:txBody>
                    <a:bodyPr/>
                    <a:lstStyle/>
                    <a:p>
                      <a:endParaRPr lang="en-US" sz="1800" b="0" u="none" strike="noStrike">
                        <a:solidFill>
                          <a:srgbClr val="000000"/>
                        </a:solidFill>
                        <a:uFillTx/>
                        <a:latin typeface="Arial"/>
                      </a:endParaRPr>
                    </a:p>
                  </a:txBody>
                  <a:tcPr marL="90000" marR="90000">
                    <a:lnL>
                      <a:noFill/>
                    </a:lnL>
                    <a:lnR>
                      <a:noFill/>
                    </a:lnR>
                    <a:lnT>
                      <a:noFill/>
                    </a:lnT>
                    <a:lnB>
                      <a:noFill/>
                    </a:lnB>
                    <a:solidFill>
                      <a:srgbClr val="729FCF"/>
                    </a:solid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D21034"/>
                      </a:solidFill>
                      <a:prstDash val="solid"/>
                    </a:lnL>
                    <a:lnR w="9360">
                      <a:solidFill>
                        <a:srgbClr val="000000"/>
                      </a:solidFill>
                      <a:prstDash val="solid"/>
                    </a:lnR>
                    <a:lnT w="9360" cap="flat" cmpd="sng" algn="ctr">
                      <a:solidFill>
                        <a:srgbClr val="000000"/>
                      </a:solidFill>
                      <a:prstDash val="solid"/>
                      <a:round/>
                      <a:headEnd type="none" w="med" len="med"/>
                      <a:tailEnd type="none" w="med" len="med"/>
                    </a:lnT>
                    <a:lnB w="9360" cap="flat" cmpd="sng" algn="ctr">
                      <a:solidFill>
                        <a:srgbClr val="000000"/>
                      </a:solidFill>
                      <a:prstDash val="solid"/>
                      <a:round/>
                      <a:headEnd type="none" w="med" len="med"/>
                      <a:tailEnd type="none" w="med" len="med"/>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extLst>
                  <a:ext uri="{0D108BD9-81ED-4DB2-BD59-A6C34878D82A}">
                    <a16:rowId xmlns:a16="http://schemas.microsoft.com/office/drawing/2014/main" val="10015"/>
                  </a:ext>
                </a:extLst>
              </a:tr>
              <a:tr h="348120">
                <a:tc vMerge="1">
                  <a:txBody>
                    <a:bodyPr/>
                    <a:lstStyle/>
                    <a:p>
                      <a:endParaRPr lang="en-US" sz="1800" b="0" u="none" strike="noStrike">
                        <a:solidFill>
                          <a:srgbClr val="000000"/>
                        </a:solidFill>
                        <a:uFillTx/>
                        <a:latin typeface="Arial"/>
                      </a:endParaRPr>
                    </a:p>
                  </a:txBody>
                  <a:tcPr marL="90000" marR="90000">
                    <a:lnL>
                      <a:noFill/>
                    </a:lnL>
                    <a:lnR>
                      <a:noFill/>
                    </a:lnR>
                    <a:lnT>
                      <a:noFill/>
                    </a:lnT>
                    <a:lnB>
                      <a:noFill/>
                    </a:lnB>
                    <a:solidFill>
                      <a:srgbClr val="729FCF"/>
                    </a:solidFill>
                  </a:tcPr>
                </a:tc>
                <a:tc>
                  <a:txBody>
                    <a:bodyPr/>
                    <a:lstStyle/>
                    <a:p>
                      <a:pPr algn="ctr">
                        <a:lnSpc>
                          <a:spcPct val="100000"/>
                        </a:lnSpc>
                        <a:tabLst>
                          <a:tab pos="0" algn="l"/>
                        </a:tabLst>
                      </a:pPr>
                      <a:r>
                        <a:rPr lang="en-US" sz="900" b="0" u="none" strike="noStrike">
                          <a:solidFill>
                            <a:srgbClr val="000000"/>
                          </a:solidFill>
                          <a:uFillTx/>
                          <a:latin typeface="Arial"/>
                          <a:ea typeface="Arial"/>
                        </a:rPr>
                        <a:t>110%</a:t>
                      </a:r>
                      <a:endParaRPr lang="en-US" sz="900" b="0" u="none" strike="noStrike">
                        <a:solidFill>
                          <a:srgbClr val="000000"/>
                        </a:solidFill>
                        <a:uFillTx/>
                        <a:latin typeface="Arial"/>
                      </a:endParaRPr>
                    </a:p>
                  </a:txBody>
                  <a:tcPr anchor="ctr">
                    <a:lnL w="9360">
                      <a:solidFill>
                        <a:srgbClr val="D21034"/>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vMerge="1">
                  <a:txBody>
                    <a:bodyPr/>
                    <a:lstStyle/>
                    <a:p>
                      <a:endParaRPr lang="en-US" sz="1800" b="0" u="none" strike="noStrike">
                        <a:solidFill>
                          <a:srgbClr val="000000"/>
                        </a:solidFill>
                        <a:uFillTx/>
                        <a:latin typeface="Arial"/>
                      </a:endParaRPr>
                    </a:p>
                  </a:txBody>
                  <a:tcPr marL="90000" marR="90000">
                    <a:lnL>
                      <a:noFill/>
                    </a:lnL>
                    <a:lnR>
                      <a:noFill/>
                    </a:lnR>
                    <a:lnT>
                      <a:noFill/>
                    </a:lnT>
                    <a:lnB>
                      <a:noFill/>
                    </a:lnB>
                    <a:solidFill>
                      <a:srgbClr val="729FCF"/>
                    </a:solid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D21034"/>
                      </a:solidFill>
                      <a:prstDash val="solid"/>
                    </a:lnL>
                    <a:lnR w="9360">
                      <a:solidFill>
                        <a:srgbClr val="000000"/>
                      </a:solidFill>
                      <a:prstDash val="solid"/>
                    </a:lnR>
                    <a:lnT w="9360" cap="flat" cmpd="sng" algn="ctr">
                      <a:solidFill>
                        <a:srgbClr val="000000"/>
                      </a:solidFill>
                      <a:prstDash val="solid"/>
                      <a:round/>
                      <a:headEnd type="none" w="med" len="med"/>
                      <a:tailEnd type="none" w="med" len="med"/>
                    </a:lnT>
                    <a:lnB w="9360" cap="flat" cmpd="sng" algn="ctr">
                      <a:solidFill>
                        <a:srgbClr val="000000"/>
                      </a:solidFill>
                      <a:prstDash val="solid"/>
                      <a:round/>
                      <a:headEnd type="none" w="med" len="med"/>
                      <a:tailEnd type="none" w="med" len="med"/>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r>
                        <a:rPr lang="en-US" sz="900" b="0" u="none" strike="noStrike" dirty="0" err="1">
                          <a:solidFill>
                            <a:schemeClr val="tx1"/>
                          </a:solidFill>
                          <a:uFillTx/>
                          <a:latin typeface="Arial"/>
                        </a:rPr>
                        <a:t>ghcfftiugybuin</a:t>
                      </a:r>
                      <a:endParaRPr lang="en-US" sz="900" b="0" u="none" strike="noStrike" dirty="0">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extLst>
                  <a:ext uri="{0D108BD9-81ED-4DB2-BD59-A6C34878D82A}">
                    <a16:rowId xmlns:a16="http://schemas.microsoft.com/office/drawing/2014/main" val="10016"/>
                  </a:ext>
                </a:extLst>
              </a:tr>
              <a:tr h="348120">
                <a:tc vMerge="1">
                  <a:txBody>
                    <a:bodyPr/>
                    <a:lstStyle/>
                    <a:p>
                      <a:endParaRPr lang="en-US" sz="1800" b="0" u="none" strike="noStrike">
                        <a:solidFill>
                          <a:srgbClr val="000000"/>
                        </a:solidFill>
                        <a:uFillTx/>
                        <a:latin typeface="Arial"/>
                      </a:endParaRPr>
                    </a:p>
                  </a:txBody>
                  <a:tcPr marL="90000" marR="90000">
                    <a:lnL>
                      <a:noFill/>
                    </a:lnL>
                    <a:lnR>
                      <a:noFill/>
                    </a:lnR>
                    <a:lnT>
                      <a:noFill/>
                    </a:lnT>
                    <a:lnB>
                      <a:noFill/>
                    </a:lnB>
                    <a:solidFill>
                      <a:srgbClr val="729FCF"/>
                    </a:solidFill>
                  </a:tcPr>
                </a:tc>
                <a:tc>
                  <a:txBody>
                    <a:bodyPr/>
                    <a:lstStyle/>
                    <a:p>
                      <a:pPr algn="ctr">
                        <a:lnSpc>
                          <a:spcPct val="100000"/>
                        </a:lnSpc>
                        <a:tabLst>
                          <a:tab pos="0" algn="l"/>
                        </a:tabLst>
                      </a:pPr>
                      <a:r>
                        <a:rPr lang="en-US" sz="900" b="0" u="none" strike="noStrike">
                          <a:solidFill>
                            <a:srgbClr val="000000"/>
                          </a:solidFill>
                          <a:uFillTx/>
                          <a:latin typeface="Arial"/>
                          <a:ea typeface="Arial"/>
                        </a:rPr>
                        <a:t>100%</a:t>
                      </a:r>
                      <a:endParaRPr lang="en-US" sz="900" b="0" u="none" strike="noStrike">
                        <a:solidFill>
                          <a:srgbClr val="000000"/>
                        </a:solidFill>
                        <a:uFillTx/>
                        <a:latin typeface="Arial"/>
                      </a:endParaRPr>
                    </a:p>
                  </a:txBody>
                  <a:tcPr anchor="ctr">
                    <a:lnL w="9360">
                      <a:solidFill>
                        <a:srgbClr val="D21034"/>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vMerge="1">
                  <a:txBody>
                    <a:bodyPr/>
                    <a:lstStyle/>
                    <a:p>
                      <a:endParaRPr lang="en-US" sz="1800" b="0" u="none" strike="noStrike">
                        <a:solidFill>
                          <a:srgbClr val="000000"/>
                        </a:solidFill>
                        <a:uFillTx/>
                        <a:latin typeface="Arial"/>
                      </a:endParaRPr>
                    </a:p>
                  </a:txBody>
                  <a:tcPr marL="90000" marR="90000">
                    <a:lnL>
                      <a:noFill/>
                    </a:lnL>
                    <a:lnR>
                      <a:noFill/>
                    </a:lnR>
                    <a:lnT>
                      <a:noFill/>
                    </a:lnT>
                    <a:lnB>
                      <a:noFill/>
                    </a:lnB>
                    <a:solidFill>
                      <a:srgbClr val="729FCF"/>
                    </a:solid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D21034"/>
                      </a:solidFill>
                      <a:prstDash val="solid"/>
                    </a:lnL>
                    <a:lnR w="9360">
                      <a:solidFill>
                        <a:srgbClr val="000000"/>
                      </a:solidFill>
                      <a:prstDash val="solid"/>
                    </a:lnR>
                    <a:lnT w="9360" cap="flat" cmpd="sng" algn="ctr">
                      <a:solidFill>
                        <a:srgbClr val="000000"/>
                      </a:solidFill>
                      <a:prstDash val="solid"/>
                      <a:round/>
                      <a:headEnd type="none" w="med" len="med"/>
                      <a:tailEnd type="none" w="med" len="med"/>
                    </a:lnT>
                    <a:lnB w="9360" cap="flat" cmpd="sng" algn="ctr">
                      <a:solidFill>
                        <a:srgbClr val="000000"/>
                      </a:solidFill>
                      <a:prstDash val="solid"/>
                      <a:round/>
                      <a:headEnd type="none" w="med" len="med"/>
                      <a:tailEnd type="none" w="med" len="me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extLst>
                  <a:ext uri="{0D108BD9-81ED-4DB2-BD59-A6C34878D82A}">
                    <a16:rowId xmlns:a16="http://schemas.microsoft.com/office/drawing/2014/main" val="10017"/>
                  </a:ext>
                </a:extLst>
              </a:tr>
              <a:tr h="348120">
                <a:tc vMerge="1">
                  <a:txBody>
                    <a:bodyPr/>
                    <a:lstStyle/>
                    <a:p>
                      <a:endParaRPr lang="en-US" sz="1800" b="0" u="none" strike="noStrike">
                        <a:solidFill>
                          <a:srgbClr val="000000"/>
                        </a:solidFill>
                        <a:uFillTx/>
                        <a:latin typeface="Arial"/>
                      </a:endParaRPr>
                    </a:p>
                  </a:txBody>
                  <a:tcPr marL="90000" marR="90000">
                    <a:lnL>
                      <a:noFill/>
                    </a:lnL>
                    <a:lnR>
                      <a:noFill/>
                    </a:lnR>
                    <a:lnT>
                      <a:noFill/>
                    </a:lnT>
                    <a:lnB>
                      <a:noFill/>
                    </a:lnB>
                    <a:solidFill>
                      <a:srgbClr val="729FCF"/>
                    </a:solidFill>
                  </a:tcPr>
                </a:tc>
                <a:tc>
                  <a:txBody>
                    <a:bodyPr/>
                    <a:lstStyle/>
                    <a:p>
                      <a:pPr algn="ctr">
                        <a:lnSpc>
                          <a:spcPct val="100000"/>
                        </a:lnSpc>
                        <a:tabLst>
                          <a:tab pos="0" algn="l"/>
                        </a:tabLst>
                      </a:pPr>
                      <a:r>
                        <a:rPr lang="en-US" sz="900" b="0" u="none" strike="noStrike">
                          <a:solidFill>
                            <a:srgbClr val="000000"/>
                          </a:solidFill>
                          <a:uFillTx/>
                          <a:latin typeface="Arial"/>
                          <a:ea typeface="Arial"/>
                        </a:rPr>
                        <a:t>90%</a:t>
                      </a:r>
                      <a:endParaRPr lang="en-US" sz="900" b="0" u="none" strike="noStrike">
                        <a:solidFill>
                          <a:srgbClr val="000000"/>
                        </a:solidFill>
                        <a:uFillTx/>
                        <a:latin typeface="Arial"/>
                      </a:endParaRPr>
                    </a:p>
                  </a:txBody>
                  <a:tcPr anchor="ctr">
                    <a:lnL w="9360">
                      <a:solidFill>
                        <a:srgbClr val="D21034"/>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vMerge="1">
                  <a:txBody>
                    <a:bodyPr/>
                    <a:lstStyle/>
                    <a:p>
                      <a:endParaRPr lang="en-US" sz="1800" b="0" u="none" strike="noStrike">
                        <a:solidFill>
                          <a:srgbClr val="000000"/>
                        </a:solidFill>
                        <a:uFillTx/>
                        <a:latin typeface="Arial"/>
                      </a:endParaRPr>
                    </a:p>
                  </a:txBody>
                  <a:tcPr marL="90000" marR="90000">
                    <a:lnL>
                      <a:noFill/>
                    </a:lnL>
                    <a:lnR>
                      <a:noFill/>
                    </a:lnR>
                    <a:lnT>
                      <a:noFill/>
                    </a:lnT>
                    <a:lnB>
                      <a:noFill/>
                    </a:lnB>
                    <a:solidFill>
                      <a:srgbClr val="729FCF"/>
                    </a:solid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D21034"/>
                      </a:solidFill>
                      <a:prstDash val="solid"/>
                    </a:lnL>
                    <a:lnR w="9360">
                      <a:solidFill>
                        <a:srgbClr val="000000"/>
                      </a:solidFill>
                      <a:prstDash val="solid"/>
                    </a:lnR>
                    <a:lnT w="9360" cap="flat" cmpd="sng" algn="ctr">
                      <a:solidFill>
                        <a:srgbClr val="000000"/>
                      </a:solidFill>
                      <a:prstDash val="solid"/>
                      <a:round/>
                      <a:headEnd type="none" w="med" len="med"/>
                      <a:tailEnd type="none" w="med" len="med"/>
                    </a:lnT>
                    <a:lnB w="9360" cap="flat" cmpd="sng" algn="ctr">
                      <a:solidFill>
                        <a:srgbClr val="000000"/>
                      </a:solidFill>
                      <a:prstDash val="solid"/>
                      <a:round/>
                      <a:headEnd type="none" w="med" len="med"/>
                      <a:tailEnd type="none" w="med" len="me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extLst>
                  <a:ext uri="{0D108BD9-81ED-4DB2-BD59-A6C34878D82A}">
                    <a16:rowId xmlns:a16="http://schemas.microsoft.com/office/drawing/2014/main" val="10018"/>
                  </a:ext>
                </a:extLst>
              </a:tr>
              <a:tr h="348120">
                <a:tc vMerge="1">
                  <a:txBody>
                    <a:bodyPr/>
                    <a:lstStyle/>
                    <a:p>
                      <a:endParaRPr lang="en-US" sz="1800" b="0" u="none" strike="noStrike">
                        <a:solidFill>
                          <a:srgbClr val="000000"/>
                        </a:solidFill>
                        <a:uFillTx/>
                        <a:latin typeface="Arial"/>
                      </a:endParaRPr>
                    </a:p>
                  </a:txBody>
                  <a:tcPr marL="90000" marR="90000">
                    <a:lnL>
                      <a:noFill/>
                    </a:lnL>
                    <a:lnR>
                      <a:noFill/>
                    </a:lnR>
                    <a:lnT>
                      <a:noFill/>
                    </a:lnT>
                    <a:lnB>
                      <a:noFill/>
                    </a:lnB>
                    <a:solidFill>
                      <a:srgbClr val="729FCF"/>
                    </a:solidFill>
                  </a:tcPr>
                </a:tc>
                <a:tc>
                  <a:txBody>
                    <a:bodyPr/>
                    <a:lstStyle/>
                    <a:p>
                      <a:pPr algn="ctr">
                        <a:lnSpc>
                          <a:spcPct val="100000"/>
                        </a:lnSpc>
                        <a:tabLst>
                          <a:tab pos="0" algn="l"/>
                        </a:tabLst>
                      </a:pPr>
                      <a:r>
                        <a:rPr lang="en-US" sz="900" b="0" u="none" strike="noStrike">
                          <a:solidFill>
                            <a:srgbClr val="000000"/>
                          </a:solidFill>
                          <a:uFillTx/>
                          <a:latin typeface="Arial"/>
                          <a:ea typeface="Arial"/>
                        </a:rPr>
                        <a:t>80%</a:t>
                      </a:r>
                      <a:endParaRPr lang="en-US" sz="900" b="0" u="none" strike="noStrike">
                        <a:solidFill>
                          <a:srgbClr val="000000"/>
                        </a:solidFill>
                        <a:uFillTx/>
                        <a:latin typeface="Arial"/>
                      </a:endParaRPr>
                    </a:p>
                  </a:txBody>
                  <a:tcPr anchor="ctr">
                    <a:lnL w="9360">
                      <a:solidFill>
                        <a:srgbClr val="D21034"/>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vMerge="1">
                  <a:txBody>
                    <a:bodyPr/>
                    <a:lstStyle/>
                    <a:p>
                      <a:endParaRPr lang="en-US" sz="1800" b="0" u="none" strike="noStrike">
                        <a:solidFill>
                          <a:srgbClr val="000000"/>
                        </a:solidFill>
                        <a:uFillTx/>
                        <a:latin typeface="Arial"/>
                      </a:endParaRPr>
                    </a:p>
                  </a:txBody>
                  <a:tcPr marL="90000" marR="90000">
                    <a:lnL>
                      <a:noFill/>
                    </a:lnL>
                    <a:lnR>
                      <a:noFill/>
                    </a:lnR>
                    <a:lnT>
                      <a:noFill/>
                    </a:lnT>
                    <a:lnB>
                      <a:noFill/>
                    </a:lnB>
                    <a:solidFill>
                      <a:srgbClr val="729FCF"/>
                    </a:solid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anchor="ctr">
                    <a:lnL w="9360">
                      <a:solidFill>
                        <a:srgbClr val="D21034"/>
                      </a:solidFill>
                      <a:prstDash val="solid"/>
                    </a:lnL>
                    <a:lnR w="9360">
                      <a:solidFill>
                        <a:srgbClr val="000000"/>
                      </a:solidFill>
                      <a:prstDash val="solid"/>
                    </a:lnR>
                    <a:lnT w="9360" cap="flat" cmpd="sng" algn="ctr">
                      <a:solidFill>
                        <a:srgbClr val="000000"/>
                      </a:solidFill>
                      <a:prstDash val="solid"/>
                      <a:round/>
                      <a:headEnd type="none" w="med" len="med"/>
                      <a:tailEnd type="none" w="med" len="med"/>
                    </a:lnT>
                    <a:lnB w="9360" cap="flat" cmpd="sng" algn="ctr">
                      <a:solidFill>
                        <a:srgbClr val="000000"/>
                      </a:solidFill>
                      <a:prstDash val="solid"/>
                      <a:round/>
                      <a:headEnd type="none" w="med" len="med"/>
                      <a:tailEnd type="none" w="med" len="med"/>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extLst>
                  <a:ext uri="{0D108BD9-81ED-4DB2-BD59-A6C34878D82A}">
                    <a16:rowId xmlns:a16="http://schemas.microsoft.com/office/drawing/2014/main" val="10019"/>
                  </a:ext>
                </a:extLst>
              </a:tr>
              <a:tr h="348120">
                <a:tc vMerge="1">
                  <a:txBody>
                    <a:bodyPr/>
                    <a:lstStyle/>
                    <a:p>
                      <a:endParaRPr lang="en-US" sz="1800" b="0" u="none" strike="noStrike">
                        <a:solidFill>
                          <a:srgbClr val="000000"/>
                        </a:solidFill>
                        <a:uFillTx/>
                        <a:latin typeface="Arial"/>
                      </a:endParaRPr>
                    </a:p>
                  </a:txBody>
                  <a:tcPr marL="90000" marR="90000">
                    <a:lnL>
                      <a:noFill/>
                    </a:lnL>
                    <a:lnR>
                      <a:noFill/>
                    </a:lnR>
                    <a:lnT>
                      <a:noFill/>
                    </a:lnT>
                    <a:lnB>
                      <a:noFill/>
                    </a:lnB>
                    <a:solidFill>
                      <a:srgbClr val="729FCF"/>
                    </a:solidFill>
                  </a:tcPr>
                </a:tc>
                <a:tc>
                  <a:txBody>
                    <a:bodyPr/>
                    <a:lstStyle/>
                    <a:p>
                      <a:pPr algn="ctr">
                        <a:lnSpc>
                          <a:spcPct val="100000"/>
                        </a:lnSpc>
                        <a:tabLst>
                          <a:tab pos="0" algn="l"/>
                        </a:tabLst>
                      </a:pPr>
                      <a:r>
                        <a:rPr lang="en-US" sz="900" b="0" u="none" strike="noStrike">
                          <a:solidFill>
                            <a:srgbClr val="000000"/>
                          </a:solidFill>
                          <a:uFillTx/>
                          <a:latin typeface="Arial"/>
                          <a:ea typeface="Arial"/>
                        </a:rPr>
                        <a:t>70%</a:t>
                      </a:r>
                      <a:endParaRPr lang="en-US" sz="900" b="0" u="none" strike="noStrike">
                        <a:solidFill>
                          <a:srgbClr val="000000"/>
                        </a:solidFill>
                        <a:uFillTx/>
                        <a:latin typeface="Arial"/>
                      </a:endParaRPr>
                    </a:p>
                  </a:txBody>
                  <a:tcPr anchor="ctr">
                    <a:lnL w="9360">
                      <a:solidFill>
                        <a:srgbClr val="D21034"/>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vMerge="1">
                  <a:txBody>
                    <a:bodyPr/>
                    <a:lstStyle/>
                    <a:p>
                      <a:endParaRPr lang="en-US" sz="1800" b="0" u="none" strike="noStrike">
                        <a:solidFill>
                          <a:srgbClr val="000000"/>
                        </a:solidFill>
                        <a:uFillTx/>
                        <a:latin typeface="Arial"/>
                      </a:endParaRPr>
                    </a:p>
                  </a:txBody>
                  <a:tcPr marL="90000" marR="90000">
                    <a:lnL>
                      <a:noFill/>
                    </a:lnL>
                    <a:lnR>
                      <a:noFill/>
                    </a:lnR>
                    <a:lnT>
                      <a:noFill/>
                    </a:lnT>
                    <a:lnB>
                      <a:noFill/>
                    </a:lnB>
                    <a:solidFill>
                      <a:srgbClr val="729FCF"/>
                    </a:solid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D21034"/>
                      </a:solidFill>
                      <a:prstDash val="solid"/>
                    </a:lnL>
                    <a:lnR w="9360">
                      <a:solidFill>
                        <a:srgbClr val="000000"/>
                      </a:solidFill>
                      <a:prstDash val="solid"/>
                    </a:lnR>
                    <a:lnT w="9360" cap="flat" cmpd="sng" algn="ctr">
                      <a:solidFill>
                        <a:srgbClr val="000000"/>
                      </a:solidFill>
                      <a:prstDash val="solid"/>
                      <a:round/>
                      <a:headEnd type="none" w="med" len="med"/>
                      <a:tailEnd type="none" w="med" len="me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a:lstStyle/>
                    <a:p>
                      <a:pPr algn="ctr">
                        <a:lnSpc>
                          <a:spcPct val="100000"/>
                        </a:lnSpc>
                        <a:tabLst>
                          <a:tab pos="0" algn="l"/>
                        </a:tabLst>
                      </a:pPr>
                      <a:endParaRPr lang="en-US" sz="900" b="0" u="none" strike="noStrike" dirty="0">
                        <a:solidFill>
                          <a:schemeClr val="tx1"/>
                        </a:solidFill>
                        <a:uFillTx/>
                        <a:latin typeface="Arial"/>
                      </a:endParaRPr>
                    </a:p>
                  </a:txBody>
                  <a:tcPr anchor="ctr">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extLst>
                  <a:ext uri="{0D108BD9-81ED-4DB2-BD59-A6C34878D82A}">
                    <a16:rowId xmlns:a16="http://schemas.microsoft.com/office/drawing/2014/main" val="10020"/>
                  </a:ext>
                </a:extLst>
              </a:tr>
            </a:tbl>
          </a:graphicData>
        </a:graphic>
      </p:graphicFrame>
      <p:sp>
        <p:nvSpPr>
          <p:cNvPr id="432" name="Google Shape;269;p34"/>
          <p:cNvSpPr/>
          <p:nvPr/>
        </p:nvSpPr>
        <p:spPr>
          <a:xfrm>
            <a:off x="0" y="0"/>
            <a:ext cx="18284760" cy="1198440"/>
          </a:xfrm>
          <a:custGeom>
            <a:avLst/>
            <a:gdLst>
              <a:gd name="textAreaLeft" fmla="*/ 0 w 18284760"/>
              <a:gd name="textAreaRight" fmla="*/ 18288000 w 18284760"/>
              <a:gd name="textAreaTop" fmla="*/ 0 h 1198440"/>
              <a:gd name="textAreaBottom" fmla="*/ 1201680 h 1198440"/>
            </a:gdLst>
            <a:ahLst/>
            <a:cxnLst/>
            <a:rect l="textAreaLeft" t="textAreaTop" r="textAreaRight" b="textAreaBottom"/>
            <a:pathLst>
              <a:path w="4816592" h="316518">
                <a:moveTo>
                  <a:pt x="0" y="0"/>
                </a:moveTo>
                <a:lnTo>
                  <a:pt x="4816592" y="0"/>
                </a:lnTo>
                <a:lnTo>
                  <a:pt x="4816592" y="316518"/>
                </a:lnTo>
                <a:lnTo>
                  <a:pt x="0" y="316518"/>
                </a:lnTo>
                <a:close/>
              </a:path>
            </a:pathLst>
          </a:custGeom>
          <a:solidFill>
            <a:srgbClr val="234874"/>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endParaRPr kumimoji="0" lang="en-US" sz="1400" b="0" i="0" u="none" strike="noStrike" kern="1200" cap="none" spc="0" normalizeH="0" baseline="0" noProof="0">
              <a:ln>
                <a:noFill/>
              </a:ln>
              <a:solidFill>
                <a:srgbClr val="FFFFFF"/>
              </a:solidFill>
              <a:effectLst/>
              <a:uLnTx/>
              <a:uFillTx/>
              <a:latin typeface="Arial"/>
              <a:ea typeface="+mn-ea"/>
              <a:cs typeface="+mn-cs"/>
            </a:endParaRPr>
          </a:p>
        </p:txBody>
      </p:sp>
      <p:sp>
        <p:nvSpPr>
          <p:cNvPr id="433" name="Google Shape;270;p34"/>
          <p:cNvSpPr/>
          <p:nvPr/>
        </p:nvSpPr>
        <p:spPr>
          <a:xfrm>
            <a:off x="513000" y="669960"/>
            <a:ext cx="11828160" cy="426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0" marR="0" lvl="0" indent="0" algn="l" defTabSz="914400" rtl="0" eaLnBrk="1" fontAlgn="auto" latinLnBrk="0" hangingPunct="1">
              <a:lnSpc>
                <a:spcPct val="140000"/>
              </a:lnSpc>
              <a:spcBef>
                <a:spcPts val="0"/>
              </a:spcBef>
              <a:spcAft>
                <a:spcPts val="0"/>
              </a:spcAft>
              <a:buClrTx/>
              <a:buSzTx/>
              <a:buFontTx/>
              <a:buNone/>
              <a:tabLst>
                <a:tab pos="0" algn="l"/>
              </a:tabLst>
              <a:defRPr/>
            </a:pPr>
            <a:r>
              <a:rPr kumimoji="0" lang="en-US" sz="2000" b="0" i="0" u="none" strike="noStrike" kern="1200" cap="none" spc="0" normalizeH="0" baseline="0" noProof="0">
                <a:ln>
                  <a:noFill/>
                </a:ln>
                <a:solidFill>
                  <a:srgbClr val="FFFFFF"/>
                </a:solidFill>
                <a:effectLst/>
                <a:uLnTx/>
                <a:uFillTx/>
                <a:latin typeface="Century Schoolbook"/>
                <a:ea typeface="Century Schoolbook"/>
                <a:cs typeface="+mn-cs"/>
              </a:rPr>
              <a:t>SENSITIVITY ANALYSIS</a:t>
            </a:r>
            <a:endParaRPr kumimoji="0" lang="en-US" sz="2000" b="0" i="0" u="none" strike="noStrike" kern="1200" cap="none" spc="0" normalizeH="0" baseline="0" noProof="0">
              <a:ln>
                <a:noFill/>
              </a:ln>
              <a:solidFill>
                <a:srgbClr val="000000"/>
              </a:solidFill>
              <a:effectLst/>
              <a:uLnTx/>
              <a:uFillTx/>
              <a:latin typeface="Arial"/>
              <a:ea typeface="+mn-ea"/>
              <a:cs typeface="+mn-cs"/>
            </a:endParaRPr>
          </a:p>
        </p:txBody>
      </p:sp>
      <p:sp>
        <p:nvSpPr>
          <p:cNvPr id="434" name="Google Shape;271;p34"/>
          <p:cNvSpPr/>
          <p:nvPr/>
        </p:nvSpPr>
        <p:spPr>
          <a:xfrm>
            <a:off x="513000" y="347400"/>
            <a:ext cx="578916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0" marR="0" lvl="0" indent="0" algn="l" defTabSz="914400" rtl="0" eaLnBrk="1" fontAlgn="auto" latinLnBrk="0" hangingPunct="1">
              <a:lnSpc>
                <a:spcPct val="140000"/>
              </a:lnSpc>
              <a:spcBef>
                <a:spcPts val="0"/>
              </a:spcBef>
              <a:spcAft>
                <a:spcPts val="0"/>
              </a:spcAft>
              <a:buClrTx/>
              <a:buSzTx/>
              <a:buFontTx/>
              <a:buNone/>
              <a:tabLst>
                <a:tab pos="0" algn="l"/>
              </a:tabLst>
              <a:defRPr/>
            </a:pPr>
            <a:r>
              <a:rPr kumimoji="0" lang="en-US" sz="1500" b="0" i="0" u="none" strike="noStrike" kern="1200" cap="none" spc="0" normalizeH="0" baseline="0" noProof="0">
                <a:ln>
                  <a:noFill/>
                </a:ln>
                <a:solidFill>
                  <a:srgbClr val="FFFFFF"/>
                </a:solidFill>
                <a:effectLst/>
                <a:uLnTx/>
                <a:uFillTx/>
                <a:latin typeface="Century Schoolbook"/>
                <a:ea typeface="Century Schoolbook"/>
                <a:cs typeface="+mn-cs"/>
              </a:rPr>
              <a:t>FINANCIAL AND INVESTMENT ANALYSIS</a:t>
            </a:r>
            <a:endParaRPr kumimoji="0" lang="en-US" sz="1500" b="0" i="0" u="none" strike="noStrike" kern="1200" cap="none" spc="0" normalizeH="0" baseline="0" noProof="0">
              <a:ln>
                <a:noFill/>
              </a:ln>
              <a:solidFill>
                <a:srgbClr val="000000"/>
              </a:solidFill>
              <a:effectLst/>
              <a:uLnTx/>
              <a:uFillTx/>
              <a:latin typeface="Arial"/>
              <a:ea typeface="+mn-ea"/>
              <a:cs typeface="+mn-cs"/>
            </a:endParaRPr>
          </a:p>
        </p:txBody>
      </p:sp>
      <p:sp>
        <p:nvSpPr>
          <p:cNvPr id="435" name="Google Shape;272;p34"/>
          <p:cNvSpPr/>
          <p:nvPr/>
        </p:nvSpPr>
        <p:spPr>
          <a:xfrm>
            <a:off x="457200" y="1270080"/>
            <a:ext cx="10425960" cy="32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0" marR="0" lvl="0" indent="0" algn="just" defTabSz="914400" rtl="0" eaLnBrk="1" fontAlgn="auto" latinLnBrk="0" hangingPunct="1">
              <a:lnSpc>
                <a:spcPct val="100000"/>
              </a:lnSpc>
              <a:spcBef>
                <a:spcPts val="300"/>
              </a:spcBef>
              <a:spcAft>
                <a:spcPts val="0"/>
              </a:spcAft>
              <a:buClrTx/>
              <a:buSzTx/>
              <a:buFontTx/>
              <a:buNone/>
              <a:tabLst>
                <a:tab pos="0" algn="l"/>
              </a:tabLst>
              <a:defRPr/>
            </a:pPr>
            <a:r>
              <a:rPr kumimoji="0" lang="en-US" sz="1200" b="0" i="0" u="none" strike="noStrike" kern="1200" cap="none" spc="0" normalizeH="0" baseline="0" noProof="0" dirty="0" err="1">
                <a:ln>
                  <a:noFill/>
                </a:ln>
                <a:solidFill>
                  <a:srgbClr val="000000"/>
                </a:solidFill>
                <a:effectLst/>
                <a:uLnTx/>
                <a:uFillTx/>
                <a:latin typeface="Arial"/>
                <a:ea typeface="Arial"/>
                <a:cs typeface="+mn-cs"/>
              </a:rPr>
              <a:t>gvfytiugyhj</a:t>
            </a:r>
            <a:endParaRPr kumimoji="0" lang="en-US" sz="12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just" defTabSz="914400" rtl="0" eaLnBrk="1" fontAlgn="auto" latinLnBrk="0" hangingPunct="1">
              <a:lnSpc>
                <a:spcPct val="100000"/>
              </a:lnSpc>
              <a:spcBef>
                <a:spcPts val="300"/>
              </a:spcBef>
              <a:spcAft>
                <a:spcPts val="0"/>
              </a:spcAft>
              <a:buClrTx/>
              <a:buSzTx/>
              <a:buFontTx/>
              <a:buNone/>
              <a:tabLst>
                <a:tab pos="0" algn="l"/>
              </a:tabLst>
              <a:defRPr/>
            </a:pPr>
            <a:endParaRPr kumimoji="0" lang="en-US" sz="12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just" defTabSz="914400" rtl="0" eaLnBrk="1" fontAlgn="auto" latinLnBrk="0" hangingPunct="1">
              <a:lnSpc>
                <a:spcPct val="100000"/>
              </a:lnSpc>
              <a:spcBef>
                <a:spcPts val="300"/>
              </a:spcBef>
              <a:spcAft>
                <a:spcPts val="0"/>
              </a:spcAft>
              <a:buClrTx/>
              <a:buSzTx/>
              <a:buFontTx/>
              <a:buNone/>
              <a:tabLst>
                <a:tab pos="0" algn="l"/>
              </a:tabLst>
              <a:defRPr/>
            </a:pPr>
            <a:endParaRPr kumimoji="0" lang="en-US" sz="12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just" defTabSz="914400" rtl="0" eaLnBrk="1" fontAlgn="auto" latinLnBrk="0" hangingPunct="1">
              <a:lnSpc>
                <a:spcPct val="100000"/>
              </a:lnSpc>
              <a:spcBef>
                <a:spcPts val="300"/>
              </a:spcBef>
              <a:spcAft>
                <a:spcPts val="0"/>
              </a:spcAft>
              <a:buClrTx/>
              <a:buSzTx/>
              <a:buFontTx/>
              <a:buNone/>
              <a:tabLst>
                <a:tab pos="0" algn="l"/>
              </a:tabLst>
              <a:defRPr/>
            </a:pPr>
            <a:endParaRPr kumimoji="0" lang="en-US" sz="1200" b="0" i="0" u="none" strike="noStrike" kern="1200" cap="none" spc="0" normalizeH="0" baseline="0" noProof="0" dirty="0">
              <a:ln>
                <a:noFill/>
              </a:ln>
              <a:solidFill>
                <a:srgbClr val="000000"/>
              </a:solidFill>
              <a:effectLst/>
              <a:uLnTx/>
              <a:uFillTx/>
              <a:latin typeface="Arial"/>
              <a:ea typeface="+mn-ea"/>
              <a:cs typeface="+mn-cs"/>
            </a:endParaRPr>
          </a:p>
        </p:txBody>
      </p:sp>
      <p:sp>
        <p:nvSpPr>
          <p:cNvPr id="436" name="PlaceHolder 1"/>
          <p:cNvSpPr>
            <a:spLocks noGrp="1"/>
          </p:cNvSpPr>
          <p:nvPr>
            <p:ph type="sldNum" idx="98"/>
          </p:nvPr>
        </p:nvSpPr>
        <p:spPr>
          <a:prstGeom prst="rect">
            <a:avLst/>
          </a:prstGeom>
          <a:noFill/>
          <a:ln w="0">
            <a:noFill/>
          </a:ln>
        </p:spPr>
        <p:txBody>
          <a:bodyPr lIns="91440" tIns="45720" rIns="91440" bIns="45720" anchor="ctr">
            <a:noAutofit/>
          </a:bodyPr>
          <a:lstStyle>
            <a:lvl1pPr indent="0">
              <a:lnSpc>
                <a:spcPct val="100000"/>
              </a:lnSpc>
              <a:buNone/>
              <a:tabLst>
                <a:tab pos="0" algn="l"/>
              </a:tabLst>
              <a:defRPr lang="en-US" sz="1200" b="0" u="none" strike="noStrike">
                <a:solidFill>
                  <a:schemeClr val="dk1"/>
                </a:solidFill>
                <a:uFillTx/>
                <a:latin typeface="Alata"/>
                <a:ea typeface="Alata"/>
              </a:defRPr>
            </a:lvl1p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fld id="{7B75BF70-764D-4D89-AC6F-12FDD8975AAE}" type="slidenum">
              <a:rPr kumimoji="0" lang="en-US" sz="1200" b="0" i="0" u="none" strike="noStrike" kern="1200" cap="none" spc="0" normalizeH="0" baseline="0" noProof="0">
                <a:ln>
                  <a:noFill/>
                </a:ln>
                <a:solidFill>
                  <a:srgbClr val="000000"/>
                </a:solidFill>
                <a:effectLst/>
                <a:uLnTx/>
                <a:uFillTx/>
                <a:latin typeface="Alata"/>
                <a:ea typeface="Alata"/>
                <a:cs typeface="+mn-cs"/>
              </a:rPr>
              <a:pPr marL="0" marR="0" lvl="0" indent="0" algn="l" defTabSz="914400" rtl="0" eaLnBrk="1" fontAlgn="auto" latinLnBrk="0" hangingPunct="1">
                <a:lnSpc>
                  <a:spcPct val="100000"/>
                </a:lnSpc>
                <a:spcBef>
                  <a:spcPts val="0"/>
                </a:spcBef>
                <a:spcAft>
                  <a:spcPts val="0"/>
                </a:spcAft>
                <a:buClrTx/>
                <a:buSzTx/>
                <a:buFontTx/>
                <a:buNone/>
                <a:tabLst>
                  <a:tab pos="0" algn="l"/>
                </a:tabLst>
                <a:defRPr/>
              </a:pPr>
              <a:t>10</a:t>
            </a:fld>
            <a:r>
              <a:rPr kumimoji="0" lang="en-US" sz="1200" b="0" i="0" u="none" strike="noStrike" kern="1200" cap="none" spc="0" normalizeH="0" baseline="0" noProof="0">
                <a:ln>
                  <a:noFill/>
                </a:ln>
                <a:solidFill>
                  <a:srgbClr val="000000"/>
                </a:solidFill>
                <a:effectLst/>
                <a:uLnTx/>
                <a:uFillTx/>
                <a:latin typeface="Alata"/>
                <a:ea typeface="Alata"/>
                <a:cs typeface="+mn-cs"/>
              </a:rPr>
              <a:t> | © 2025 AIRE Software - All rights reserved.</a:t>
            </a:r>
            <a:endParaRPr kumimoji="0" lang="en-US" sz="1200" b="0" i="0" u="none" strike="noStrike" kern="1200" cap="none" spc="0" normalizeH="0" baseline="0" noProof="0">
              <a:ln>
                <a:noFill/>
              </a:ln>
              <a:solidFill>
                <a:srgbClr val="000000"/>
              </a:solidFill>
              <a:effectLst/>
              <a:uLnTx/>
              <a:uFillTx/>
              <a:latin typeface="Times New Roman"/>
              <a:cs typeface="+mn-cs"/>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57200" y="457200"/>
            <a:ext cx="9144000" cy="0"/>
          </a:xfrm>
          <a:prstGeom prst="rect">
            <a:avLst/>
          </a:prstGeom>
          <a:noFill/>
          <a:ln/>
        </p:spPr>
        <p:txBody>
          <a:bodyPr wrap="square" rtlCol="0" anchor="ctr"/>
          <a:lstStyle/>
          <a:p>
            <a:pPr indent="0" marL="0">
              <a:buNone/>
            </a:pPr>
            <a:r>
              <a:rPr lang="en-US" sz="3200" b="1" dirty="0">
                <a:solidFill>
                  <a:srgbClr val="CC0000"/>
                </a:solidFill>
              </a:rPr>
              <a:t>DISCLAIMER</a:t>
            </a:r>
            <a:endParaRPr lang="en-US" sz="3200" dirty="0"/>
          </a:p>
        </p:txBody>
      </p:sp>
      <p:sp>
        <p:nvSpPr>
          <p:cNvPr id="3" name="Text 1"/>
          <p:cNvSpPr/>
          <p:nvPr/>
        </p:nvSpPr>
        <p:spPr>
          <a:xfrm>
            <a:off x="457200" y="1371600"/>
            <a:ext cx="8229600" cy="0"/>
          </a:xfrm>
          <a:prstGeom prst="rect">
            <a:avLst/>
          </a:prstGeom>
          <a:noFill/>
          <a:ln/>
        </p:spPr>
        <p:txBody>
          <a:bodyPr wrap="square" rtlCol="0" anchor="ctr"/>
          <a:lstStyle/>
          <a:p>
            <a:pPr algn="just" indent="0" marL="0">
              <a:buNone/>
            </a:pPr>
            <a:r>
              <a:rPr lang="en-US" sz="1600" dirty="0">
                <a:solidFill>
                  <a:srgbClr val="444444"/>
                </a:solidFill>
              </a:rPr>
              <a:t>This feasibility study has been prepared by AIRE Software exclusively for informational purposes. The projections and data contained herein are based on market conditions as of the date of publication and are subject to change. AIRE Software makes no representation or warranty, express or implied, as to the accuracy or completeness of the information. Investors should conduct their own independent due diligence before making any commitment.</a:t>
            </a:r>
            <a:endParaRPr lang="en-US" sz="1600" dirty="0"/>
          </a:p>
        </p:txBody>
      </p:sp>
      <p:sp>
        <p:nvSpPr>
          <p:cNvPr id="4" name="Text 2"/>
          <p:cNvSpPr/>
          <p:nvPr/>
        </p:nvSpPr>
        <p:spPr>
          <a:xfrm>
            <a:off x="0" y="6515100"/>
            <a:ext cx="12192000" cy="0"/>
          </a:xfrm>
          <a:prstGeom prst="rect">
            <a:avLst/>
          </a:prstGeom>
          <a:noFill/>
          <a:ln/>
        </p:spPr>
        <p:txBody>
          <a:bodyPr wrap="square" rtlCol="0" anchor="ctr"/>
          <a:lstStyle/>
          <a:p>
            <a:pPr algn="ctr" indent="0" marL="0">
              <a:buNone/>
            </a:pPr>
            <a:r>
              <a:rPr lang="en-US" sz="1000" dirty="0">
                <a:solidFill>
                  <a:srgbClr val="888888"/>
                </a:solidFill>
                <a:latin typeface="Calibri" pitchFamily="34" charset="0"/>
                <a:ea typeface="Calibri" pitchFamily="34" charset="-122"/>
                <a:cs typeface="Calibri" pitchFamily="34" charset="-120"/>
              </a:rPr>
              <a:t>© 2025 AIRE Software - All rights reserved.</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6d37f05b-c348-4284-ad47-1449e71c2a6f">
      <Terms xmlns="http://schemas.microsoft.com/office/infopath/2007/PartnerControls"/>
    </lcf76f155ced4ddcb4097134ff3c332f>
    <TaxCatchAll xmlns="d346ac58-cf4c-4639-9052-9435638d92b2"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49D609D77F174D44AE91DE780A5FAF08" ma:contentTypeVersion="11" ma:contentTypeDescription="Crée un document." ma:contentTypeScope="" ma:versionID="8094d670b6a71118bbd3aa7c6adc3043">
  <xsd:schema xmlns:xsd="http://www.w3.org/2001/XMLSchema" xmlns:xs="http://www.w3.org/2001/XMLSchema" xmlns:p="http://schemas.microsoft.com/office/2006/metadata/properties" xmlns:ns2="6d37f05b-c348-4284-ad47-1449e71c2a6f" xmlns:ns3="d346ac58-cf4c-4639-9052-9435638d92b2" targetNamespace="http://schemas.microsoft.com/office/2006/metadata/properties" ma:root="true" ma:fieldsID="681682d40638881816d545bd8a8c2771" ns2:_="" ns3:_="">
    <xsd:import namespace="6d37f05b-c348-4284-ad47-1449e71c2a6f"/>
    <xsd:import namespace="d346ac58-cf4c-4639-9052-9435638d92b2"/>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d37f05b-c348-4284-ad47-1449e71c2a6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Balises d’images" ma:readOnly="false" ma:fieldId="{5cf76f15-5ced-4ddc-b409-7134ff3c332f}" ma:taxonomyMulti="true" ma:sspId="c8660e31-ae63-48fc-ab84-409c7a73eb9d"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346ac58-cf4c-4639-9052-9435638d92b2"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7d2a58a6-23e3-46e5-bf2d-6294c04d4d2a}" ma:internalName="TaxCatchAll" ma:showField="CatchAllData" ma:web="d346ac58-cf4c-4639-9052-9435638d92b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FA9BC2B-C60A-40DD-8B70-FCC6226595FA}">
  <ds:schemaRefs>
    <ds:schemaRef ds:uri="http://schemas.openxmlformats.org/package/2006/metadata/core-properties"/>
    <ds:schemaRef ds:uri="http://purl.org/dc/dcmitype/"/>
    <ds:schemaRef ds:uri="6d37f05b-c348-4284-ad47-1449e71c2a6f"/>
    <ds:schemaRef ds:uri="http://purl.org/dc/terms/"/>
    <ds:schemaRef ds:uri="http://schemas.microsoft.com/office/2006/documentManagement/types"/>
    <ds:schemaRef ds:uri="d346ac58-cf4c-4639-9052-9435638d92b2"/>
    <ds:schemaRef ds:uri="http://purl.org/dc/elements/1.1/"/>
    <ds:schemaRef ds:uri="http://schemas.microsoft.com/office/2006/metadata/properties"/>
    <ds:schemaRef ds:uri="http://www.w3.org/XML/1998/namespace"/>
    <ds:schemaRef ds:uri="http://schemas.microsoft.com/office/infopath/2007/PartnerControls"/>
  </ds:schemaRefs>
</ds:datastoreItem>
</file>

<file path=customXml/itemProps2.xml><?xml version="1.0" encoding="utf-8"?>
<ds:datastoreItem xmlns:ds="http://schemas.openxmlformats.org/officeDocument/2006/customXml" ds:itemID="{637D7A87-3BC6-4054-B28D-AB6B425E716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d37f05b-c348-4284-ad47-1449e71c2a6f"/>
    <ds:schemaRef ds:uri="d346ac58-cf4c-4639-9052-9435638d92b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DE6356B-E511-4BF5-8BCF-BC86AD5464F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0</TotalTime>
  <Words>2</Words>
  <Application>Microsoft Office PowerPoint</Application>
  <PresentationFormat>Personnalisé</PresentationFormat>
  <Paragraphs>1</Paragraphs>
  <Slides>1</Slides>
  <Notes>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vt:i4>
      </vt:variant>
    </vt:vector>
  </HeadingPairs>
  <TitlesOfParts>
    <vt:vector size="6" baseType="lpstr">
      <vt:lpstr>Alata</vt:lpstr>
      <vt:lpstr>Century Schoolbook</vt:lpstr>
      <vt:lpstr>Arial</vt:lpstr>
      <vt:lpstr>Calibri</vt:lpstr>
      <vt:lpstr>Office Theme</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P2452, Centum, Market Study (Two Rivers), Nairobi, Kenya</dc:title>
  <dc:creator>George Evans</dc:creator>
  <cp:lastModifiedBy>Felix Jenft</cp:lastModifiedBy>
  <cp:revision>13</cp:revision>
  <dcterms:created xsi:type="dcterms:W3CDTF">2006-08-16T00:00:00Z</dcterms:created>
  <dcterms:modified xsi:type="dcterms:W3CDTF">2026-02-03T17:21:11Z</dcterms:modified>
  <dc:identifier>DAFitMPP0Sk</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0x01010049D609D77F174D44AE91DE780A5FAF08</vt:lpwstr>
  </property>
  <property fmtid="{D5CDD505-2E9C-101B-9397-08002B2CF9AE}" pid="3" name="MediaServiceImageTags">
    <vt:lpwstr/>
  </property>
</Properties>
</file>