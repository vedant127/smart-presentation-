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Market Overview - Riyadh Residential Apartments Luxury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Generated by Smart Presentation Machine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2026-02-03T18:40:53Z</dcterms:created>
  <dcterms:modified xsi:type="dcterms:W3CDTF">2026-02-03T18:40:53Z</dcterms:modified>
</cp:coreProperties>
</file>