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Bangalore Commercial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Bangalore Commercial Project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FINANCIAL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Bangalore Commercial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ROI Analysis - Bangalore Commercial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Bangalore Commercial Market Trends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Bangalore Tech Park Demand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Bangalore Commercial Project</dc:title>
  <dc:subject>PptxGenJS Presentation</dc:subject>
  <dc:creator>AIRE Software</dc:creator>
  <cp:lastModifiedBy>AIRE Software</cp:lastModifiedBy>
  <cp:revision>1</cp:revision>
  <dcterms:created xsi:type="dcterms:W3CDTF">2026-02-09T11:05:19Z</dcterms:created>
  <dcterms:modified xsi:type="dcterms:W3CDTF">2026-02-09T11:05:19Z</dcterms:modified>
</cp:coreProperties>
</file>