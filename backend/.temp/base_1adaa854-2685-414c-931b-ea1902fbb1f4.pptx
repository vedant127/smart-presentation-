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- Opening Slide
Opening:
"Good morning/afternoon, everyone. Thank you for joining us today."
Introduction:
"I'm pleased to present our investment opportunity in Bangaloree , mumbai , delhi's commercial , residential , mixed-use , tech parks , retail sector - New Test."
Set the Context:
"Bangaloree , mumbai , delhi is experiencing unprecedented growth in the commercial , residential , mixed-use , tech parks , retail space, driven by:
- Strong economic fundamentals
- Infrastructure development
- Demographic tailwinds
- Limited premium supply"
Preview:
"Today, I'll walk you through:
1. The investment thesis and market opportunity
2. Detailed financial projections and returns
3. Risk mitigation strategies
4. Next steps for interested investors"
Build Credibility:
"Our team has successfully delivered [X] projects in Bangaloree , mumbai , delhi, with a track record of:
- On-time delivery
- Superior returns for investors
- Strong occupancy/sales performance"
Engagement:
"I encourage you to ask questions as we go through the presentation. Our goal is to provide complete transparency and address all your concerns."
Transition:
"Let's begin by examining the Bangaloree , mumbai , delhi commercial , residential , mixed-use , tech parks , retail market dynamics..."
Tone &amp; Body Language:
- Confident and professional
- Make eye contact with key decision-makers
- Use hand gestures to emphasize key points
- Smile and show enthusiasm for the project
- Pause after important statements for impact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New Test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New Test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&amp; INVESTMENT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Executive Summary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Market Analysis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Competitor Landscape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Strategic Recommendations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Financial Projections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Next Steps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Test</dc:title>
  <dc:subject>PptxGenJS Presentation</dc:subject>
  <dc:creator>AIRE Software</dc:creator>
  <cp:lastModifiedBy>AIRE Software</cp:lastModifiedBy>
  <cp:revision>1</cp:revision>
  <dcterms:created xsi:type="dcterms:W3CDTF">2026-02-12T18:46:06Z</dcterms:created>
  <dcterms:modified xsi:type="dcterms:W3CDTF">2026-02-12T18:46:06Z</dcterms:modified>
</cp:coreProperties>
</file>