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Tech Hub Office Building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 Hub Office Building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Cover Page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 of Contents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Site Assessment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Market Overview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Development Recommendations Part 1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Development Recommendations Part 2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Development Recommendations Part 3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Financial &amp; Investment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Disclaimer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Hub Office Building</dc:title>
  <dc:subject>PptxGenJS Presentation</dc:subject>
  <dc:creator>AIRE Software</dc:creator>
  <cp:lastModifiedBy>AIRE Software</cp:lastModifiedBy>
  <cp:revision>1</cp:revision>
  <dcterms:created xsi:type="dcterms:W3CDTF">2026-02-10T17:53:18Z</dcterms:created>
  <dcterms:modified xsi:type="dcterms:W3CDTF">2026-02-10T17:53:18Z</dcterms:modified>
</cp:coreProperties>
</file>