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3487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0"/>
            <a:ext cx="9144000" cy="13716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629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AIRE | Test Mumbai Residential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34874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3200400"/>
            <a:ext cx="9144000" cy="228600"/>
          </a:xfrm>
          <a:prstGeom prst="rect">
            <a:avLst/>
          </a:prstGeom>
          <a:solidFill>
            <a:srgbClr val="E2A300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 Mumbai Residential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3566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GENERATED VIA SLIDE SELECTION TESTER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© 2025 AIRE Software - All rights reserved.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TABLE OF CONTENTS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Executive Summary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Market Analysis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Competitor Landscape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Strategic Recommendations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Financial Projections </a:t>
            </a: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endParaRPr lang="en-US" sz="16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Next Steps 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30000" y="66294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6666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Acme 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Mumbai Residential</dc:title>
  <dc:subject>PptxGenJS Presentation</dc:subject>
  <dc:creator>AIRE Software</dc:creator>
  <cp:lastModifiedBy>AIRE Software</cp:lastModifiedBy>
  <cp:revision>1</cp:revision>
  <dcterms:created xsi:type="dcterms:W3CDTF">2026-02-10T13:22:50Z</dcterms:created>
  <dcterms:modified xsi:type="dcterms:W3CDTF">2026-02-10T13:22:50Z</dcterms:modified>
</cp:coreProperties>
</file>