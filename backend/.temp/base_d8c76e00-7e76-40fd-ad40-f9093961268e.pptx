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Cash Flow Analysis - Mumbai Residential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>PptxGenJS Presentation</dc:subject>
  <dc:creator>AIRE Software</dc:creator>
  <cp:lastModifiedBy>AIRE Software</cp:lastModifiedBy>
  <cp:revision>1</cp:revision>
  <dcterms:created xsi:type="dcterms:W3CDTF">2026-02-09T11:15:41Z</dcterms:created>
  <dcterms:modified xsi:type="dcterms:W3CDTF">2026-02-09T11:15:41Z</dcterms:modified>
</cp:coreProperties>
</file>